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8" r:id="rId2"/>
    <p:sldId id="257" r:id="rId3"/>
    <p:sldId id="267" r:id="rId4"/>
    <p:sldId id="269" r:id="rId5"/>
    <p:sldId id="268" r:id="rId6"/>
    <p:sldId id="272" r:id="rId7"/>
    <p:sldId id="279" r:id="rId8"/>
    <p:sldId id="289" r:id="rId9"/>
    <p:sldId id="278" r:id="rId10"/>
    <p:sldId id="258" r:id="rId11"/>
    <p:sldId id="280" r:id="rId12"/>
    <p:sldId id="277" r:id="rId13"/>
    <p:sldId id="259" r:id="rId14"/>
    <p:sldId id="290" r:id="rId15"/>
    <p:sldId id="29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A4E9E6-ED44-628A-93B8-280CF2F84A0F}" v="42" dt="2025-12-03T04:38:59.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59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Dalal" userId="S::harsh.dalal@bluedataconsulting.in::b955d4cd-8966-4207-a182-07fe202de296" providerId="AD" clId="Web-{B9A4E9E6-ED44-628A-93B8-280CF2F84A0F}"/>
    <pc:docChg chg="addSld delSld modSld">
      <pc:chgData name="Harsh Dalal" userId="S::harsh.dalal@bluedataconsulting.in::b955d4cd-8966-4207-a182-07fe202de296" providerId="AD" clId="Web-{B9A4E9E6-ED44-628A-93B8-280CF2F84A0F}" dt="2025-12-03T04:39:09.946" v="61"/>
      <pc:docMkLst>
        <pc:docMk/>
      </pc:docMkLst>
      <pc:sldChg chg="addSp modSp mod setBg">
        <pc:chgData name="Harsh Dalal" userId="S::harsh.dalal@bluedataconsulting.in::b955d4cd-8966-4207-a182-07fe202de296" providerId="AD" clId="Web-{B9A4E9E6-ED44-628A-93B8-280CF2F84A0F}" dt="2025-12-03T04:36:02.101" v="38"/>
        <pc:sldMkLst>
          <pc:docMk/>
          <pc:sldMk cId="579251126" sldId="257"/>
        </pc:sldMkLst>
        <pc:spChg chg="mod">
          <ac:chgData name="Harsh Dalal" userId="S::harsh.dalal@bluedataconsulting.in::b955d4cd-8966-4207-a182-07fe202de296" providerId="AD" clId="Web-{B9A4E9E6-ED44-628A-93B8-280CF2F84A0F}" dt="2025-12-03T04:36:02.101" v="38"/>
          <ac:spMkLst>
            <pc:docMk/>
            <pc:sldMk cId="579251126" sldId="257"/>
            <ac:spMk id="2" creationId="{00000000-0000-0000-0000-000000000000}"/>
          </ac:spMkLst>
        </pc:spChg>
        <pc:spChg chg="add">
          <ac:chgData name="Harsh Dalal" userId="S::harsh.dalal@bluedataconsulting.in::b955d4cd-8966-4207-a182-07fe202de296" providerId="AD" clId="Web-{B9A4E9E6-ED44-628A-93B8-280CF2F84A0F}" dt="2025-12-03T04:36:02.101" v="38"/>
          <ac:spMkLst>
            <pc:docMk/>
            <pc:sldMk cId="579251126" sldId="257"/>
            <ac:spMk id="9" creationId="{0671A8AE-40A1-4631-A6B8-581AFF065482}"/>
          </ac:spMkLst>
        </pc:spChg>
        <pc:spChg chg="add">
          <ac:chgData name="Harsh Dalal" userId="S::harsh.dalal@bluedataconsulting.in::b955d4cd-8966-4207-a182-07fe202de296" providerId="AD" clId="Web-{B9A4E9E6-ED44-628A-93B8-280CF2F84A0F}" dt="2025-12-03T04:36:02.101" v="38"/>
          <ac:spMkLst>
            <pc:docMk/>
            <pc:sldMk cId="579251126" sldId="257"/>
            <ac:spMk id="11" creationId="{AB58EF07-17C2-48CF-ABB0-EEF1F17CB8F0}"/>
          </ac:spMkLst>
        </pc:spChg>
        <pc:spChg chg="add">
          <ac:chgData name="Harsh Dalal" userId="S::harsh.dalal@bluedataconsulting.in::b955d4cd-8966-4207-a182-07fe202de296" providerId="AD" clId="Web-{B9A4E9E6-ED44-628A-93B8-280CF2F84A0F}" dt="2025-12-03T04:36:02.101" v="38"/>
          <ac:spMkLst>
            <pc:docMk/>
            <pc:sldMk cId="579251126" sldId="257"/>
            <ac:spMk id="13" creationId="{AF2F604E-43BE-4DC3-B983-E071523364F8}"/>
          </ac:spMkLst>
        </pc:spChg>
        <pc:spChg chg="add">
          <ac:chgData name="Harsh Dalal" userId="S::harsh.dalal@bluedataconsulting.in::b955d4cd-8966-4207-a182-07fe202de296" providerId="AD" clId="Web-{B9A4E9E6-ED44-628A-93B8-280CF2F84A0F}" dt="2025-12-03T04:36:02.101" v="38"/>
          <ac:spMkLst>
            <pc:docMk/>
            <pc:sldMk cId="579251126" sldId="257"/>
            <ac:spMk id="15" creationId="{08C9B587-E65E-4B52-B37C-ABEBB6E87928}"/>
          </ac:spMkLst>
        </pc:spChg>
        <pc:picChg chg="mod">
          <ac:chgData name="Harsh Dalal" userId="S::harsh.dalal@bluedataconsulting.in::b955d4cd-8966-4207-a182-07fe202de296" providerId="AD" clId="Web-{B9A4E9E6-ED44-628A-93B8-280CF2F84A0F}" dt="2025-12-03T04:36:02.101" v="38"/>
          <ac:picMkLst>
            <pc:docMk/>
            <pc:sldMk cId="579251126" sldId="257"/>
            <ac:picMk id="4" creationId="{00000000-0000-0000-0000-000000000000}"/>
          </ac:picMkLst>
        </pc:picChg>
      </pc:sldChg>
      <pc:sldChg chg="addSp delSp">
        <pc:chgData name="Harsh Dalal" userId="S::harsh.dalal@bluedataconsulting.in::b955d4cd-8966-4207-a182-07fe202de296" providerId="AD" clId="Web-{B9A4E9E6-ED44-628A-93B8-280CF2F84A0F}" dt="2025-12-03T04:38:02.398" v="54"/>
        <pc:sldMkLst>
          <pc:docMk/>
          <pc:sldMk cId="3151780503" sldId="258"/>
        </pc:sldMkLst>
        <pc:spChg chg="del">
          <ac:chgData name="Harsh Dalal" userId="S::harsh.dalal@bluedataconsulting.in::b955d4cd-8966-4207-a182-07fe202de296" providerId="AD" clId="Web-{B9A4E9E6-ED44-628A-93B8-280CF2F84A0F}" dt="2025-12-03T04:38:02.398" v="54"/>
          <ac:spMkLst>
            <pc:docMk/>
            <pc:sldMk cId="3151780503" sldId="258"/>
            <ac:spMk id="3" creationId="{00000000-0000-0000-0000-000000000000}"/>
          </ac:spMkLst>
        </pc:spChg>
        <pc:graphicFrameChg chg="add">
          <ac:chgData name="Harsh Dalal" userId="S::harsh.dalal@bluedataconsulting.in::b955d4cd-8966-4207-a182-07fe202de296" providerId="AD" clId="Web-{B9A4E9E6-ED44-628A-93B8-280CF2F84A0F}" dt="2025-12-03T04:38:02.398" v="54"/>
          <ac:graphicFrameMkLst>
            <pc:docMk/>
            <pc:sldMk cId="3151780503" sldId="258"/>
            <ac:graphicFrameMk id="5" creationId="{954483D0-30B2-F065-7969-A03A540E5D36}"/>
          </ac:graphicFrameMkLst>
        </pc:graphicFrameChg>
      </pc:sldChg>
      <pc:sldChg chg="addSp modSp add del mod setBg">
        <pc:chgData name="Harsh Dalal" userId="S::harsh.dalal@bluedataconsulting.in::b955d4cd-8966-4207-a182-07fe202de296" providerId="AD" clId="Web-{B9A4E9E6-ED44-628A-93B8-280CF2F84A0F}" dt="2025-12-03T04:38:41.602" v="57"/>
        <pc:sldMkLst>
          <pc:docMk/>
          <pc:sldMk cId="1251726619" sldId="259"/>
        </pc:sldMkLst>
        <pc:spChg chg="mod">
          <ac:chgData name="Harsh Dalal" userId="S::harsh.dalal@bluedataconsulting.in::b955d4cd-8966-4207-a182-07fe202de296" providerId="AD" clId="Web-{B9A4E9E6-ED44-628A-93B8-280CF2F84A0F}" dt="2025-12-03T04:38:41.602" v="57"/>
          <ac:spMkLst>
            <pc:docMk/>
            <pc:sldMk cId="1251726619" sldId="259"/>
            <ac:spMk id="2" creationId="{00000000-0000-0000-0000-000000000000}"/>
          </ac:spMkLst>
        </pc:spChg>
        <pc:spChg chg="add">
          <ac:chgData name="Harsh Dalal" userId="S::harsh.dalal@bluedataconsulting.in::b955d4cd-8966-4207-a182-07fe202de296" providerId="AD" clId="Web-{B9A4E9E6-ED44-628A-93B8-280CF2F84A0F}" dt="2025-12-03T04:38:41.602" v="57"/>
          <ac:spMkLst>
            <pc:docMk/>
            <pc:sldMk cId="1251726619" sldId="259"/>
            <ac:spMk id="10" creationId="{B50AB553-2A96-4A92-96F2-93548E096954}"/>
          </ac:spMkLst>
        </pc:spChg>
        <pc:graphicFrameChg chg="mod modGraphic">
          <ac:chgData name="Harsh Dalal" userId="S::harsh.dalal@bluedataconsulting.in::b955d4cd-8966-4207-a182-07fe202de296" providerId="AD" clId="Web-{B9A4E9E6-ED44-628A-93B8-280CF2F84A0F}" dt="2025-12-03T04:38:41.602" v="57"/>
          <ac:graphicFrameMkLst>
            <pc:docMk/>
            <pc:sldMk cId="1251726619" sldId="259"/>
            <ac:graphicFrameMk id="4" creationId="{00000000-0000-0000-0000-000000000000}"/>
          </ac:graphicFrameMkLst>
        </pc:graphicFrameChg>
        <pc:picChg chg="add">
          <ac:chgData name="Harsh Dalal" userId="S::harsh.dalal@bluedataconsulting.in::b955d4cd-8966-4207-a182-07fe202de296" providerId="AD" clId="Web-{B9A4E9E6-ED44-628A-93B8-280CF2F84A0F}" dt="2025-12-03T04:38:41.602" v="57"/>
          <ac:picMkLst>
            <pc:docMk/>
            <pc:sldMk cId="1251726619" sldId="259"/>
            <ac:picMk id="6" creationId="{1FDD2C4A-D41D-672F-4F31-1A425642552D}"/>
          </ac:picMkLst>
        </pc:picChg>
      </pc:sldChg>
      <pc:sldChg chg="del">
        <pc:chgData name="Harsh Dalal" userId="S::harsh.dalal@bluedataconsulting.in::b955d4cd-8966-4207-a182-07fe202de296" providerId="AD" clId="Web-{B9A4E9E6-ED44-628A-93B8-280CF2F84A0F}" dt="2025-12-03T04:34:09.960" v="10"/>
        <pc:sldMkLst>
          <pc:docMk/>
          <pc:sldMk cId="2319086438" sldId="261"/>
        </pc:sldMkLst>
      </pc:sldChg>
      <pc:sldChg chg="del">
        <pc:chgData name="Harsh Dalal" userId="S::harsh.dalal@bluedataconsulting.in::b955d4cd-8966-4207-a182-07fe202de296" providerId="AD" clId="Web-{B9A4E9E6-ED44-628A-93B8-280CF2F84A0F}" dt="2025-12-03T04:34:10.835" v="11"/>
        <pc:sldMkLst>
          <pc:docMk/>
          <pc:sldMk cId="1749429431" sldId="262"/>
        </pc:sldMkLst>
      </pc:sldChg>
      <pc:sldChg chg="del">
        <pc:chgData name="Harsh Dalal" userId="S::harsh.dalal@bluedataconsulting.in::b955d4cd-8966-4207-a182-07fe202de296" providerId="AD" clId="Web-{B9A4E9E6-ED44-628A-93B8-280CF2F84A0F}" dt="2025-12-03T04:34:11.913" v="12"/>
        <pc:sldMkLst>
          <pc:docMk/>
          <pc:sldMk cId="2550355698" sldId="263"/>
        </pc:sldMkLst>
      </pc:sldChg>
      <pc:sldChg chg="del">
        <pc:chgData name="Harsh Dalal" userId="S::harsh.dalal@bluedataconsulting.in::b955d4cd-8966-4207-a182-07fe202de296" providerId="AD" clId="Web-{B9A4E9E6-ED44-628A-93B8-280CF2F84A0F}" dt="2025-12-03T04:34:12.803" v="13"/>
        <pc:sldMkLst>
          <pc:docMk/>
          <pc:sldMk cId="3119665228" sldId="264"/>
        </pc:sldMkLst>
      </pc:sldChg>
      <pc:sldChg chg="addSp delSp modSp mod setBg setClrOvrMap">
        <pc:chgData name="Harsh Dalal" userId="S::harsh.dalal@bluedataconsulting.in::b955d4cd-8966-4207-a182-07fe202de296" providerId="AD" clId="Web-{B9A4E9E6-ED44-628A-93B8-280CF2F84A0F}" dt="2025-12-03T04:36:29.945" v="43"/>
        <pc:sldMkLst>
          <pc:docMk/>
          <pc:sldMk cId="1957512483" sldId="267"/>
        </pc:sldMkLst>
        <pc:spChg chg="mod">
          <ac:chgData name="Harsh Dalal" userId="S::harsh.dalal@bluedataconsulting.in::b955d4cd-8966-4207-a182-07fe202de296" providerId="AD" clId="Web-{B9A4E9E6-ED44-628A-93B8-280CF2F84A0F}" dt="2025-12-03T04:36:29.945" v="43"/>
          <ac:spMkLst>
            <pc:docMk/>
            <pc:sldMk cId="1957512483" sldId="267"/>
            <ac:spMk id="4" creationId="{00000000-0000-0000-0000-000000000000}"/>
          </ac:spMkLst>
        </pc:spChg>
        <pc:spChg chg="add">
          <ac:chgData name="Harsh Dalal" userId="S::harsh.dalal@bluedataconsulting.in::b955d4cd-8966-4207-a182-07fe202de296" providerId="AD" clId="Web-{B9A4E9E6-ED44-628A-93B8-280CF2F84A0F}" dt="2025-12-03T04:36:29.945" v="43"/>
          <ac:spMkLst>
            <pc:docMk/>
            <pc:sldMk cId="1957512483" sldId="267"/>
            <ac:spMk id="11" creationId="{BC68A55F-7B32-44D8-AEE5-1AF40532656C}"/>
          </ac:spMkLst>
        </pc:spChg>
        <pc:spChg chg="add del">
          <ac:chgData name="Harsh Dalal" userId="S::harsh.dalal@bluedataconsulting.in::b955d4cd-8966-4207-a182-07fe202de296" providerId="AD" clId="Web-{B9A4E9E6-ED44-628A-93B8-280CF2F84A0F}" dt="2025-12-03T04:36:25.867" v="40"/>
          <ac:spMkLst>
            <pc:docMk/>
            <pc:sldMk cId="1957512483" sldId="267"/>
            <ac:spMk id="12" creationId="{9228552E-C8B1-4A80-8448-0787CE0FC704}"/>
          </ac:spMkLst>
        </pc:spChg>
        <pc:spChg chg="add">
          <ac:chgData name="Harsh Dalal" userId="S::harsh.dalal@bluedataconsulting.in::b955d4cd-8966-4207-a182-07fe202de296" providerId="AD" clId="Web-{B9A4E9E6-ED44-628A-93B8-280CF2F84A0F}" dt="2025-12-03T04:36:29.945" v="43"/>
          <ac:spMkLst>
            <pc:docMk/>
            <pc:sldMk cId="1957512483" sldId="267"/>
            <ac:spMk id="13" creationId="{CD1AAA2C-FBBE-42AA-B869-31D524B7653F}"/>
          </ac:spMkLst>
        </pc:spChg>
        <pc:spChg chg="add del">
          <ac:chgData name="Harsh Dalal" userId="S::harsh.dalal@bluedataconsulting.in::b955d4cd-8966-4207-a182-07fe202de296" providerId="AD" clId="Web-{B9A4E9E6-ED44-628A-93B8-280CF2F84A0F}" dt="2025-12-03T04:36:29.773" v="42"/>
          <ac:spMkLst>
            <pc:docMk/>
            <pc:sldMk cId="1957512483" sldId="267"/>
            <ac:spMk id="14" creationId="{1D460C86-854F-4FB3-ABC2-E823D8FEB9DB}"/>
          </ac:spMkLst>
        </pc:spChg>
        <pc:spChg chg="add del">
          <ac:chgData name="Harsh Dalal" userId="S::harsh.dalal@bluedataconsulting.in::b955d4cd-8966-4207-a182-07fe202de296" providerId="AD" clId="Web-{B9A4E9E6-ED44-628A-93B8-280CF2F84A0F}" dt="2025-12-03T04:36:29.773" v="42"/>
          <ac:spMkLst>
            <pc:docMk/>
            <pc:sldMk cId="1957512483" sldId="267"/>
            <ac:spMk id="15" creationId="{DB304A14-32D0-4873-B914-423ED7B8DAFD}"/>
          </ac:spMkLst>
        </pc:spChg>
        <pc:spChg chg="add del">
          <ac:chgData name="Harsh Dalal" userId="S::harsh.dalal@bluedataconsulting.in::b955d4cd-8966-4207-a182-07fe202de296" providerId="AD" clId="Web-{B9A4E9E6-ED44-628A-93B8-280CF2F84A0F}" dt="2025-12-03T04:36:29.773" v="42"/>
          <ac:spMkLst>
            <pc:docMk/>
            <pc:sldMk cId="1957512483" sldId="267"/>
            <ac:spMk id="16" creationId="{BB48116A-278A-4CC5-89D3-9DE8E8FF1245}"/>
          </ac:spMkLst>
        </pc:spChg>
        <pc:spChg chg="add">
          <ac:chgData name="Harsh Dalal" userId="S::harsh.dalal@bluedataconsulting.in::b955d4cd-8966-4207-a182-07fe202de296" providerId="AD" clId="Web-{B9A4E9E6-ED44-628A-93B8-280CF2F84A0F}" dt="2025-12-03T04:36:29.945" v="43"/>
          <ac:spMkLst>
            <pc:docMk/>
            <pc:sldMk cId="1957512483" sldId="267"/>
            <ac:spMk id="19" creationId="{5F937BBF-9326-4230-AB1B-F1795E350559}"/>
          </ac:spMkLst>
        </pc:spChg>
        <pc:graphicFrameChg chg="mod modGraphic">
          <ac:chgData name="Harsh Dalal" userId="S::harsh.dalal@bluedataconsulting.in::b955d4cd-8966-4207-a182-07fe202de296" providerId="AD" clId="Web-{B9A4E9E6-ED44-628A-93B8-280CF2F84A0F}" dt="2025-12-03T04:36:29.945" v="43"/>
          <ac:graphicFrameMkLst>
            <pc:docMk/>
            <pc:sldMk cId="1957512483" sldId="267"/>
            <ac:graphicFrameMk id="6" creationId="{00000000-0000-0000-0000-000000000000}"/>
          </ac:graphicFrameMkLst>
        </pc:graphicFrameChg>
        <pc:picChg chg="add del">
          <ac:chgData name="Harsh Dalal" userId="S::harsh.dalal@bluedataconsulting.in::b955d4cd-8966-4207-a182-07fe202de296" providerId="AD" clId="Web-{B9A4E9E6-ED44-628A-93B8-280CF2F84A0F}" dt="2025-12-03T04:36:25.867" v="40"/>
          <ac:picMkLst>
            <pc:docMk/>
            <pc:sldMk cId="1957512483" sldId="267"/>
            <ac:picMk id="8" creationId="{8589D993-DCCC-C9F5-3712-AB6F766D03C4}"/>
          </ac:picMkLst>
        </pc:picChg>
        <pc:picChg chg="add del">
          <ac:chgData name="Harsh Dalal" userId="S::harsh.dalal@bluedataconsulting.in::b955d4cd-8966-4207-a182-07fe202de296" providerId="AD" clId="Web-{B9A4E9E6-ED44-628A-93B8-280CF2F84A0F}" dt="2025-12-03T04:36:29.773" v="42"/>
          <ac:picMkLst>
            <pc:docMk/>
            <pc:sldMk cId="1957512483" sldId="267"/>
            <ac:picMk id="17" creationId="{303A1909-77F6-B2AE-3F94-9D6A47691A8A}"/>
          </ac:picMkLst>
        </pc:picChg>
      </pc:sldChg>
      <pc:sldChg chg="addSp modSp mod setBg">
        <pc:chgData name="Harsh Dalal" userId="S::harsh.dalal@bluedataconsulting.in::b955d4cd-8966-4207-a182-07fe202de296" providerId="AD" clId="Web-{B9A4E9E6-ED44-628A-93B8-280CF2F84A0F}" dt="2025-12-03T04:36:53.773" v="45"/>
        <pc:sldMkLst>
          <pc:docMk/>
          <pc:sldMk cId="6835125" sldId="268"/>
        </pc:sldMkLst>
        <pc:spChg chg="mod">
          <ac:chgData name="Harsh Dalal" userId="S::harsh.dalal@bluedataconsulting.in::b955d4cd-8966-4207-a182-07fe202de296" providerId="AD" clId="Web-{B9A4E9E6-ED44-628A-93B8-280CF2F84A0F}" dt="2025-12-03T04:36:53.773" v="45"/>
          <ac:spMkLst>
            <pc:docMk/>
            <pc:sldMk cId="6835125" sldId="268"/>
            <ac:spMk id="2" creationId="{00000000-0000-0000-0000-000000000000}"/>
          </ac:spMkLst>
        </pc:spChg>
        <pc:spChg chg="mod">
          <ac:chgData name="Harsh Dalal" userId="S::harsh.dalal@bluedataconsulting.in::b955d4cd-8966-4207-a182-07fe202de296" providerId="AD" clId="Web-{B9A4E9E6-ED44-628A-93B8-280CF2F84A0F}" dt="2025-12-03T04:36:53.773" v="45"/>
          <ac:spMkLst>
            <pc:docMk/>
            <pc:sldMk cId="6835125" sldId="268"/>
            <ac:spMk id="3" creationId="{00000000-0000-0000-0000-000000000000}"/>
          </ac:spMkLst>
        </pc:spChg>
        <pc:spChg chg="add">
          <ac:chgData name="Harsh Dalal" userId="S::harsh.dalal@bluedataconsulting.in::b955d4cd-8966-4207-a182-07fe202de296" providerId="AD" clId="Web-{B9A4E9E6-ED44-628A-93B8-280CF2F84A0F}" dt="2025-12-03T04:36:53.773" v="45"/>
          <ac:spMkLst>
            <pc:docMk/>
            <pc:sldMk cId="6835125" sldId="268"/>
            <ac:spMk id="9" creationId="{649C91A9-84E7-4BF0-9026-62F01380D853}"/>
          </ac:spMkLst>
        </pc:spChg>
        <pc:spChg chg="add">
          <ac:chgData name="Harsh Dalal" userId="S::harsh.dalal@bluedataconsulting.in::b955d4cd-8966-4207-a182-07fe202de296" providerId="AD" clId="Web-{B9A4E9E6-ED44-628A-93B8-280CF2F84A0F}" dt="2025-12-03T04:36:53.773" v="45"/>
          <ac:spMkLst>
            <pc:docMk/>
            <pc:sldMk cId="6835125" sldId="268"/>
            <ac:spMk id="11" creationId="{9B47378D-AD27-45D0-8C1C-5B1098DCC068}"/>
          </ac:spMkLst>
        </pc:spChg>
        <pc:picChg chg="mod">
          <ac:chgData name="Harsh Dalal" userId="S::harsh.dalal@bluedataconsulting.in::b955d4cd-8966-4207-a182-07fe202de296" providerId="AD" clId="Web-{B9A4E9E6-ED44-628A-93B8-280CF2F84A0F}" dt="2025-12-03T04:36:53.773" v="45"/>
          <ac:picMkLst>
            <pc:docMk/>
            <pc:sldMk cId="6835125" sldId="268"/>
            <ac:picMk id="4" creationId="{00000000-0000-0000-0000-000000000000}"/>
          </ac:picMkLst>
        </pc:picChg>
      </pc:sldChg>
      <pc:sldChg chg="modSp mod setBg setClrOvrMap">
        <pc:chgData name="Harsh Dalal" userId="S::harsh.dalal@bluedataconsulting.in::b955d4cd-8966-4207-a182-07fe202de296" providerId="AD" clId="Web-{B9A4E9E6-ED44-628A-93B8-280CF2F84A0F}" dt="2025-12-03T04:36:42.523" v="44"/>
        <pc:sldMkLst>
          <pc:docMk/>
          <pc:sldMk cId="1460334944" sldId="269"/>
        </pc:sldMkLst>
        <pc:spChg chg="mod">
          <ac:chgData name="Harsh Dalal" userId="S::harsh.dalal@bluedataconsulting.in::b955d4cd-8966-4207-a182-07fe202de296" providerId="AD" clId="Web-{B9A4E9E6-ED44-628A-93B8-280CF2F84A0F}" dt="2025-12-03T04:36:42.523" v="44"/>
          <ac:spMkLst>
            <pc:docMk/>
            <pc:sldMk cId="1460334944" sldId="269"/>
            <ac:spMk id="2" creationId="{00000000-0000-0000-0000-000000000000}"/>
          </ac:spMkLst>
        </pc:spChg>
        <pc:graphicFrameChg chg="mod modGraphic">
          <ac:chgData name="Harsh Dalal" userId="S::harsh.dalal@bluedataconsulting.in::b955d4cd-8966-4207-a182-07fe202de296" providerId="AD" clId="Web-{B9A4E9E6-ED44-628A-93B8-280CF2F84A0F}" dt="2025-12-03T04:36:42.523" v="44"/>
          <ac:graphicFrameMkLst>
            <pc:docMk/>
            <pc:sldMk cId="1460334944" sldId="269"/>
            <ac:graphicFrameMk id="4" creationId="{00000000-0000-0000-0000-000000000000}"/>
          </ac:graphicFrameMkLst>
        </pc:graphicFrameChg>
      </pc:sldChg>
      <pc:sldChg chg="del">
        <pc:chgData name="Harsh Dalal" userId="S::harsh.dalal@bluedataconsulting.in::b955d4cd-8966-4207-a182-07fe202de296" providerId="AD" clId="Web-{B9A4E9E6-ED44-628A-93B8-280CF2F84A0F}" dt="2025-12-03T04:33:24.787" v="0"/>
        <pc:sldMkLst>
          <pc:docMk/>
          <pc:sldMk cId="3895553214" sldId="270"/>
        </pc:sldMkLst>
      </pc:sldChg>
      <pc:sldChg chg="del">
        <pc:chgData name="Harsh Dalal" userId="S::harsh.dalal@bluedataconsulting.in::b955d4cd-8966-4207-a182-07fe202de296" providerId="AD" clId="Web-{B9A4E9E6-ED44-628A-93B8-280CF2F84A0F}" dt="2025-12-03T04:33:41.069" v="1"/>
        <pc:sldMkLst>
          <pc:docMk/>
          <pc:sldMk cId="1796642664" sldId="271"/>
        </pc:sldMkLst>
      </pc:sldChg>
      <pc:sldChg chg="addSp mod setBg">
        <pc:chgData name="Harsh Dalal" userId="S::harsh.dalal@bluedataconsulting.in::b955d4cd-8966-4207-a182-07fe202de296" providerId="AD" clId="Web-{B9A4E9E6-ED44-628A-93B8-280CF2F84A0F}" dt="2025-12-03T04:37:08.476" v="46"/>
        <pc:sldMkLst>
          <pc:docMk/>
          <pc:sldMk cId="3953784426" sldId="272"/>
        </pc:sldMkLst>
        <pc:spChg chg="add">
          <ac:chgData name="Harsh Dalal" userId="S::harsh.dalal@bluedataconsulting.in::b955d4cd-8966-4207-a182-07fe202de296" providerId="AD" clId="Web-{B9A4E9E6-ED44-628A-93B8-280CF2F84A0F}" dt="2025-12-03T04:37:08.476" v="46"/>
          <ac:spMkLst>
            <pc:docMk/>
            <pc:sldMk cId="3953784426" sldId="272"/>
            <ac:spMk id="9" creationId="{F3060C83-F051-4F0E-ABAD-AA0DFC48B218}"/>
          </ac:spMkLst>
        </pc:spChg>
        <pc:spChg chg="add">
          <ac:chgData name="Harsh Dalal" userId="S::harsh.dalal@bluedataconsulting.in::b955d4cd-8966-4207-a182-07fe202de296" providerId="AD" clId="Web-{B9A4E9E6-ED44-628A-93B8-280CF2F84A0F}" dt="2025-12-03T04:37:08.476" v="46"/>
          <ac:spMkLst>
            <pc:docMk/>
            <pc:sldMk cId="3953784426" sldId="272"/>
            <ac:spMk id="11" creationId="{83C98ABE-055B-441F-B07E-44F97F083C39}"/>
          </ac:spMkLst>
        </pc:spChg>
        <pc:spChg chg="add">
          <ac:chgData name="Harsh Dalal" userId="S::harsh.dalal@bluedataconsulting.in::b955d4cd-8966-4207-a182-07fe202de296" providerId="AD" clId="Web-{B9A4E9E6-ED44-628A-93B8-280CF2F84A0F}" dt="2025-12-03T04:37:08.476" v="46"/>
          <ac:spMkLst>
            <pc:docMk/>
            <pc:sldMk cId="3953784426" sldId="272"/>
            <ac:spMk id="13" creationId="{29FDB030-9B49-4CED-8CCD-4D99382388AC}"/>
          </ac:spMkLst>
        </pc:spChg>
        <pc:spChg chg="add">
          <ac:chgData name="Harsh Dalal" userId="S::harsh.dalal@bluedataconsulting.in::b955d4cd-8966-4207-a182-07fe202de296" providerId="AD" clId="Web-{B9A4E9E6-ED44-628A-93B8-280CF2F84A0F}" dt="2025-12-03T04:37:08.476" v="46"/>
          <ac:spMkLst>
            <pc:docMk/>
            <pc:sldMk cId="3953784426" sldId="272"/>
            <ac:spMk id="15" creationId="{3783CA14-24A1-485C-8B30-D6A5D87987AD}"/>
          </ac:spMkLst>
        </pc:spChg>
        <pc:spChg chg="add">
          <ac:chgData name="Harsh Dalal" userId="S::harsh.dalal@bluedataconsulting.in::b955d4cd-8966-4207-a182-07fe202de296" providerId="AD" clId="Web-{B9A4E9E6-ED44-628A-93B8-280CF2F84A0F}" dt="2025-12-03T04:37:08.476" v="46"/>
          <ac:spMkLst>
            <pc:docMk/>
            <pc:sldMk cId="3953784426" sldId="272"/>
            <ac:spMk id="17" creationId="{9A97C86A-04D6-40F7-AE84-31AB43E6A846}"/>
          </ac:spMkLst>
        </pc:spChg>
        <pc:spChg chg="add">
          <ac:chgData name="Harsh Dalal" userId="S::harsh.dalal@bluedataconsulting.in::b955d4cd-8966-4207-a182-07fe202de296" providerId="AD" clId="Web-{B9A4E9E6-ED44-628A-93B8-280CF2F84A0F}" dt="2025-12-03T04:37:08.476" v="46"/>
          <ac:spMkLst>
            <pc:docMk/>
            <pc:sldMk cId="3953784426" sldId="272"/>
            <ac:spMk id="19" creationId="{FF9F2414-84E8-453E-B1F3-389FDE8192D9}"/>
          </ac:spMkLst>
        </pc:spChg>
        <pc:spChg chg="add">
          <ac:chgData name="Harsh Dalal" userId="S::harsh.dalal@bluedataconsulting.in::b955d4cd-8966-4207-a182-07fe202de296" providerId="AD" clId="Web-{B9A4E9E6-ED44-628A-93B8-280CF2F84A0F}" dt="2025-12-03T04:37:08.476" v="46"/>
          <ac:spMkLst>
            <pc:docMk/>
            <pc:sldMk cId="3953784426" sldId="272"/>
            <ac:spMk id="21" creationId="{3ECA69A1-7536-43AC-85EF-C7106179F5ED}"/>
          </ac:spMkLst>
        </pc:spChg>
      </pc:sldChg>
      <pc:sldChg chg="del">
        <pc:chgData name="Harsh Dalal" userId="S::harsh.dalal@bluedataconsulting.in::b955d4cd-8966-4207-a182-07fe202de296" providerId="AD" clId="Web-{B9A4E9E6-ED44-628A-93B8-280CF2F84A0F}" dt="2025-12-03T04:34:14.757" v="15"/>
        <pc:sldMkLst>
          <pc:docMk/>
          <pc:sldMk cId="4031057600" sldId="273"/>
        </pc:sldMkLst>
      </pc:sldChg>
      <pc:sldChg chg="del">
        <pc:chgData name="Harsh Dalal" userId="S::harsh.dalal@bluedataconsulting.in::b955d4cd-8966-4207-a182-07fe202de296" providerId="AD" clId="Web-{B9A4E9E6-ED44-628A-93B8-280CF2F84A0F}" dt="2025-12-03T04:34:16.569" v="16"/>
        <pc:sldMkLst>
          <pc:docMk/>
          <pc:sldMk cId="469310904" sldId="274"/>
        </pc:sldMkLst>
      </pc:sldChg>
      <pc:sldChg chg="add del">
        <pc:chgData name="Harsh Dalal" userId="S::harsh.dalal@bluedataconsulting.in::b955d4cd-8966-4207-a182-07fe202de296" providerId="AD" clId="Web-{B9A4E9E6-ED44-628A-93B8-280CF2F84A0F}" dt="2025-12-03T04:34:30.679" v="21"/>
        <pc:sldMkLst>
          <pc:docMk/>
          <pc:sldMk cId="2084448562" sldId="275"/>
        </pc:sldMkLst>
      </pc:sldChg>
      <pc:sldChg chg="addSp modSp mod setBg">
        <pc:chgData name="Harsh Dalal" userId="S::harsh.dalal@bluedataconsulting.in::b955d4cd-8966-4207-a182-07fe202de296" providerId="AD" clId="Web-{B9A4E9E6-ED44-628A-93B8-280CF2F84A0F}" dt="2025-12-03T04:38:33.211" v="56"/>
        <pc:sldMkLst>
          <pc:docMk/>
          <pc:sldMk cId="1090556948" sldId="277"/>
        </pc:sldMkLst>
        <pc:spChg chg="mod">
          <ac:chgData name="Harsh Dalal" userId="S::harsh.dalal@bluedataconsulting.in::b955d4cd-8966-4207-a182-07fe202de296" providerId="AD" clId="Web-{B9A4E9E6-ED44-628A-93B8-280CF2F84A0F}" dt="2025-12-03T04:38:33.211" v="56"/>
          <ac:spMkLst>
            <pc:docMk/>
            <pc:sldMk cId="1090556948" sldId="277"/>
            <ac:spMk id="2" creationId="{00000000-0000-0000-0000-000000000000}"/>
          </ac:spMkLst>
        </pc:spChg>
        <pc:spChg chg="add">
          <ac:chgData name="Harsh Dalal" userId="S::harsh.dalal@bluedataconsulting.in::b955d4cd-8966-4207-a182-07fe202de296" providerId="AD" clId="Web-{B9A4E9E6-ED44-628A-93B8-280CF2F84A0F}" dt="2025-12-03T04:38:33.211" v="56"/>
          <ac:spMkLst>
            <pc:docMk/>
            <pc:sldMk cId="1090556948" sldId="277"/>
            <ac:spMk id="9" creationId="{A8384FB5-9ADC-4DDC-881B-597D56F5B15D}"/>
          </ac:spMkLst>
        </pc:spChg>
        <pc:spChg chg="add">
          <ac:chgData name="Harsh Dalal" userId="S::harsh.dalal@bluedataconsulting.in::b955d4cd-8966-4207-a182-07fe202de296" providerId="AD" clId="Web-{B9A4E9E6-ED44-628A-93B8-280CF2F84A0F}" dt="2025-12-03T04:38:33.211" v="56"/>
          <ac:spMkLst>
            <pc:docMk/>
            <pc:sldMk cId="1090556948" sldId="277"/>
            <ac:spMk id="11" creationId="{91E5A9A7-95C6-4F4F-B00E-C82E07FE62EF}"/>
          </ac:spMkLst>
        </pc:spChg>
        <pc:spChg chg="add">
          <ac:chgData name="Harsh Dalal" userId="S::harsh.dalal@bluedataconsulting.in::b955d4cd-8966-4207-a182-07fe202de296" providerId="AD" clId="Web-{B9A4E9E6-ED44-628A-93B8-280CF2F84A0F}" dt="2025-12-03T04:38:33.211" v="56"/>
          <ac:spMkLst>
            <pc:docMk/>
            <pc:sldMk cId="1090556948" sldId="277"/>
            <ac:spMk id="13" creationId="{D07DD2DE-F619-49DD-B5E7-03A290FF4ED1}"/>
          </ac:spMkLst>
        </pc:spChg>
        <pc:spChg chg="add">
          <ac:chgData name="Harsh Dalal" userId="S::harsh.dalal@bluedataconsulting.in::b955d4cd-8966-4207-a182-07fe202de296" providerId="AD" clId="Web-{B9A4E9E6-ED44-628A-93B8-280CF2F84A0F}" dt="2025-12-03T04:38:33.211" v="56"/>
          <ac:spMkLst>
            <pc:docMk/>
            <pc:sldMk cId="1090556948" sldId="277"/>
            <ac:spMk id="15" creationId="{85149191-5F60-4A28-AAFF-039F96B0F3EC}"/>
          </ac:spMkLst>
        </pc:spChg>
        <pc:spChg chg="add">
          <ac:chgData name="Harsh Dalal" userId="S::harsh.dalal@bluedataconsulting.in::b955d4cd-8966-4207-a182-07fe202de296" providerId="AD" clId="Web-{B9A4E9E6-ED44-628A-93B8-280CF2F84A0F}" dt="2025-12-03T04:38:33.211" v="56"/>
          <ac:spMkLst>
            <pc:docMk/>
            <pc:sldMk cId="1090556948" sldId="277"/>
            <ac:spMk id="17" creationId="{F8260ED5-17F7-4158-B241-D51DD4CF1B7E}"/>
          </ac:spMkLst>
        </pc:spChg>
        <pc:picChg chg="mod">
          <ac:chgData name="Harsh Dalal" userId="S::harsh.dalal@bluedataconsulting.in::b955d4cd-8966-4207-a182-07fe202de296" providerId="AD" clId="Web-{B9A4E9E6-ED44-628A-93B8-280CF2F84A0F}" dt="2025-12-03T04:38:33.211" v="56"/>
          <ac:picMkLst>
            <pc:docMk/>
            <pc:sldMk cId="1090556948" sldId="277"/>
            <ac:picMk id="4" creationId="{00000000-0000-0000-0000-000000000000}"/>
          </ac:picMkLst>
        </pc:picChg>
      </pc:sldChg>
      <pc:sldChg chg="addSp modSp mod setBg">
        <pc:chgData name="Harsh Dalal" userId="S::harsh.dalal@bluedataconsulting.in::b955d4cd-8966-4207-a182-07fe202de296" providerId="AD" clId="Web-{B9A4E9E6-ED44-628A-93B8-280CF2F84A0F}" dt="2025-12-03T04:37:50.383" v="53"/>
        <pc:sldMkLst>
          <pc:docMk/>
          <pc:sldMk cId="2850582214" sldId="278"/>
        </pc:sldMkLst>
        <pc:spChg chg="mod">
          <ac:chgData name="Harsh Dalal" userId="S::harsh.dalal@bluedataconsulting.in::b955d4cd-8966-4207-a182-07fe202de296" providerId="AD" clId="Web-{B9A4E9E6-ED44-628A-93B8-280CF2F84A0F}" dt="2025-12-03T04:37:50.383" v="53"/>
          <ac:spMkLst>
            <pc:docMk/>
            <pc:sldMk cId="2850582214" sldId="278"/>
            <ac:spMk id="2" creationId="{00000000-0000-0000-0000-000000000000}"/>
          </ac:spMkLst>
        </pc:spChg>
        <pc:spChg chg="mod">
          <ac:chgData name="Harsh Dalal" userId="S::harsh.dalal@bluedataconsulting.in::b955d4cd-8966-4207-a182-07fe202de296" providerId="AD" clId="Web-{B9A4E9E6-ED44-628A-93B8-280CF2F84A0F}" dt="2025-12-03T04:37:50.383" v="53"/>
          <ac:spMkLst>
            <pc:docMk/>
            <pc:sldMk cId="2850582214" sldId="278"/>
            <ac:spMk id="3" creationId="{00000000-0000-0000-0000-000000000000}"/>
          </ac:spMkLst>
        </pc:spChg>
        <pc:spChg chg="add">
          <ac:chgData name="Harsh Dalal" userId="S::harsh.dalal@bluedataconsulting.in::b955d4cd-8966-4207-a182-07fe202de296" providerId="AD" clId="Web-{B9A4E9E6-ED44-628A-93B8-280CF2F84A0F}" dt="2025-12-03T04:37:50.383" v="53"/>
          <ac:spMkLst>
            <pc:docMk/>
            <pc:sldMk cId="2850582214" sldId="278"/>
            <ac:spMk id="9" creationId="{C4285719-470E-454C-AF62-8323075F1F5B}"/>
          </ac:spMkLst>
        </pc:spChg>
        <pc:spChg chg="add">
          <ac:chgData name="Harsh Dalal" userId="S::harsh.dalal@bluedataconsulting.in::b955d4cd-8966-4207-a182-07fe202de296" providerId="AD" clId="Web-{B9A4E9E6-ED44-628A-93B8-280CF2F84A0F}" dt="2025-12-03T04:37:50.383" v="53"/>
          <ac:spMkLst>
            <pc:docMk/>
            <pc:sldMk cId="2850582214" sldId="278"/>
            <ac:spMk id="11" creationId="{CD9FE4EF-C4D8-49A0-B2FF-81D8DB7D8A24}"/>
          </ac:spMkLst>
        </pc:spChg>
        <pc:spChg chg="add">
          <ac:chgData name="Harsh Dalal" userId="S::harsh.dalal@bluedataconsulting.in::b955d4cd-8966-4207-a182-07fe202de296" providerId="AD" clId="Web-{B9A4E9E6-ED44-628A-93B8-280CF2F84A0F}" dt="2025-12-03T04:37:50.383" v="53"/>
          <ac:spMkLst>
            <pc:docMk/>
            <pc:sldMk cId="2850582214" sldId="278"/>
            <ac:spMk id="13" creationId="{4300840D-0A0B-4512-BACA-B439D5B9C57C}"/>
          </ac:spMkLst>
        </pc:spChg>
        <pc:spChg chg="add">
          <ac:chgData name="Harsh Dalal" userId="S::harsh.dalal@bluedataconsulting.in::b955d4cd-8966-4207-a182-07fe202de296" providerId="AD" clId="Web-{B9A4E9E6-ED44-628A-93B8-280CF2F84A0F}" dt="2025-12-03T04:37:50.383" v="53"/>
          <ac:spMkLst>
            <pc:docMk/>
            <pc:sldMk cId="2850582214" sldId="278"/>
            <ac:spMk id="15" creationId="{D2B78728-A580-49A7-84F9-6EF6F583ADE0}"/>
          </ac:spMkLst>
        </pc:spChg>
        <pc:spChg chg="add">
          <ac:chgData name="Harsh Dalal" userId="S::harsh.dalal@bluedataconsulting.in::b955d4cd-8966-4207-a182-07fe202de296" providerId="AD" clId="Web-{B9A4E9E6-ED44-628A-93B8-280CF2F84A0F}" dt="2025-12-03T04:37:50.383" v="53"/>
          <ac:spMkLst>
            <pc:docMk/>
            <pc:sldMk cId="2850582214" sldId="278"/>
            <ac:spMk id="17" creationId="{38FAA1A1-D861-433F-88FA-1E9D6FD31D11}"/>
          </ac:spMkLst>
        </pc:spChg>
        <pc:spChg chg="add">
          <ac:chgData name="Harsh Dalal" userId="S::harsh.dalal@bluedataconsulting.in::b955d4cd-8966-4207-a182-07fe202de296" providerId="AD" clId="Web-{B9A4E9E6-ED44-628A-93B8-280CF2F84A0F}" dt="2025-12-03T04:37:50.383" v="53"/>
          <ac:spMkLst>
            <pc:docMk/>
            <pc:sldMk cId="2850582214" sldId="278"/>
            <ac:spMk id="19" creationId="{8D71EDA1-87BF-4D5D-AB79-F346FD19278A}"/>
          </ac:spMkLst>
        </pc:spChg>
        <pc:picChg chg="mod">
          <ac:chgData name="Harsh Dalal" userId="S::harsh.dalal@bluedataconsulting.in::b955d4cd-8966-4207-a182-07fe202de296" providerId="AD" clId="Web-{B9A4E9E6-ED44-628A-93B8-280CF2F84A0F}" dt="2025-12-03T04:37:50.383" v="53"/>
          <ac:picMkLst>
            <pc:docMk/>
            <pc:sldMk cId="2850582214" sldId="278"/>
            <ac:picMk id="4" creationId="{00000000-0000-0000-0000-000000000000}"/>
          </ac:picMkLst>
        </pc:picChg>
      </pc:sldChg>
      <pc:sldChg chg="addSp delSp modSp mod setBg setClrOvrMap">
        <pc:chgData name="Harsh Dalal" userId="S::harsh.dalal@bluedataconsulting.in::b955d4cd-8966-4207-a182-07fe202de296" providerId="AD" clId="Web-{B9A4E9E6-ED44-628A-93B8-280CF2F84A0F}" dt="2025-12-03T04:37:23.226" v="51"/>
        <pc:sldMkLst>
          <pc:docMk/>
          <pc:sldMk cId="3030488860" sldId="279"/>
        </pc:sldMkLst>
        <pc:spChg chg="mod">
          <ac:chgData name="Harsh Dalal" userId="S::harsh.dalal@bluedataconsulting.in::b955d4cd-8966-4207-a182-07fe202de296" providerId="AD" clId="Web-{B9A4E9E6-ED44-628A-93B8-280CF2F84A0F}" dt="2025-12-03T04:37:23.226" v="51"/>
          <ac:spMkLst>
            <pc:docMk/>
            <pc:sldMk cId="3030488860" sldId="279"/>
            <ac:spMk id="2" creationId="{00000000-0000-0000-0000-000000000000}"/>
          </ac:spMkLst>
        </pc:spChg>
        <pc:spChg chg="add del mod">
          <ac:chgData name="Harsh Dalal" userId="S::harsh.dalal@bluedataconsulting.in::b955d4cd-8966-4207-a182-07fe202de296" providerId="AD" clId="Web-{B9A4E9E6-ED44-628A-93B8-280CF2F84A0F}" dt="2025-12-03T04:37:23.226" v="51"/>
          <ac:spMkLst>
            <pc:docMk/>
            <pc:sldMk cId="3030488860" sldId="279"/>
            <ac:spMk id="3" creationId="{00000000-0000-0000-0000-000000000000}"/>
          </ac:spMkLst>
        </pc:spChg>
        <pc:spChg chg="add del">
          <ac:chgData name="Harsh Dalal" userId="S::harsh.dalal@bluedataconsulting.in::b955d4cd-8966-4207-a182-07fe202de296" providerId="AD" clId="Web-{B9A4E9E6-ED44-628A-93B8-280CF2F84A0F}" dt="2025-12-03T04:37:20.430" v="48"/>
          <ac:spMkLst>
            <pc:docMk/>
            <pc:sldMk cId="3030488860" sldId="279"/>
            <ac:spMk id="9" creationId="{9F7D5CDA-D291-4307-BF55-1381FED29634}"/>
          </ac:spMkLst>
        </pc:spChg>
        <pc:spChg chg="add del">
          <ac:chgData name="Harsh Dalal" userId="S::harsh.dalal@bluedataconsulting.in::b955d4cd-8966-4207-a182-07fe202de296" providerId="AD" clId="Web-{B9A4E9E6-ED44-628A-93B8-280CF2F84A0F}" dt="2025-12-03T04:37:23.180" v="50"/>
          <ac:spMkLst>
            <pc:docMk/>
            <pc:sldMk cId="3030488860" sldId="279"/>
            <ac:spMk id="10" creationId="{9228552E-C8B1-4A80-8448-0787CE0FC704}"/>
          </ac:spMkLst>
        </pc:spChg>
        <pc:spChg chg="add">
          <ac:chgData name="Harsh Dalal" userId="S::harsh.dalal@bluedataconsulting.in::b955d4cd-8966-4207-a182-07fe202de296" providerId="AD" clId="Web-{B9A4E9E6-ED44-628A-93B8-280CF2F84A0F}" dt="2025-12-03T04:37:23.226" v="51"/>
          <ac:spMkLst>
            <pc:docMk/>
            <pc:sldMk cId="3030488860" sldId="279"/>
            <ac:spMk id="16" creationId="{0C541B88-1AE9-40C3-AFD5-967787C1979F}"/>
          </ac:spMkLst>
        </pc:spChg>
        <pc:spChg chg="add">
          <ac:chgData name="Harsh Dalal" userId="S::harsh.dalal@bluedataconsulting.in::b955d4cd-8966-4207-a182-07fe202de296" providerId="AD" clId="Web-{B9A4E9E6-ED44-628A-93B8-280CF2F84A0F}" dt="2025-12-03T04:37:23.226" v="51"/>
          <ac:spMkLst>
            <pc:docMk/>
            <pc:sldMk cId="3030488860" sldId="279"/>
            <ac:spMk id="17" creationId="{89D16701-DA76-4F72-BB63-E2C3FFBDFE0F}"/>
          </ac:spMkLst>
        </pc:spChg>
        <pc:spChg chg="add">
          <ac:chgData name="Harsh Dalal" userId="S::harsh.dalal@bluedataconsulting.in::b955d4cd-8966-4207-a182-07fe202de296" providerId="AD" clId="Web-{B9A4E9E6-ED44-628A-93B8-280CF2F84A0F}" dt="2025-12-03T04:37:23.226" v="51"/>
          <ac:spMkLst>
            <pc:docMk/>
            <pc:sldMk cId="3030488860" sldId="279"/>
            <ac:spMk id="18" creationId="{E5F17139-31EE-46AC-B04F-DBBD852DD6CB}"/>
          </ac:spMkLst>
        </pc:spChg>
        <pc:spChg chg="add">
          <ac:chgData name="Harsh Dalal" userId="S::harsh.dalal@bluedataconsulting.in::b955d4cd-8966-4207-a182-07fe202de296" providerId="AD" clId="Web-{B9A4E9E6-ED44-628A-93B8-280CF2F84A0F}" dt="2025-12-03T04:37:23.226" v="51"/>
          <ac:spMkLst>
            <pc:docMk/>
            <pc:sldMk cId="3030488860" sldId="279"/>
            <ac:spMk id="19" creationId="{1CC28BE1-9DC6-43FE-9582-39F091098D77}"/>
          </ac:spMkLst>
        </pc:spChg>
        <pc:grpChg chg="add">
          <ac:chgData name="Harsh Dalal" userId="S::harsh.dalal@bluedataconsulting.in::b955d4cd-8966-4207-a182-07fe202de296" providerId="AD" clId="Web-{B9A4E9E6-ED44-628A-93B8-280CF2F84A0F}" dt="2025-12-03T04:37:23.226" v="51"/>
          <ac:grpSpMkLst>
            <pc:docMk/>
            <pc:sldMk cId="3030488860" sldId="279"/>
            <ac:grpSpMk id="13" creationId="{7CF625D3-71A3-4F30-A096-8EF334E959D0}"/>
          </ac:grpSpMkLst>
        </pc:grpChg>
        <pc:grpChg chg="add">
          <ac:chgData name="Harsh Dalal" userId="S::harsh.dalal@bluedataconsulting.in::b955d4cd-8966-4207-a182-07fe202de296" providerId="AD" clId="Web-{B9A4E9E6-ED44-628A-93B8-280CF2F84A0F}" dt="2025-12-03T04:37:23.226" v="51"/>
          <ac:grpSpMkLst>
            <pc:docMk/>
            <pc:sldMk cId="3030488860" sldId="279"/>
            <ac:grpSpMk id="21" creationId="{AF9AF3F3-CE0C-4125-BDD7-346487FA0B40}"/>
          </ac:grpSpMkLst>
        </pc:grpChg>
        <pc:graphicFrameChg chg="add del">
          <ac:chgData name="Harsh Dalal" userId="S::harsh.dalal@bluedataconsulting.in::b955d4cd-8966-4207-a182-07fe202de296" providerId="AD" clId="Web-{B9A4E9E6-ED44-628A-93B8-280CF2F84A0F}" dt="2025-12-03T04:37:23.180" v="50"/>
          <ac:graphicFrameMkLst>
            <pc:docMk/>
            <pc:sldMk cId="3030488860" sldId="279"/>
            <ac:graphicFrameMk id="11" creationId="{C633A78F-5C06-BECB-6A9B-334E6E21B658}"/>
          </ac:graphicFrameMkLst>
        </pc:graphicFrameChg>
        <pc:graphicFrameChg chg="add">
          <ac:chgData name="Harsh Dalal" userId="S::harsh.dalal@bluedataconsulting.in::b955d4cd-8966-4207-a182-07fe202de296" providerId="AD" clId="Web-{B9A4E9E6-ED44-628A-93B8-280CF2F84A0F}" dt="2025-12-03T04:37:23.226" v="51"/>
          <ac:graphicFrameMkLst>
            <pc:docMk/>
            <pc:sldMk cId="3030488860" sldId="279"/>
            <ac:graphicFrameMk id="20" creationId="{450220F7-C0BE-0AF8-5C60-D83071007205}"/>
          </ac:graphicFrameMkLst>
        </pc:graphicFrameChg>
        <pc:picChg chg="add del">
          <ac:chgData name="Harsh Dalal" userId="S::harsh.dalal@bluedataconsulting.in::b955d4cd-8966-4207-a182-07fe202de296" providerId="AD" clId="Web-{B9A4E9E6-ED44-628A-93B8-280CF2F84A0F}" dt="2025-12-03T04:37:20.430" v="48"/>
          <ac:picMkLst>
            <pc:docMk/>
            <pc:sldMk cId="3030488860" sldId="279"/>
            <ac:picMk id="5" creationId="{999E01C2-E344-46C0-15EA-6AAF61D3E641}"/>
          </ac:picMkLst>
        </pc:picChg>
        <pc:picChg chg="add del">
          <ac:chgData name="Harsh Dalal" userId="S::harsh.dalal@bluedataconsulting.in::b955d4cd-8966-4207-a182-07fe202de296" providerId="AD" clId="Web-{B9A4E9E6-ED44-628A-93B8-280CF2F84A0F}" dt="2025-12-03T04:37:23.180" v="50"/>
          <ac:picMkLst>
            <pc:docMk/>
            <pc:sldMk cId="3030488860" sldId="279"/>
            <ac:picMk id="6" creationId="{E3642593-0BE6-63E7-BC50-DA589C5DAAE5}"/>
          </ac:picMkLst>
        </pc:picChg>
      </pc:sldChg>
      <pc:sldChg chg="addSp modSp mod setBg">
        <pc:chgData name="Harsh Dalal" userId="S::harsh.dalal@bluedataconsulting.in::b955d4cd-8966-4207-a182-07fe202de296" providerId="AD" clId="Web-{B9A4E9E6-ED44-628A-93B8-280CF2F84A0F}" dt="2025-12-03T04:38:18.711" v="55"/>
        <pc:sldMkLst>
          <pc:docMk/>
          <pc:sldMk cId="1912222142" sldId="280"/>
        </pc:sldMkLst>
        <pc:spChg chg="mod">
          <ac:chgData name="Harsh Dalal" userId="S::harsh.dalal@bluedataconsulting.in::b955d4cd-8966-4207-a182-07fe202de296" providerId="AD" clId="Web-{B9A4E9E6-ED44-628A-93B8-280CF2F84A0F}" dt="2025-12-03T04:38:18.711" v="55"/>
          <ac:spMkLst>
            <pc:docMk/>
            <pc:sldMk cId="1912222142" sldId="280"/>
            <ac:spMk id="2" creationId="{00000000-0000-0000-0000-000000000000}"/>
          </ac:spMkLst>
        </pc:spChg>
        <pc:spChg chg="mod">
          <ac:chgData name="Harsh Dalal" userId="S::harsh.dalal@bluedataconsulting.in::b955d4cd-8966-4207-a182-07fe202de296" providerId="AD" clId="Web-{B9A4E9E6-ED44-628A-93B8-280CF2F84A0F}" dt="2025-12-03T04:38:18.711" v="55"/>
          <ac:spMkLst>
            <pc:docMk/>
            <pc:sldMk cId="1912222142" sldId="280"/>
            <ac:spMk id="3" creationId="{00000000-0000-0000-0000-000000000000}"/>
          </ac:spMkLst>
        </pc:spChg>
        <pc:spChg chg="add">
          <ac:chgData name="Harsh Dalal" userId="S::harsh.dalal@bluedataconsulting.in::b955d4cd-8966-4207-a182-07fe202de296" providerId="AD" clId="Web-{B9A4E9E6-ED44-628A-93B8-280CF2F84A0F}" dt="2025-12-03T04:38:18.711" v="55"/>
          <ac:spMkLst>
            <pc:docMk/>
            <pc:sldMk cId="1912222142" sldId="280"/>
            <ac:spMk id="9" creationId="{9F7D5CDA-D291-4307-BF55-1381FED29634}"/>
          </ac:spMkLst>
        </pc:spChg>
        <pc:picChg chg="add">
          <ac:chgData name="Harsh Dalal" userId="S::harsh.dalal@bluedataconsulting.in::b955d4cd-8966-4207-a182-07fe202de296" providerId="AD" clId="Web-{B9A4E9E6-ED44-628A-93B8-280CF2F84A0F}" dt="2025-12-03T04:38:18.711" v="55"/>
          <ac:picMkLst>
            <pc:docMk/>
            <pc:sldMk cId="1912222142" sldId="280"/>
            <ac:picMk id="5" creationId="{870AC196-8327-9D78-9EB0-4DBBB564DAF8}"/>
          </ac:picMkLst>
        </pc:picChg>
      </pc:sldChg>
      <pc:sldChg chg="del">
        <pc:chgData name="Harsh Dalal" userId="S::harsh.dalal@bluedataconsulting.in::b955d4cd-8966-4207-a182-07fe202de296" providerId="AD" clId="Web-{B9A4E9E6-ED44-628A-93B8-280CF2F84A0F}" dt="2025-12-03T04:34:01.913" v="3"/>
        <pc:sldMkLst>
          <pc:docMk/>
          <pc:sldMk cId="2831443882" sldId="282"/>
        </pc:sldMkLst>
      </pc:sldChg>
      <pc:sldChg chg="del">
        <pc:chgData name="Harsh Dalal" userId="S::harsh.dalal@bluedataconsulting.in::b955d4cd-8966-4207-a182-07fe202de296" providerId="AD" clId="Web-{B9A4E9E6-ED44-628A-93B8-280CF2F84A0F}" dt="2025-12-03T04:34:03.225" v="4"/>
        <pc:sldMkLst>
          <pc:docMk/>
          <pc:sldMk cId="885281314" sldId="283"/>
        </pc:sldMkLst>
      </pc:sldChg>
      <pc:sldChg chg="del">
        <pc:chgData name="Harsh Dalal" userId="S::harsh.dalal@bluedataconsulting.in::b955d4cd-8966-4207-a182-07fe202de296" providerId="AD" clId="Web-{B9A4E9E6-ED44-628A-93B8-280CF2F84A0F}" dt="2025-12-03T04:34:04.022" v="5"/>
        <pc:sldMkLst>
          <pc:docMk/>
          <pc:sldMk cId="3952618721" sldId="284"/>
        </pc:sldMkLst>
      </pc:sldChg>
      <pc:sldChg chg="del">
        <pc:chgData name="Harsh Dalal" userId="S::harsh.dalal@bluedataconsulting.in::b955d4cd-8966-4207-a182-07fe202de296" providerId="AD" clId="Web-{B9A4E9E6-ED44-628A-93B8-280CF2F84A0F}" dt="2025-12-03T04:34:04.819" v="6"/>
        <pc:sldMkLst>
          <pc:docMk/>
          <pc:sldMk cId="2239301552" sldId="285"/>
        </pc:sldMkLst>
      </pc:sldChg>
      <pc:sldChg chg="del">
        <pc:chgData name="Harsh Dalal" userId="S::harsh.dalal@bluedataconsulting.in::b955d4cd-8966-4207-a182-07fe202de296" providerId="AD" clId="Web-{B9A4E9E6-ED44-628A-93B8-280CF2F84A0F}" dt="2025-12-03T04:34:05.600" v="7"/>
        <pc:sldMkLst>
          <pc:docMk/>
          <pc:sldMk cId="3847576084" sldId="286"/>
        </pc:sldMkLst>
      </pc:sldChg>
      <pc:sldChg chg="del">
        <pc:chgData name="Harsh Dalal" userId="S::harsh.dalal@bluedataconsulting.in::b955d4cd-8966-4207-a182-07fe202de296" providerId="AD" clId="Web-{B9A4E9E6-ED44-628A-93B8-280CF2F84A0F}" dt="2025-12-03T04:34:07.678" v="8"/>
        <pc:sldMkLst>
          <pc:docMk/>
          <pc:sldMk cId="3928062746" sldId="287"/>
        </pc:sldMkLst>
      </pc:sldChg>
      <pc:sldChg chg="addSp modSp mod setBg">
        <pc:chgData name="Harsh Dalal" userId="S::harsh.dalal@bluedataconsulting.in::b955d4cd-8966-4207-a182-07fe202de296" providerId="AD" clId="Web-{B9A4E9E6-ED44-628A-93B8-280CF2F84A0F}" dt="2025-12-03T04:35:10.210" v="37"/>
        <pc:sldMkLst>
          <pc:docMk/>
          <pc:sldMk cId="3861515642" sldId="288"/>
        </pc:sldMkLst>
        <pc:spChg chg="mod ord">
          <ac:chgData name="Harsh Dalal" userId="S::harsh.dalal@bluedataconsulting.in::b955d4cd-8966-4207-a182-07fe202de296" providerId="AD" clId="Web-{B9A4E9E6-ED44-628A-93B8-280CF2F84A0F}" dt="2025-12-03T04:35:10.210" v="37"/>
          <ac:spMkLst>
            <pc:docMk/>
            <pc:sldMk cId="3861515642" sldId="288"/>
            <ac:spMk id="2" creationId="{00000000-0000-0000-0000-000000000000}"/>
          </ac:spMkLst>
        </pc:spChg>
        <pc:spChg chg="mod ord">
          <ac:chgData name="Harsh Dalal" userId="S::harsh.dalal@bluedataconsulting.in::b955d4cd-8966-4207-a182-07fe202de296" providerId="AD" clId="Web-{B9A4E9E6-ED44-628A-93B8-280CF2F84A0F}" dt="2025-12-03T04:35:10.210" v="37"/>
          <ac:spMkLst>
            <pc:docMk/>
            <pc:sldMk cId="3861515642" sldId="288"/>
            <ac:spMk id="3" creationId="{00000000-0000-0000-0000-000000000000}"/>
          </ac:spMkLst>
        </pc:spChg>
        <pc:spChg chg="add">
          <ac:chgData name="Harsh Dalal" userId="S::harsh.dalal@bluedataconsulting.in::b955d4cd-8966-4207-a182-07fe202de296" providerId="AD" clId="Web-{B9A4E9E6-ED44-628A-93B8-280CF2F84A0F}" dt="2025-12-03T04:35:10.210" v="37"/>
          <ac:spMkLst>
            <pc:docMk/>
            <pc:sldMk cId="3861515642" sldId="288"/>
            <ac:spMk id="10" creationId="{27BDFED6-6E33-4606-AFE2-886ADB1C018E}"/>
          </ac:spMkLst>
        </pc:spChg>
        <pc:spChg chg="add">
          <ac:chgData name="Harsh Dalal" userId="S::harsh.dalal@bluedataconsulting.in::b955d4cd-8966-4207-a182-07fe202de296" providerId="AD" clId="Web-{B9A4E9E6-ED44-628A-93B8-280CF2F84A0F}" dt="2025-12-03T04:35:10.210" v="37"/>
          <ac:spMkLst>
            <pc:docMk/>
            <pc:sldMk cId="3861515642" sldId="288"/>
            <ac:spMk id="12" creationId="{890DEF05-784E-4B61-89E4-04C4ECF4E5A0}"/>
          </ac:spMkLst>
        </pc:spChg>
        <pc:picChg chg="mod">
          <ac:chgData name="Harsh Dalal" userId="S::harsh.dalal@bluedataconsulting.in::b955d4cd-8966-4207-a182-07fe202de296" providerId="AD" clId="Web-{B9A4E9E6-ED44-628A-93B8-280CF2F84A0F}" dt="2025-12-03T04:35:10.210" v="37"/>
          <ac:picMkLst>
            <pc:docMk/>
            <pc:sldMk cId="3861515642" sldId="288"/>
            <ac:picMk id="4" creationId="{00000000-0000-0000-0000-000000000000}"/>
          </ac:picMkLst>
        </pc:picChg>
        <pc:picChg chg="mod">
          <ac:chgData name="Harsh Dalal" userId="S::harsh.dalal@bluedataconsulting.in::b955d4cd-8966-4207-a182-07fe202de296" providerId="AD" clId="Web-{B9A4E9E6-ED44-628A-93B8-280CF2F84A0F}" dt="2025-12-03T04:35:10.210" v="37"/>
          <ac:picMkLst>
            <pc:docMk/>
            <pc:sldMk cId="3861515642" sldId="288"/>
            <ac:picMk id="5" creationId="{00000000-0000-0000-0000-000000000000}"/>
          </ac:picMkLst>
        </pc:picChg>
        <pc:cxnChg chg="add">
          <ac:chgData name="Harsh Dalal" userId="S::harsh.dalal@bluedataconsulting.in::b955d4cd-8966-4207-a182-07fe202de296" providerId="AD" clId="Web-{B9A4E9E6-ED44-628A-93B8-280CF2F84A0F}" dt="2025-12-03T04:35:10.210" v="37"/>
          <ac:cxnSpMkLst>
            <pc:docMk/>
            <pc:sldMk cId="3861515642" sldId="288"/>
            <ac:cxnSpMk id="14" creationId="{C41BAEC7-F7B0-4224-8B18-8F74B7D87F0B}"/>
          </ac:cxnSpMkLst>
        </pc:cxnChg>
      </pc:sldChg>
      <pc:sldChg chg="addSp modSp mod setBg">
        <pc:chgData name="Harsh Dalal" userId="S::harsh.dalal@bluedataconsulting.in::b955d4cd-8966-4207-a182-07fe202de296" providerId="AD" clId="Web-{B9A4E9E6-ED44-628A-93B8-280CF2F84A0F}" dt="2025-12-03T04:37:29.680" v="52"/>
        <pc:sldMkLst>
          <pc:docMk/>
          <pc:sldMk cId="2872376576" sldId="289"/>
        </pc:sldMkLst>
        <pc:spChg chg="mod ord">
          <ac:chgData name="Harsh Dalal" userId="S::harsh.dalal@bluedataconsulting.in::b955d4cd-8966-4207-a182-07fe202de296" providerId="AD" clId="Web-{B9A4E9E6-ED44-628A-93B8-280CF2F84A0F}" dt="2025-12-03T04:37:29.680" v="52"/>
          <ac:spMkLst>
            <pc:docMk/>
            <pc:sldMk cId="2872376576" sldId="289"/>
            <ac:spMk id="2" creationId="{00000000-0000-0000-0000-000000000000}"/>
          </ac:spMkLst>
        </pc:spChg>
        <pc:spChg chg="mod ord">
          <ac:chgData name="Harsh Dalal" userId="S::harsh.dalal@bluedataconsulting.in::b955d4cd-8966-4207-a182-07fe202de296" providerId="AD" clId="Web-{B9A4E9E6-ED44-628A-93B8-280CF2F84A0F}" dt="2025-12-03T04:37:29.680" v="52"/>
          <ac:spMkLst>
            <pc:docMk/>
            <pc:sldMk cId="2872376576" sldId="289"/>
            <ac:spMk id="3" creationId="{00000000-0000-0000-0000-000000000000}"/>
          </ac:spMkLst>
        </pc:spChg>
        <pc:spChg chg="add">
          <ac:chgData name="Harsh Dalal" userId="S::harsh.dalal@bluedataconsulting.in::b955d4cd-8966-4207-a182-07fe202de296" providerId="AD" clId="Web-{B9A4E9E6-ED44-628A-93B8-280CF2F84A0F}" dt="2025-12-03T04:37:29.680" v="52"/>
          <ac:spMkLst>
            <pc:docMk/>
            <pc:sldMk cId="2872376576" sldId="289"/>
            <ac:spMk id="10" creationId="{27BDFED6-6E33-4606-AFE2-886ADB1C018E}"/>
          </ac:spMkLst>
        </pc:spChg>
        <pc:spChg chg="add">
          <ac:chgData name="Harsh Dalal" userId="S::harsh.dalal@bluedataconsulting.in::b955d4cd-8966-4207-a182-07fe202de296" providerId="AD" clId="Web-{B9A4E9E6-ED44-628A-93B8-280CF2F84A0F}" dt="2025-12-03T04:37:29.680" v="52"/>
          <ac:spMkLst>
            <pc:docMk/>
            <pc:sldMk cId="2872376576" sldId="289"/>
            <ac:spMk id="12" creationId="{890DEF05-784E-4B61-89E4-04C4ECF4E5A0}"/>
          </ac:spMkLst>
        </pc:spChg>
        <pc:picChg chg="mod">
          <ac:chgData name="Harsh Dalal" userId="S::harsh.dalal@bluedataconsulting.in::b955d4cd-8966-4207-a182-07fe202de296" providerId="AD" clId="Web-{B9A4E9E6-ED44-628A-93B8-280CF2F84A0F}" dt="2025-12-03T04:37:29.680" v="52"/>
          <ac:picMkLst>
            <pc:docMk/>
            <pc:sldMk cId="2872376576" sldId="289"/>
            <ac:picMk id="4" creationId="{00000000-0000-0000-0000-000000000000}"/>
          </ac:picMkLst>
        </pc:picChg>
        <pc:picChg chg="mod">
          <ac:chgData name="Harsh Dalal" userId="S::harsh.dalal@bluedataconsulting.in::b955d4cd-8966-4207-a182-07fe202de296" providerId="AD" clId="Web-{B9A4E9E6-ED44-628A-93B8-280CF2F84A0F}" dt="2025-12-03T04:37:29.680" v="52"/>
          <ac:picMkLst>
            <pc:docMk/>
            <pc:sldMk cId="2872376576" sldId="289"/>
            <ac:picMk id="5" creationId="{00000000-0000-0000-0000-000000000000}"/>
          </ac:picMkLst>
        </pc:picChg>
        <pc:cxnChg chg="add">
          <ac:chgData name="Harsh Dalal" userId="S::harsh.dalal@bluedataconsulting.in::b955d4cd-8966-4207-a182-07fe202de296" providerId="AD" clId="Web-{B9A4E9E6-ED44-628A-93B8-280CF2F84A0F}" dt="2025-12-03T04:37:29.680" v="52"/>
          <ac:cxnSpMkLst>
            <pc:docMk/>
            <pc:sldMk cId="2872376576" sldId="289"/>
            <ac:cxnSpMk id="14" creationId="{C41BAEC7-F7B0-4224-8B18-8F74B7D87F0B}"/>
          </ac:cxnSpMkLst>
        </pc:cxnChg>
      </pc:sldChg>
      <pc:sldChg chg="addSp delSp modSp new mod setBg">
        <pc:chgData name="Harsh Dalal" userId="S::harsh.dalal@bluedataconsulting.in::b955d4cd-8966-4207-a182-07fe202de296" providerId="AD" clId="Web-{B9A4E9E6-ED44-628A-93B8-280CF2F84A0F}" dt="2025-12-03T04:39:01.742" v="60"/>
        <pc:sldMkLst>
          <pc:docMk/>
          <pc:sldMk cId="2395797536" sldId="290"/>
        </pc:sldMkLst>
        <pc:spChg chg="mod">
          <ac:chgData name="Harsh Dalal" userId="S::harsh.dalal@bluedataconsulting.in::b955d4cd-8966-4207-a182-07fe202de296" providerId="AD" clId="Web-{B9A4E9E6-ED44-628A-93B8-280CF2F84A0F}" dt="2025-12-03T04:39:01.742" v="60"/>
          <ac:spMkLst>
            <pc:docMk/>
            <pc:sldMk cId="2395797536" sldId="290"/>
            <ac:spMk id="2" creationId="{026ED02F-AB5E-9E68-5CE4-A4623DCF9566}"/>
          </ac:spMkLst>
        </pc:spChg>
        <pc:spChg chg="del">
          <ac:chgData name="Harsh Dalal" userId="S::harsh.dalal@bluedataconsulting.in::b955d4cd-8966-4207-a182-07fe202de296" providerId="AD" clId="Web-{B9A4E9E6-ED44-628A-93B8-280CF2F84A0F}" dt="2025-12-03T04:38:53.586" v="58"/>
          <ac:spMkLst>
            <pc:docMk/>
            <pc:sldMk cId="2395797536" sldId="290"/>
            <ac:spMk id="3" creationId="{DD5EA2C6-6418-A717-5C2B-2688ACBF0906}"/>
          </ac:spMkLst>
        </pc:spChg>
        <pc:spChg chg="add del">
          <ac:chgData name="Harsh Dalal" userId="S::harsh.dalal@bluedataconsulting.in::b955d4cd-8966-4207-a182-07fe202de296" providerId="AD" clId="Web-{B9A4E9E6-ED44-628A-93B8-280CF2F84A0F}" dt="2025-12-03T04:39:01.742" v="60"/>
          <ac:spMkLst>
            <pc:docMk/>
            <pc:sldMk cId="2395797536" sldId="290"/>
            <ac:spMk id="9" creationId="{8870DEF6-46A2-D4F8-8BE6-91165D93ECC4}"/>
          </ac:spMkLst>
        </pc:spChg>
        <pc:spChg chg="add">
          <ac:chgData name="Harsh Dalal" userId="S::harsh.dalal@bluedataconsulting.in::b955d4cd-8966-4207-a182-07fe202de296" providerId="AD" clId="Web-{B9A4E9E6-ED44-628A-93B8-280CF2F84A0F}" dt="2025-12-03T04:39:01.742" v="60"/>
          <ac:spMkLst>
            <pc:docMk/>
            <pc:sldMk cId="2395797536" sldId="290"/>
            <ac:spMk id="16" creationId="{0671A8AE-40A1-4631-A6B8-581AFF065482}"/>
          </ac:spMkLst>
        </pc:spChg>
        <pc:spChg chg="add">
          <ac:chgData name="Harsh Dalal" userId="S::harsh.dalal@bluedataconsulting.in::b955d4cd-8966-4207-a182-07fe202de296" providerId="AD" clId="Web-{B9A4E9E6-ED44-628A-93B8-280CF2F84A0F}" dt="2025-12-03T04:39:01.742" v="60"/>
          <ac:spMkLst>
            <pc:docMk/>
            <pc:sldMk cId="2395797536" sldId="290"/>
            <ac:spMk id="18" creationId="{AB58EF07-17C2-48CF-ABB0-EEF1F17CB8F0}"/>
          </ac:spMkLst>
        </pc:spChg>
        <pc:spChg chg="add">
          <ac:chgData name="Harsh Dalal" userId="S::harsh.dalal@bluedataconsulting.in::b955d4cd-8966-4207-a182-07fe202de296" providerId="AD" clId="Web-{B9A4E9E6-ED44-628A-93B8-280CF2F84A0F}" dt="2025-12-03T04:39:01.742" v="60"/>
          <ac:spMkLst>
            <pc:docMk/>
            <pc:sldMk cId="2395797536" sldId="290"/>
            <ac:spMk id="20" creationId="{AF2F604E-43BE-4DC3-B983-E071523364F8}"/>
          </ac:spMkLst>
        </pc:spChg>
        <pc:spChg chg="add">
          <ac:chgData name="Harsh Dalal" userId="S::harsh.dalal@bluedataconsulting.in::b955d4cd-8966-4207-a182-07fe202de296" providerId="AD" clId="Web-{B9A4E9E6-ED44-628A-93B8-280CF2F84A0F}" dt="2025-12-03T04:39:01.742" v="60"/>
          <ac:spMkLst>
            <pc:docMk/>
            <pc:sldMk cId="2395797536" sldId="290"/>
            <ac:spMk id="22" creationId="{08C9B587-E65E-4B52-B37C-ABEBB6E87928}"/>
          </ac:spMkLst>
        </pc:spChg>
        <pc:picChg chg="add mod">
          <ac:chgData name="Harsh Dalal" userId="S::harsh.dalal@bluedataconsulting.in::b955d4cd-8966-4207-a182-07fe202de296" providerId="AD" clId="Web-{B9A4E9E6-ED44-628A-93B8-280CF2F84A0F}" dt="2025-12-03T04:39:01.742" v="60"/>
          <ac:picMkLst>
            <pc:docMk/>
            <pc:sldMk cId="2395797536" sldId="290"/>
            <ac:picMk id="5" creationId="{BC55AC02-79A2-4FA9-FE86-AC11698B5E27}"/>
          </ac:picMkLst>
        </pc:picChg>
        <pc:cxnChg chg="add del">
          <ac:chgData name="Harsh Dalal" userId="S::harsh.dalal@bluedataconsulting.in::b955d4cd-8966-4207-a182-07fe202de296" providerId="AD" clId="Web-{B9A4E9E6-ED44-628A-93B8-280CF2F84A0F}" dt="2025-12-03T04:39:01.742" v="60"/>
          <ac:cxnSpMkLst>
            <pc:docMk/>
            <pc:sldMk cId="2395797536" sldId="290"/>
            <ac:cxnSpMk id="11" creationId="{522632D6-DED9-FDEC-FD9F-09FF0A4544CC}"/>
          </ac:cxnSpMkLst>
        </pc:cxnChg>
      </pc:sldChg>
      <pc:sldChg chg="del">
        <pc:chgData name="Harsh Dalal" userId="S::harsh.dalal@bluedataconsulting.in::b955d4cd-8966-4207-a182-07fe202de296" providerId="AD" clId="Web-{B9A4E9E6-ED44-628A-93B8-280CF2F84A0F}" dt="2025-12-03T04:34:00.756" v="2"/>
        <pc:sldMkLst>
          <pc:docMk/>
          <pc:sldMk cId="3428391135" sldId="290"/>
        </pc:sldMkLst>
      </pc:sldChg>
      <pc:sldChg chg="del">
        <pc:chgData name="Harsh Dalal" userId="S::harsh.dalal@bluedataconsulting.in::b955d4cd-8966-4207-a182-07fe202de296" providerId="AD" clId="Web-{B9A4E9E6-ED44-628A-93B8-280CF2F84A0F}" dt="2025-12-03T04:34:08.928" v="9"/>
        <pc:sldMkLst>
          <pc:docMk/>
          <pc:sldMk cId="1107368921" sldId="291"/>
        </pc:sldMkLst>
      </pc:sldChg>
      <pc:sldChg chg="addSp delSp modSp new mod setBg">
        <pc:chgData name="Harsh Dalal" userId="S::harsh.dalal@bluedataconsulting.in::b955d4cd-8966-4207-a182-07fe202de296" providerId="AD" clId="Web-{B9A4E9E6-ED44-628A-93B8-280CF2F84A0F}" dt="2025-12-03T04:39:09.946" v="61"/>
        <pc:sldMkLst>
          <pc:docMk/>
          <pc:sldMk cId="1402292942" sldId="291"/>
        </pc:sldMkLst>
        <pc:spChg chg="mod">
          <ac:chgData name="Harsh Dalal" userId="S::harsh.dalal@bluedataconsulting.in::b955d4cd-8966-4207-a182-07fe202de296" providerId="AD" clId="Web-{B9A4E9E6-ED44-628A-93B8-280CF2F84A0F}" dt="2025-12-03T04:39:09.946" v="61"/>
          <ac:spMkLst>
            <pc:docMk/>
            <pc:sldMk cId="1402292942" sldId="291"/>
            <ac:spMk id="2" creationId="{0CE18DE8-3355-67E6-F4C1-2A8CAD2B99BF}"/>
          </ac:spMkLst>
        </pc:spChg>
        <pc:spChg chg="del">
          <ac:chgData name="Harsh Dalal" userId="S::harsh.dalal@bluedataconsulting.in::b955d4cd-8966-4207-a182-07fe202de296" providerId="AD" clId="Web-{B9A4E9E6-ED44-628A-93B8-280CF2F84A0F}" dt="2025-12-03T04:39:09.946" v="61"/>
          <ac:spMkLst>
            <pc:docMk/>
            <pc:sldMk cId="1402292942" sldId="291"/>
            <ac:spMk id="3" creationId="{F5B28327-C710-3433-D116-6D81B5A0B7F4}"/>
          </ac:spMkLst>
        </pc:spChg>
        <pc:spChg chg="add">
          <ac:chgData name="Harsh Dalal" userId="S::harsh.dalal@bluedataconsulting.in::b955d4cd-8966-4207-a182-07fe202de296" providerId="AD" clId="Web-{B9A4E9E6-ED44-628A-93B8-280CF2F84A0F}" dt="2025-12-03T04:39:09.946" v="61"/>
          <ac:spMkLst>
            <pc:docMk/>
            <pc:sldMk cId="1402292942" sldId="291"/>
            <ac:spMk id="10" creationId="{A3363022-C969-41E9-8EB2-E4C94908C1FA}"/>
          </ac:spMkLst>
        </pc:spChg>
        <pc:spChg chg="add">
          <ac:chgData name="Harsh Dalal" userId="S::harsh.dalal@bluedataconsulting.in::b955d4cd-8966-4207-a182-07fe202de296" providerId="AD" clId="Web-{B9A4E9E6-ED44-628A-93B8-280CF2F84A0F}" dt="2025-12-03T04:39:09.946" v="61"/>
          <ac:spMkLst>
            <pc:docMk/>
            <pc:sldMk cId="1402292942" sldId="291"/>
            <ac:spMk id="12" creationId="{8D1AD6B3-BE88-4CEB-BA17-790657CC4729}"/>
          </ac:spMkLst>
        </pc:spChg>
        <pc:grpChg chg="add">
          <ac:chgData name="Harsh Dalal" userId="S::harsh.dalal@bluedataconsulting.in::b955d4cd-8966-4207-a182-07fe202de296" providerId="AD" clId="Web-{B9A4E9E6-ED44-628A-93B8-280CF2F84A0F}" dt="2025-12-03T04:39:09.946" v="61"/>
          <ac:grpSpMkLst>
            <pc:docMk/>
            <pc:sldMk cId="1402292942" sldId="291"/>
            <ac:grpSpMk id="14" creationId="{89D1390B-7E13-4B4F-9CB2-391063412E54}"/>
          </ac:grpSpMkLst>
        </pc:grpChg>
        <pc:picChg chg="add">
          <ac:chgData name="Harsh Dalal" userId="S::harsh.dalal@bluedataconsulting.in::b955d4cd-8966-4207-a182-07fe202de296" providerId="AD" clId="Web-{B9A4E9E6-ED44-628A-93B8-280CF2F84A0F}" dt="2025-12-03T04:39:09.946" v="61"/>
          <ac:picMkLst>
            <pc:docMk/>
            <pc:sldMk cId="1402292942" sldId="291"/>
            <ac:picMk id="7" creationId="{0B099A90-A972-7F02-92ED-1CBC7F9E6B87}"/>
          </ac:picMkLst>
        </pc:picChg>
      </pc:sldChg>
      <pc:sldChg chg="del">
        <pc:chgData name="Harsh Dalal" userId="S::harsh.dalal@bluedataconsulting.in::b955d4cd-8966-4207-a182-07fe202de296" providerId="AD" clId="Web-{B9A4E9E6-ED44-628A-93B8-280CF2F84A0F}" dt="2025-12-03T04:34:13.788" v="14"/>
        <pc:sldMkLst>
          <pc:docMk/>
          <pc:sldMk cId="3420998215" sldId="292"/>
        </pc:sldMkLst>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35DFA7-8D00-495E-9BB1-4EBAC6A3BE78}"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IN"/>
        </a:p>
      </dgm:t>
    </dgm:pt>
    <dgm:pt modelId="{203E9821-1456-445D-8B86-E264AA342537}">
      <dgm:prSet/>
      <dgm:spPr/>
      <dgm:t>
        <a:bodyPr/>
        <a:lstStyle/>
        <a:p>
          <a:pPr rtl="0"/>
          <a:r>
            <a:rPr lang="en-US">
              <a:latin typeface="Google"/>
            </a:rPr>
            <a:t>Full fine-tuning involves updating all model parameters based on a new dataset and task. This is commonly used in adapting pre-trained models like GPT, BERT, and T5 to domain-specific applications.</a:t>
          </a:r>
          <a:endParaRPr lang="en-IN">
            <a:latin typeface="Google"/>
          </a:endParaRPr>
        </a:p>
      </dgm:t>
    </dgm:pt>
    <dgm:pt modelId="{14251636-68D3-4AAE-BB1A-FFE5BF939AC5}" type="parTrans" cxnId="{5E8172AF-C6E2-45F1-869A-2D797049E75F}">
      <dgm:prSet/>
      <dgm:spPr/>
      <dgm:t>
        <a:bodyPr/>
        <a:lstStyle/>
        <a:p>
          <a:endParaRPr lang="en-IN"/>
        </a:p>
      </dgm:t>
    </dgm:pt>
    <dgm:pt modelId="{7530A40A-62BC-4AF2-A38F-6553A4C4B847}" type="sibTrans" cxnId="{5E8172AF-C6E2-45F1-869A-2D797049E75F}">
      <dgm:prSet/>
      <dgm:spPr/>
      <dgm:t>
        <a:bodyPr/>
        <a:lstStyle/>
        <a:p>
          <a:endParaRPr lang="en-IN"/>
        </a:p>
      </dgm:t>
    </dgm:pt>
    <dgm:pt modelId="{4B4A96A5-F9D2-4017-8B2E-79F746E69333}">
      <dgm:prSet/>
      <dgm:spPr/>
      <dgm:t>
        <a:bodyPr/>
        <a:lstStyle/>
        <a:p>
          <a:pPr rtl="0"/>
          <a:r>
            <a:rPr lang="en-US">
              <a:latin typeface="Google"/>
            </a:rPr>
            <a:t>Advantages </a:t>
          </a:r>
          <a:endParaRPr lang="en-IN">
            <a:latin typeface="Google"/>
          </a:endParaRPr>
        </a:p>
      </dgm:t>
    </dgm:pt>
    <dgm:pt modelId="{32B2CC9B-C934-44A8-BFEC-943DB42A85E7}" type="parTrans" cxnId="{1715B645-346E-4FAF-A1CE-8530CE7FF6D9}">
      <dgm:prSet/>
      <dgm:spPr/>
      <dgm:t>
        <a:bodyPr/>
        <a:lstStyle/>
        <a:p>
          <a:endParaRPr lang="en-IN"/>
        </a:p>
      </dgm:t>
    </dgm:pt>
    <dgm:pt modelId="{D846D28F-674C-44D6-A06E-DE42EF83FB26}" type="sibTrans" cxnId="{1715B645-346E-4FAF-A1CE-8530CE7FF6D9}">
      <dgm:prSet/>
      <dgm:spPr/>
      <dgm:t>
        <a:bodyPr/>
        <a:lstStyle/>
        <a:p>
          <a:endParaRPr lang="en-IN"/>
        </a:p>
      </dgm:t>
    </dgm:pt>
    <dgm:pt modelId="{BF74D24D-3195-4BC8-B4DF-B0029AECFD87}">
      <dgm:prSet/>
      <dgm:spPr/>
      <dgm:t>
        <a:bodyPr/>
        <a:lstStyle/>
        <a:p>
          <a:pPr rtl="0"/>
          <a:r>
            <a:rPr lang="en-US">
              <a:latin typeface="Google"/>
            </a:rPr>
            <a:t>Maximum Task Adaptation: Fully adapts the model to new tasks without constraint. </a:t>
          </a:r>
          <a:endParaRPr lang="en-IN">
            <a:latin typeface="Google"/>
          </a:endParaRPr>
        </a:p>
      </dgm:t>
    </dgm:pt>
    <dgm:pt modelId="{1DCA96F4-9073-43C7-992D-B84BA21FD1F5}" type="parTrans" cxnId="{9DF92ACC-4AFB-43EA-AC96-10D4AF7658BE}">
      <dgm:prSet/>
      <dgm:spPr/>
      <dgm:t>
        <a:bodyPr/>
        <a:lstStyle/>
        <a:p>
          <a:endParaRPr lang="en-IN"/>
        </a:p>
      </dgm:t>
    </dgm:pt>
    <dgm:pt modelId="{44DC7C64-B7D1-40AE-9933-0EF43561A41C}" type="sibTrans" cxnId="{9DF92ACC-4AFB-43EA-AC96-10D4AF7658BE}">
      <dgm:prSet/>
      <dgm:spPr/>
      <dgm:t>
        <a:bodyPr/>
        <a:lstStyle/>
        <a:p>
          <a:endParaRPr lang="en-IN"/>
        </a:p>
      </dgm:t>
    </dgm:pt>
    <dgm:pt modelId="{0E5E2C0F-DF28-4F03-804C-E3DFED9CCBA2}">
      <dgm:prSet/>
      <dgm:spPr/>
      <dgm:t>
        <a:bodyPr/>
        <a:lstStyle/>
        <a:p>
          <a:pPr rtl="0"/>
          <a:r>
            <a:rPr lang="en-US">
              <a:latin typeface="Google"/>
            </a:rPr>
            <a:t>No Architectural Modifications: Maintains the model’s original structure. </a:t>
          </a:r>
          <a:endParaRPr lang="en-IN">
            <a:latin typeface="Google"/>
          </a:endParaRPr>
        </a:p>
      </dgm:t>
    </dgm:pt>
    <dgm:pt modelId="{5919AB62-D112-458C-AAF3-2D12FD05F42F}" type="parTrans" cxnId="{6E771E74-01C1-4D3E-9B26-C39DD79E195C}">
      <dgm:prSet/>
      <dgm:spPr/>
      <dgm:t>
        <a:bodyPr/>
        <a:lstStyle/>
        <a:p>
          <a:endParaRPr lang="en-IN"/>
        </a:p>
      </dgm:t>
    </dgm:pt>
    <dgm:pt modelId="{C4325692-1EB5-4FA2-8D05-5FC32B93BAB4}" type="sibTrans" cxnId="{6E771E74-01C1-4D3E-9B26-C39DD79E195C}">
      <dgm:prSet/>
      <dgm:spPr/>
      <dgm:t>
        <a:bodyPr/>
        <a:lstStyle/>
        <a:p>
          <a:endParaRPr lang="en-IN"/>
        </a:p>
      </dgm:t>
    </dgm:pt>
    <dgm:pt modelId="{4DB06E5B-B75F-40DC-ABD7-4F597A9032BF}">
      <dgm:prSet/>
      <dgm:spPr/>
      <dgm:t>
        <a:bodyPr/>
        <a:lstStyle/>
        <a:p>
          <a:pPr rtl="0"/>
          <a:r>
            <a:rPr lang="en-US">
              <a:latin typeface="Google"/>
            </a:rPr>
            <a:t>Better Performance on Large Datasets: Ideal when extensive labeled data is available. </a:t>
          </a:r>
          <a:endParaRPr lang="en-IN">
            <a:latin typeface="Google"/>
          </a:endParaRPr>
        </a:p>
      </dgm:t>
    </dgm:pt>
    <dgm:pt modelId="{001AD25B-20A7-4ADC-8962-6B52A1B9A32D}" type="parTrans" cxnId="{21D7A754-700E-4512-82DE-1C9CD682D3F6}">
      <dgm:prSet/>
      <dgm:spPr/>
      <dgm:t>
        <a:bodyPr/>
        <a:lstStyle/>
        <a:p>
          <a:endParaRPr lang="en-IN"/>
        </a:p>
      </dgm:t>
    </dgm:pt>
    <dgm:pt modelId="{5258065A-9DC1-424A-89A7-117303D34C75}" type="sibTrans" cxnId="{21D7A754-700E-4512-82DE-1C9CD682D3F6}">
      <dgm:prSet/>
      <dgm:spPr/>
      <dgm:t>
        <a:bodyPr/>
        <a:lstStyle/>
        <a:p>
          <a:endParaRPr lang="en-IN"/>
        </a:p>
      </dgm:t>
    </dgm:pt>
    <dgm:pt modelId="{A2821D8D-CFBF-4341-BBC8-334D39A74030}">
      <dgm:prSet/>
      <dgm:spPr/>
      <dgm:t>
        <a:bodyPr/>
        <a:lstStyle/>
        <a:p>
          <a:pPr rtl="0"/>
          <a:r>
            <a:rPr lang="en-US">
              <a:latin typeface="Google"/>
            </a:rPr>
            <a:t>Disadvantages </a:t>
          </a:r>
          <a:endParaRPr lang="en-IN">
            <a:latin typeface="Google"/>
          </a:endParaRPr>
        </a:p>
      </dgm:t>
    </dgm:pt>
    <dgm:pt modelId="{EAB8AAE7-9206-4C0F-88F5-062DCE7F5702}" type="parTrans" cxnId="{86F2CFF0-30F0-4EC3-BC63-67439D4DEAC9}">
      <dgm:prSet/>
      <dgm:spPr/>
      <dgm:t>
        <a:bodyPr/>
        <a:lstStyle/>
        <a:p>
          <a:endParaRPr lang="en-IN"/>
        </a:p>
      </dgm:t>
    </dgm:pt>
    <dgm:pt modelId="{A99B6026-68EC-4763-B90A-2CB1FECBCB03}" type="sibTrans" cxnId="{86F2CFF0-30F0-4EC3-BC63-67439D4DEAC9}">
      <dgm:prSet/>
      <dgm:spPr/>
      <dgm:t>
        <a:bodyPr/>
        <a:lstStyle/>
        <a:p>
          <a:endParaRPr lang="en-IN"/>
        </a:p>
      </dgm:t>
    </dgm:pt>
    <dgm:pt modelId="{C9943417-6ABD-41A6-ACBE-700ECEB41714}">
      <dgm:prSet/>
      <dgm:spPr/>
      <dgm:t>
        <a:bodyPr/>
        <a:lstStyle/>
        <a:p>
          <a:pPr rtl="0"/>
          <a:r>
            <a:rPr lang="en-US">
              <a:latin typeface="Google"/>
            </a:rPr>
            <a:t>High Computational Cost: Requires significant GPU/TPU resources and storage. </a:t>
          </a:r>
          <a:endParaRPr lang="en-IN">
            <a:latin typeface="Google"/>
          </a:endParaRPr>
        </a:p>
      </dgm:t>
    </dgm:pt>
    <dgm:pt modelId="{CAF1D298-04C5-4CF8-9BF2-77E1EA7BBE5B}" type="parTrans" cxnId="{FFEFC5C9-73A2-47B5-A191-9D59C2EE3B23}">
      <dgm:prSet/>
      <dgm:spPr/>
      <dgm:t>
        <a:bodyPr/>
        <a:lstStyle/>
        <a:p>
          <a:endParaRPr lang="en-IN"/>
        </a:p>
      </dgm:t>
    </dgm:pt>
    <dgm:pt modelId="{CA0268D6-DE52-40B9-B906-BBAF06F594C3}" type="sibTrans" cxnId="{FFEFC5C9-73A2-47B5-A191-9D59C2EE3B23}">
      <dgm:prSet/>
      <dgm:spPr/>
      <dgm:t>
        <a:bodyPr/>
        <a:lstStyle/>
        <a:p>
          <a:endParaRPr lang="en-IN"/>
        </a:p>
      </dgm:t>
    </dgm:pt>
    <dgm:pt modelId="{F4C581D6-E097-4393-8420-EC2B08EF0C35}">
      <dgm:prSet/>
      <dgm:spPr/>
      <dgm:t>
        <a:bodyPr/>
        <a:lstStyle/>
        <a:p>
          <a:pPr rtl="0"/>
          <a:r>
            <a:rPr lang="en-US">
              <a:latin typeface="Google"/>
            </a:rPr>
            <a:t>Catastrophic Forgetting: May lose knowledge from pre-training. </a:t>
          </a:r>
          <a:endParaRPr lang="en-IN">
            <a:latin typeface="Google"/>
          </a:endParaRPr>
        </a:p>
      </dgm:t>
    </dgm:pt>
    <dgm:pt modelId="{61DD866D-1606-44BA-9313-21205AB45F7F}" type="parTrans" cxnId="{0C940094-322C-4769-A90E-510C2A782C1E}">
      <dgm:prSet/>
      <dgm:spPr/>
      <dgm:t>
        <a:bodyPr/>
        <a:lstStyle/>
        <a:p>
          <a:endParaRPr lang="en-IN"/>
        </a:p>
      </dgm:t>
    </dgm:pt>
    <dgm:pt modelId="{637815E7-1E22-45AA-824C-3D4B50F0336E}" type="sibTrans" cxnId="{0C940094-322C-4769-A90E-510C2A782C1E}">
      <dgm:prSet/>
      <dgm:spPr/>
      <dgm:t>
        <a:bodyPr/>
        <a:lstStyle/>
        <a:p>
          <a:endParaRPr lang="en-IN"/>
        </a:p>
      </dgm:t>
    </dgm:pt>
    <dgm:pt modelId="{DCA37B11-CD0E-4364-9DB3-DE17686978DF}">
      <dgm:prSet/>
      <dgm:spPr/>
      <dgm:t>
        <a:bodyPr/>
        <a:lstStyle/>
        <a:p>
          <a:pPr rtl="0"/>
          <a:r>
            <a:rPr lang="en-US">
              <a:latin typeface="Google"/>
            </a:rPr>
            <a:t>Inefficient for Multi-Task Learning: Requires retraining for each new task.</a:t>
          </a:r>
          <a:endParaRPr lang="en-IN">
            <a:latin typeface="Google"/>
          </a:endParaRPr>
        </a:p>
      </dgm:t>
    </dgm:pt>
    <dgm:pt modelId="{0F341B3A-8340-4CFD-ADF4-5ADF942849EA}" type="parTrans" cxnId="{C0A8ABDC-7FCE-467F-A4FC-9F6AFB5C4746}">
      <dgm:prSet/>
      <dgm:spPr/>
      <dgm:t>
        <a:bodyPr/>
        <a:lstStyle/>
        <a:p>
          <a:endParaRPr lang="en-IN"/>
        </a:p>
      </dgm:t>
    </dgm:pt>
    <dgm:pt modelId="{56C7037C-E5C0-4423-AE69-AE93D025AB62}" type="sibTrans" cxnId="{C0A8ABDC-7FCE-467F-A4FC-9F6AFB5C4746}">
      <dgm:prSet/>
      <dgm:spPr/>
      <dgm:t>
        <a:bodyPr/>
        <a:lstStyle/>
        <a:p>
          <a:endParaRPr lang="en-IN"/>
        </a:p>
      </dgm:t>
    </dgm:pt>
    <dgm:pt modelId="{6C5D45CA-FC5E-4BE2-A1C9-199094BDB82C}" type="pres">
      <dgm:prSet presAssocID="{9935DFA7-8D00-495E-9BB1-4EBAC6A3BE78}" presName="linear" presStyleCnt="0">
        <dgm:presLayoutVars>
          <dgm:animLvl val="lvl"/>
          <dgm:resizeHandles val="exact"/>
        </dgm:presLayoutVars>
      </dgm:prSet>
      <dgm:spPr/>
    </dgm:pt>
    <dgm:pt modelId="{9E133857-7D68-4E3E-BC70-7967A72A4A03}" type="pres">
      <dgm:prSet presAssocID="{203E9821-1456-445D-8B86-E264AA342537}" presName="parentText" presStyleLbl="node1" presStyleIdx="0" presStyleCnt="3">
        <dgm:presLayoutVars>
          <dgm:chMax val="0"/>
          <dgm:bulletEnabled val="1"/>
        </dgm:presLayoutVars>
      </dgm:prSet>
      <dgm:spPr/>
    </dgm:pt>
    <dgm:pt modelId="{868D4899-E2C7-42B7-BB80-9BF94FA8A9F7}" type="pres">
      <dgm:prSet presAssocID="{7530A40A-62BC-4AF2-A38F-6553A4C4B847}" presName="spacer" presStyleCnt="0"/>
      <dgm:spPr/>
    </dgm:pt>
    <dgm:pt modelId="{94F189BA-56CA-4CD0-BF03-47A5AB1F2ADA}" type="pres">
      <dgm:prSet presAssocID="{4B4A96A5-F9D2-4017-8B2E-79F746E69333}" presName="parentText" presStyleLbl="node1" presStyleIdx="1" presStyleCnt="3">
        <dgm:presLayoutVars>
          <dgm:chMax val="0"/>
          <dgm:bulletEnabled val="1"/>
        </dgm:presLayoutVars>
      </dgm:prSet>
      <dgm:spPr/>
    </dgm:pt>
    <dgm:pt modelId="{44EBB2D8-997C-4F2E-900A-2D26B6C43D68}" type="pres">
      <dgm:prSet presAssocID="{4B4A96A5-F9D2-4017-8B2E-79F746E69333}" presName="childText" presStyleLbl="revTx" presStyleIdx="0" presStyleCnt="2">
        <dgm:presLayoutVars>
          <dgm:bulletEnabled val="1"/>
        </dgm:presLayoutVars>
      </dgm:prSet>
      <dgm:spPr/>
    </dgm:pt>
    <dgm:pt modelId="{BC43526C-A577-46C0-B921-7F6B2A142B2A}" type="pres">
      <dgm:prSet presAssocID="{A2821D8D-CFBF-4341-BBC8-334D39A74030}" presName="parentText" presStyleLbl="node1" presStyleIdx="2" presStyleCnt="3">
        <dgm:presLayoutVars>
          <dgm:chMax val="0"/>
          <dgm:bulletEnabled val="1"/>
        </dgm:presLayoutVars>
      </dgm:prSet>
      <dgm:spPr/>
    </dgm:pt>
    <dgm:pt modelId="{32BF98B2-4E98-4454-9205-0279549A5A70}" type="pres">
      <dgm:prSet presAssocID="{A2821D8D-CFBF-4341-BBC8-334D39A74030}" presName="childText" presStyleLbl="revTx" presStyleIdx="1" presStyleCnt="2">
        <dgm:presLayoutVars>
          <dgm:bulletEnabled val="1"/>
        </dgm:presLayoutVars>
      </dgm:prSet>
      <dgm:spPr/>
    </dgm:pt>
  </dgm:ptLst>
  <dgm:cxnLst>
    <dgm:cxn modelId="{B4124112-819B-4741-AB8D-E8A8E0EAC3CF}" type="presOf" srcId="{203E9821-1456-445D-8B86-E264AA342537}" destId="{9E133857-7D68-4E3E-BC70-7967A72A4A03}" srcOrd="0" destOrd="0" presId="urn:microsoft.com/office/officeart/2005/8/layout/vList2"/>
    <dgm:cxn modelId="{D49A4217-50F7-4B6F-9C9A-DA1E37EE6839}" type="presOf" srcId="{C9943417-6ABD-41A6-ACBE-700ECEB41714}" destId="{32BF98B2-4E98-4454-9205-0279549A5A70}" srcOrd="0" destOrd="0" presId="urn:microsoft.com/office/officeart/2005/8/layout/vList2"/>
    <dgm:cxn modelId="{8D4BD52D-1A36-4A20-9949-857F195E1C6D}" type="presOf" srcId="{0E5E2C0F-DF28-4F03-804C-E3DFED9CCBA2}" destId="{44EBB2D8-997C-4F2E-900A-2D26B6C43D68}" srcOrd="0" destOrd="1" presId="urn:microsoft.com/office/officeart/2005/8/layout/vList2"/>
    <dgm:cxn modelId="{A3664D38-B918-4712-B877-BAEE0168451B}" type="presOf" srcId="{A2821D8D-CFBF-4341-BBC8-334D39A74030}" destId="{BC43526C-A577-46C0-B921-7F6B2A142B2A}" srcOrd="0" destOrd="0" presId="urn:microsoft.com/office/officeart/2005/8/layout/vList2"/>
    <dgm:cxn modelId="{D4680140-58D5-4C6D-B13F-E6259A353B98}" type="presOf" srcId="{F4C581D6-E097-4393-8420-EC2B08EF0C35}" destId="{32BF98B2-4E98-4454-9205-0279549A5A70}" srcOrd="0" destOrd="1" presId="urn:microsoft.com/office/officeart/2005/8/layout/vList2"/>
    <dgm:cxn modelId="{1715B645-346E-4FAF-A1CE-8530CE7FF6D9}" srcId="{9935DFA7-8D00-495E-9BB1-4EBAC6A3BE78}" destId="{4B4A96A5-F9D2-4017-8B2E-79F746E69333}" srcOrd="1" destOrd="0" parTransId="{32B2CC9B-C934-44A8-BFEC-943DB42A85E7}" sibTransId="{D846D28F-674C-44D6-A06E-DE42EF83FB26}"/>
    <dgm:cxn modelId="{F1A88069-C382-4832-BA35-D5D4BBDEB755}" type="presOf" srcId="{9935DFA7-8D00-495E-9BB1-4EBAC6A3BE78}" destId="{6C5D45CA-FC5E-4BE2-A1C9-199094BDB82C}" srcOrd="0" destOrd="0" presId="urn:microsoft.com/office/officeart/2005/8/layout/vList2"/>
    <dgm:cxn modelId="{C559E973-5E40-4DBE-AC7B-0B3C69586707}" type="presOf" srcId="{4DB06E5B-B75F-40DC-ABD7-4F597A9032BF}" destId="{44EBB2D8-997C-4F2E-900A-2D26B6C43D68}" srcOrd="0" destOrd="2" presId="urn:microsoft.com/office/officeart/2005/8/layout/vList2"/>
    <dgm:cxn modelId="{6E771E74-01C1-4D3E-9B26-C39DD79E195C}" srcId="{4B4A96A5-F9D2-4017-8B2E-79F746E69333}" destId="{0E5E2C0F-DF28-4F03-804C-E3DFED9CCBA2}" srcOrd="1" destOrd="0" parTransId="{5919AB62-D112-458C-AAF3-2D12FD05F42F}" sibTransId="{C4325692-1EB5-4FA2-8D05-5FC32B93BAB4}"/>
    <dgm:cxn modelId="{21D7A754-700E-4512-82DE-1C9CD682D3F6}" srcId="{4B4A96A5-F9D2-4017-8B2E-79F746E69333}" destId="{4DB06E5B-B75F-40DC-ABD7-4F597A9032BF}" srcOrd="2" destOrd="0" parTransId="{001AD25B-20A7-4ADC-8962-6B52A1B9A32D}" sibTransId="{5258065A-9DC1-424A-89A7-117303D34C75}"/>
    <dgm:cxn modelId="{12359E85-D3F8-485D-8194-40B0F8A4E524}" type="presOf" srcId="{4B4A96A5-F9D2-4017-8B2E-79F746E69333}" destId="{94F189BA-56CA-4CD0-BF03-47A5AB1F2ADA}" srcOrd="0" destOrd="0" presId="urn:microsoft.com/office/officeart/2005/8/layout/vList2"/>
    <dgm:cxn modelId="{0C940094-322C-4769-A90E-510C2A782C1E}" srcId="{A2821D8D-CFBF-4341-BBC8-334D39A74030}" destId="{F4C581D6-E097-4393-8420-EC2B08EF0C35}" srcOrd="1" destOrd="0" parTransId="{61DD866D-1606-44BA-9313-21205AB45F7F}" sibTransId="{637815E7-1E22-45AA-824C-3D4B50F0336E}"/>
    <dgm:cxn modelId="{5E8172AF-C6E2-45F1-869A-2D797049E75F}" srcId="{9935DFA7-8D00-495E-9BB1-4EBAC6A3BE78}" destId="{203E9821-1456-445D-8B86-E264AA342537}" srcOrd="0" destOrd="0" parTransId="{14251636-68D3-4AAE-BB1A-FFE5BF939AC5}" sibTransId="{7530A40A-62BC-4AF2-A38F-6553A4C4B847}"/>
    <dgm:cxn modelId="{2D921CB1-9E48-4294-94C6-2E16D775C999}" type="presOf" srcId="{DCA37B11-CD0E-4364-9DB3-DE17686978DF}" destId="{32BF98B2-4E98-4454-9205-0279549A5A70}" srcOrd="0" destOrd="2" presId="urn:microsoft.com/office/officeart/2005/8/layout/vList2"/>
    <dgm:cxn modelId="{FFEFC5C9-73A2-47B5-A191-9D59C2EE3B23}" srcId="{A2821D8D-CFBF-4341-BBC8-334D39A74030}" destId="{C9943417-6ABD-41A6-ACBE-700ECEB41714}" srcOrd="0" destOrd="0" parTransId="{CAF1D298-04C5-4CF8-9BF2-77E1EA7BBE5B}" sibTransId="{CA0268D6-DE52-40B9-B906-BBAF06F594C3}"/>
    <dgm:cxn modelId="{9DF92ACC-4AFB-43EA-AC96-10D4AF7658BE}" srcId="{4B4A96A5-F9D2-4017-8B2E-79F746E69333}" destId="{BF74D24D-3195-4BC8-B4DF-B0029AECFD87}" srcOrd="0" destOrd="0" parTransId="{1DCA96F4-9073-43C7-992D-B84BA21FD1F5}" sibTransId="{44DC7C64-B7D1-40AE-9933-0EF43561A41C}"/>
    <dgm:cxn modelId="{06E989D7-8061-4D68-8DDF-FBF09F776F35}" type="presOf" srcId="{BF74D24D-3195-4BC8-B4DF-B0029AECFD87}" destId="{44EBB2D8-997C-4F2E-900A-2D26B6C43D68}" srcOrd="0" destOrd="0" presId="urn:microsoft.com/office/officeart/2005/8/layout/vList2"/>
    <dgm:cxn modelId="{C0A8ABDC-7FCE-467F-A4FC-9F6AFB5C4746}" srcId="{A2821D8D-CFBF-4341-BBC8-334D39A74030}" destId="{DCA37B11-CD0E-4364-9DB3-DE17686978DF}" srcOrd="2" destOrd="0" parTransId="{0F341B3A-8340-4CFD-ADF4-5ADF942849EA}" sibTransId="{56C7037C-E5C0-4423-AE69-AE93D025AB62}"/>
    <dgm:cxn modelId="{86F2CFF0-30F0-4EC3-BC63-67439D4DEAC9}" srcId="{9935DFA7-8D00-495E-9BB1-4EBAC6A3BE78}" destId="{A2821D8D-CFBF-4341-BBC8-334D39A74030}" srcOrd="2" destOrd="0" parTransId="{EAB8AAE7-9206-4C0F-88F5-062DCE7F5702}" sibTransId="{A99B6026-68EC-4763-B90A-2CB1FECBCB03}"/>
    <dgm:cxn modelId="{E881BC59-B43B-4040-A776-61F4111E91DD}" type="presParOf" srcId="{6C5D45CA-FC5E-4BE2-A1C9-199094BDB82C}" destId="{9E133857-7D68-4E3E-BC70-7967A72A4A03}" srcOrd="0" destOrd="0" presId="urn:microsoft.com/office/officeart/2005/8/layout/vList2"/>
    <dgm:cxn modelId="{8D368034-A2A5-4C06-B82C-180F48DFDD8A}" type="presParOf" srcId="{6C5D45CA-FC5E-4BE2-A1C9-199094BDB82C}" destId="{868D4899-E2C7-42B7-BB80-9BF94FA8A9F7}" srcOrd="1" destOrd="0" presId="urn:microsoft.com/office/officeart/2005/8/layout/vList2"/>
    <dgm:cxn modelId="{FE443B05-7DD8-4A17-8B01-0879585DB0B7}" type="presParOf" srcId="{6C5D45CA-FC5E-4BE2-A1C9-199094BDB82C}" destId="{94F189BA-56CA-4CD0-BF03-47A5AB1F2ADA}" srcOrd="2" destOrd="0" presId="urn:microsoft.com/office/officeart/2005/8/layout/vList2"/>
    <dgm:cxn modelId="{1D58A477-7D16-49FE-8A84-A5C59268A014}" type="presParOf" srcId="{6C5D45CA-FC5E-4BE2-A1C9-199094BDB82C}" destId="{44EBB2D8-997C-4F2E-900A-2D26B6C43D68}" srcOrd="3" destOrd="0" presId="urn:microsoft.com/office/officeart/2005/8/layout/vList2"/>
    <dgm:cxn modelId="{F6D0CD42-8CF6-4A6F-9B4B-E34094BC4038}" type="presParOf" srcId="{6C5D45CA-FC5E-4BE2-A1C9-199094BDB82C}" destId="{BC43526C-A577-46C0-B921-7F6B2A142B2A}" srcOrd="4" destOrd="0" presId="urn:microsoft.com/office/officeart/2005/8/layout/vList2"/>
    <dgm:cxn modelId="{269315F5-5B65-4EB7-A308-8BB730C2325A}" type="presParOf" srcId="{6C5D45CA-FC5E-4BE2-A1C9-199094BDB82C}" destId="{32BF98B2-4E98-4454-9205-0279549A5A7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36071-72AF-4540-95BA-DB1FA9530162}" type="doc">
      <dgm:prSet loTypeId="urn:microsoft.com/office/officeart/2005/8/layout/vList2" loCatId="list" qsTypeId="urn:microsoft.com/office/officeart/2005/8/quickstyle/simple4" qsCatId="simple" csTypeId="urn:microsoft.com/office/officeart/2005/8/colors/accent2_2" csCatId="accent2" phldr="1"/>
      <dgm:spPr/>
      <dgm:t>
        <a:bodyPr/>
        <a:lstStyle/>
        <a:p>
          <a:endParaRPr lang="en-IN"/>
        </a:p>
      </dgm:t>
    </dgm:pt>
    <dgm:pt modelId="{46D740B6-C299-450E-831E-BEE82A52C0E1}">
      <dgm:prSet/>
      <dgm:spPr/>
      <dgm:t>
        <a:bodyPr/>
        <a:lstStyle/>
        <a:p>
          <a:pPr rtl="0"/>
          <a:r>
            <a:rPr lang="en-US">
              <a:latin typeface="Google"/>
            </a:rPr>
            <a:t>Parameter-Efficient Fine-Tuning (PEFT) optimizes adaptation by modifying a smaller set of parameters while keeping the majority of the model frozen. Common PEFT techniques include</a:t>
          </a:r>
          <a:endParaRPr lang="en-IN">
            <a:latin typeface="Google"/>
          </a:endParaRPr>
        </a:p>
      </dgm:t>
    </dgm:pt>
    <dgm:pt modelId="{98CBA38A-3D4C-476C-BDB2-3A2F0333C9C7}" type="parTrans" cxnId="{C3D2D78F-13FE-42A9-89D7-7D9323BE1DE2}">
      <dgm:prSet/>
      <dgm:spPr/>
      <dgm:t>
        <a:bodyPr/>
        <a:lstStyle/>
        <a:p>
          <a:endParaRPr lang="en-IN"/>
        </a:p>
      </dgm:t>
    </dgm:pt>
    <dgm:pt modelId="{E74226B6-FF2E-4F60-8E31-F7B16B4A3405}" type="sibTrans" cxnId="{C3D2D78F-13FE-42A9-89D7-7D9323BE1DE2}">
      <dgm:prSet/>
      <dgm:spPr/>
      <dgm:t>
        <a:bodyPr/>
        <a:lstStyle/>
        <a:p>
          <a:endParaRPr lang="en-IN"/>
        </a:p>
      </dgm:t>
    </dgm:pt>
    <dgm:pt modelId="{06B91C24-7BC8-4418-AB40-4C114C4BF478}">
      <dgm:prSet/>
      <dgm:spPr/>
      <dgm:t>
        <a:bodyPr/>
        <a:lstStyle/>
        <a:p>
          <a:pPr rtl="0"/>
          <a:r>
            <a:rPr lang="en-IN">
              <a:latin typeface="Google"/>
            </a:rPr>
            <a:t>LoRA (Low-Rank Adaptation) – Introduces trainable low-rank matrices. </a:t>
          </a:r>
        </a:p>
      </dgm:t>
    </dgm:pt>
    <dgm:pt modelId="{6ADC53D8-5356-471F-A752-686CD38194E4}" type="parTrans" cxnId="{0830B724-9FF3-4C8D-8856-294E11AFF21F}">
      <dgm:prSet/>
      <dgm:spPr/>
      <dgm:t>
        <a:bodyPr/>
        <a:lstStyle/>
        <a:p>
          <a:endParaRPr lang="en-IN"/>
        </a:p>
      </dgm:t>
    </dgm:pt>
    <dgm:pt modelId="{E0083467-650B-49F7-8665-759F93FE1A45}" type="sibTrans" cxnId="{0830B724-9FF3-4C8D-8856-294E11AFF21F}">
      <dgm:prSet/>
      <dgm:spPr/>
      <dgm:t>
        <a:bodyPr/>
        <a:lstStyle/>
        <a:p>
          <a:endParaRPr lang="en-IN"/>
        </a:p>
      </dgm:t>
    </dgm:pt>
    <dgm:pt modelId="{5A094C26-1C7F-4EBD-A2B5-7655F8759739}">
      <dgm:prSet/>
      <dgm:spPr/>
      <dgm:t>
        <a:bodyPr/>
        <a:lstStyle/>
        <a:p>
          <a:pPr rtl="0"/>
          <a:r>
            <a:rPr lang="en-IN">
              <a:latin typeface="Google"/>
            </a:rPr>
            <a:t>IA3 (Infused Adapter-Attention) – Modifies activations using learned scaling factors. </a:t>
          </a:r>
        </a:p>
      </dgm:t>
    </dgm:pt>
    <dgm:pt modelId="{38F88B1A-C28F-474E-9063-82B976DBF510}" type="parTrans" cxnId="{E02F675F-D943-40ED-937C-9DE3527F2AFE}">
      <dgm:prSet/>
      <dgm:spPr/>
      <dgm:t>
        <a:bodyPr/>
        <a:lstStyle/>
        <a:p>
          <a:endParaRPr lang="en-IN"/>
        </a:p>
      </dgm:t>
    </dgm:pt>
    <dgm:pt modelId="{104DFDE3-8696-4245-AE11-62BCEB5DFC61}" type="sibTrans" cxnId="{E02F675F-D943-40ED-937C-9DE3527F2AFE}">
      <dgm:prSet/>
      <dgm:spPr/>
      <dgm:t>
        <a:bodyPr/>
        <a:lstStyle/>
        <a:p>
          <a:endParaRPr lang="en-IN"/>
        </a:p>
      </dgm:t>
    </dgm:pt>
    <dgm:pt modelId="{B095DC58-7292-4478-91E2-943C8A87547E}">
      <dgm:prSet/>
      <dgm:spPr/>
      <dgm:t>
        <a:bodyPr/>
        <a:lstStyle/>
        <a:p>
          <a:pPr rtl="0"/>
          <a:r>
            <a:rPr lang="en-IN">
              <a:latin typeface="Google"/>
            </a:rPr>
            <a:t>Adapters – Introduces small task-specific layers between transformer layers. </a:t>
          </a:r>
        </a:p>
      </dgm:t>
    </dgm:pt>
    <dgm:pt modelId="{5032B562-33FC-4BA8-88ED-E643F150261E}" type="parTrans" cxnId="{300B51EC-4581-4FF0-83AA-A3CB2DD25F71}">
      <dgm:prSet/>
      <dgm:spPr/>
      <dgm:t>
        <a:bodyPr/>
        <a:lstStyle/>
        <a:p>
          <a:endParaRPr lang="en-IN"/>
        </a:p>
      </dgm:t>
    </dgm:pt>
    <dgm:pt modelId="{B5EE5103-95F4-4E0F-B6C4-8556FEBDF6A9}" type="sibTrans" cxnId="{300B51EC-4581-4FF0-83AA-A3CB2DD25F71}">
      <dgm:prSet/>
      <dgm:spPr/>
      <dgm:t>
        <a:bodyPr/>
        <a:lstStyle/>
        <a:p>
          <a:endParaRPr lang="en-IN"/>
        </a:p>
      </dgm:t>
    </dgm:pt>
    <dgm:pt modelId="{ADD67E03-1011-4847-8718-EF18A0835E25}">
      <dgm:prSet/>
      <dgm:spPr/>
      <dgm:t>
        <a:bodyPr/>
        <a:lstStyle/>
        <a:p>
          <a:pPr rtl="0"/>
          <a:r>
            <a:rPr lang="en-IN">
              <a:latin typeface="Google"/>
            </a:rPr>
            <a:t>Prefix Tuning – Optimizes continuous prompts instead of modifying weights.</a:t>
          </a:r>
        </a:p>
      </dgm:t>
    </dgm:pt>
    <dgm:pt modelId="{554A396E-0A37-46D8-963A-55D8D82FE174}" type="parTrans" cxnId="{7F5C4116-B170-4EEC-A831-C0D6CC2EEA9F}">
      <dgm:prSet/>
      <dgm:spPr/>
      <dgm:t>
        <a:bodyPr/>
        <a:lstStyle/>
        <a:p>
          <a:endParaRPr lang="en-IN"/>
        </a:p>
      </dgm:t>
    </dgm:pt>
    <dgm:pt modelId="{2A57FFB9-4CC6-4A9A-A7F7-7DEBD03CA5B5}" type="sibTrans" cxnId="{7F5C4116-B170-4EEC-A831-C0D6CC2EEA9F}">
      <dgm:prSet/>
      <dgm:spPr/>
      <dgm:t>
        <a:bodyPr/>
        <a:lstStyle/>
        <a:p>
          <a:endParaRPr lang="en-IN"/>
        </a:p>
      </dgm:t>
    </dgm:pt>
    <dgm:pt modelId="{28AE7EE2-B58A-4194-8776-34E03C54D25D}">
      <dgm:prSet/>
      <dgm:spPr/>
      <dgm:t>
        <a:bodyPr/>
        <a:lstStyle/>
        <a:p>
          <a:pPr rtl="0"/>
          <a:endParaRPr lang="en-IN">
            <a:latin typeface="Google"/>
          </a:endParaRPr>
        </a:p>
      </dgm:t>
    </dgm:pt>
    <dgm:pt modelId="{77F585EF-59C1-47D7-855F-913E4D1F0E0B}" type="parTrans" cxnId="{B36A4832-23D5-47CB-93D8-8E46C0A85C07}">
      <dgm:prSet/>
      <dgm:spPr/>
      <dgm:t>
        <a:bodyPr/>
        <a:lstStyle/>
        <a:p>
          <a:endParaRPr lang="en-IN"/>
        </a:p>
      </dgm:t>
    </dgm:pt>
    <dgm:pt modelId="{648BEF5C-4B80-48E5-A035-35DA22CE9F00}" type="sibTrans" cxnId="{B36A4832-23D5-47CB-93D8-8E46C0A85C07}">
      <dgm:prSet/>
      <dgm:spPr/>
      <dgm:t>
        <a:bodyPr/>
        <a:lstStyle/>
        <a:p>
          <a:endParaRPr lang="en-IN"/>
        </a:p>
      </dgm:t>
    </dgm:pt>
    <dgm:pt modelId="{BC24ABBD-A4B9-425D-9756-B158102B80A4}" type="pres">
      <dgm:prSet presAssocID="{A6636071-72AF-4540-95BA-DB1FA9530162}" presName="linear" presStyleCnt="0">
        <dgm:presLayoutVars>
          <dgm:animLvl val="lvl"/>
          <dgm:resizeHandles val="exact"/>
        </dgm:presLayoutVars>
      </dgm:prSet>
      <dgm:spPr/>
    </dgm:pt>
    <dgm:pt modelId="{FBED8411-9DA2-4D4F-BCE8-9C5C5E02CD77}" type="pres">
      <dgm:prSet presAssocID="{46D740B6-C299-450E-831E-BEE82A52C0E1}" presName="parentText" presStyleLbl="node1" presStyleIdx="0" presStyleCnt="1">
        <dgm:presLayoutVars>
          <dgm:chMax val="0"/>
          <dgm:bulletEnabled val="1"/>
        </dgm:presLayoutVars>
      </dgm:prSet>
      <dgm:spPr/>
    </dgm:pt>
    <dgm:pt modelId="{CE89FD36-C461-4FF2-B325-8EC178CBAE20}" type="pres">
      <dgm:prSet presAssocID="{46D740B6-C299-450E-831E-BEE82A52C0E1}" presName="childText" presStyleLbl="revTx" presStyleIdx="0" presStyleCnt="1">
        <dgm:presLayoutVars>
          <dgm:bulletEnabled val="1"/>
        </dgm:presLayoutVars>
      </dgm:prSet>
      <dgm:spPr/>
    </dgm:pt>
  </dgm:ptLst>
  <dgm:cxnLst>
    <dgm:cxn modelId="{7F5C4116-B170-4EEC-A831-C0D6CC2EEA9F}" srcId="{46D740B6-C299-450E-831E-BEE82A52C0E1}" destId="{ADD67E03-1011-4847-8718-EF18A0835E25}" srcOrd="4" destOrd="0" parTransId="{554A396E-0A37-46D8-963A-55D8D82FE174}" sibTransId="{2A57FFB9-4CC6-4A9A-A7F7-7DEBD03CA5B5}"/>
    <dgm:cxn modelId="{37C7511B-F9C1-47FD-96AA-BCBCECCD407E}" type="presOf" srcId="{ADD67E03-1011-4847-8718-EF18A0835E25}" destId="{CE89FD36-C461-4FF2-B325-8EC178CBAE20}" srcOrd="0" destOrd="4" presId="urn:microsoft.com/office/officeart/2005/8/layout/vList2"/>
    <dgm:cxn modelId="{0830B724-9FF3-4C8D-8856-294E11AFF21F}" srcId="{46D740B6-C299-450E-831E-BEE82A52C0E1}" destId="{06B91C24-7BC8-4418-AB40-4C114C4BF478}" srcOrd="1" destOrd="0" parTransId="{6ADC53D8-5356-471F-A752-686CD38194E4}" sibTransId="{E0083467-650B-49F7-8665-759F93FE1A45}"/>
    <dgm:cxn modelId="{0D00452F-6F9C-4AAD-84F7-6C799EEC05BD}" type="presOf" srcId="{5A094C26-1C7F-4EBD-A2B5-7655F8759739}" destId="{CE89FD36-C461-4FF2-B325-8EC178CBAE20}" srcOrd="0" destOrd="2" presId="urn:microsoft.com/office/officeart/2005/8/layout/vList2"/>
    <dgm:cxn modelId="{8242E230-952D-427A-A9DF-EEE550897154}" type="presOf" srcId="{46D740B6-C299-450E-831E-BEE82A52C0E1}" destId="{FBED8411-9DA2-4D4F-BCE8-9C5C5E02CD77}" srcOrd="0" destOrd="0" presId="urn:microsoft.com/office/officeart/2005/8/layout/vList2"/>
    <dgm:cxn modelId="{B36A4832-23D5-47CB-93D8-8E46C0A85C07}" srcId="{46D740B6-C299-450E-831E-BEE82A52C0E1}" destId="{28AE7EE2-B58A-4194-8776-34E03C54D25D}" srcOrd="0" destOrd="0" parTransId="{77F585EF-59C1-47D7-855F-913E4D1F0E0B}" sibTransId="{648BEF5C-4B80-48E5-A035-35DA22CE9F00}"/>
    <dgm:cxn modelId="{E02F675F-D943-40ED-937C-9DE3527F2AFE}" srcId="{46D740B6-C299-450E-831E-BEE82A52C0E1}" destId="{5A094C26-1C7F-4EBD-A2B5-7655F8759739}" srcOrd="2" destOrd="0" parTransId="{38F88B1A-C28F-474E-9063-82B976DBF510}" sibTransId="{104DFDE3-8696-4245-AE11-62BCEB5DFC61}"/>
    <dgm:cxn modelId="{EB6E346B-87E1-4613-91F5-82ACD675B75D}" type="presOf" srcId="{28AE7EE2-B58A-4194-8776-34E03C54D25D}" destId="{CE89FD36-C461-4FF2-B325-8EC178CBAE20}" srcOrd="0" destOrd="0" presId="urn:microsoft.com/office/officeart/2005/8/layout/vList2"/>
    <dgm:cxn modelId="{AC09C176-F7D2-40A1-B475-BD6B69FE16BA}" type="presOf" srcId="{B095DC58-7292-4478-91E2-943C8A87547E}" destId="{CE89FD36-C461-4FF2-B325-8EC178CBAE20}" srcOrd="0" destOrd="3" presId="urn:microsoft.com/office/officeart/2005/8/layout/vList2"/>
    <dgm:cxn modelId="{C3D2D78F-13FE-42A9-89D7-7D9323BE1DE2}" srcId="{A6636071-72AF-4540-95BA-DB1FA9530162}" destId="{46D740B6-C299-450E-831E-BEE82A52C0E1}" srcOrd="0" destOrd="0" parTransId="{98CBA38A-3D4C-476C-BDB2-3A2F0333C9C7}" sibTransId="{E74226B6-FF2E-4F60-8E31-F7B16B4A3405}"/>
    <dgm:cxn modelId="{22AA23E8-4712-4D50-A01C-7EDB89D02D72}" type="presOf" srcId="{06B91C24-7BC8-4418-AB40-4C114C4BF478}" destId="{CE89FD36-C461-4FF2-B325-8EC178CBAE20}" srcOrd="0" destOrd="1" presId="urn:microsoft.com/office/officeart/2005/8/layout/vList2"/>
    <dgm:cxn modelId="{46B749EC-18CD-4081-B9A7-6D84B83E5FC3}" type="presOf" srcId="{A6636071-72AF-4540-95BA-DB1FA9530162}" destId="{BC24ABBD-A4B9-425D-9756-B158102B80A4}" srcOrd="0" destOrd="0" presId="urn:microsoft.com/office/officeart/2005/8/layout/vList2"/>
    <dgm:cxn modelId="{300B51EC-4581-4FF0-83AA-A3CB2DD25F71}" srcId="{46D740B6-C299-450E-831E-BEE82A52C0E1}" destId="{B095DC58-7292-4478-91E2-943C8A87547E}" srcOrd="3" destOrd="0" parTransId="{5032B562-33FC-4BA8-88ED-E643F150261E}" sibTransId="{B5EE5103-95F4-4E0F-B6C4-8556FEBDF6A9}"/>
    <dgm:cxn modelId="{1F8356F9-83F8-4673-8853-9B3F61D5CDB5}" type="presParOf" srcId="{BC24ABBD-A4B9-425D-9756-B158102B80A4}" destId="{FBED8411-9DA2-4D4F-BCE8-9C5C5E02CD77}" srcOrd="0" destOrd="0" presId="urn:microsoft.com/office/officeart/2005/8/layout/vList2"/>
    <dgm:cxn modelId="{49771B87-871F-4937-9425-3CCCAFCFACA8}" type="presParOf" srcId="{BC24ABBD-A4B9-425D-9756-B158102B80A4}" destId="{CE89FD36-C461-4FF2-B325-8EC178CBAE2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45530D-F288-40BD-907D-1E2A408CA89A}" type="doc">
      <dgm:prSet loTypeId="urn:microsoft.com/office/officeart/2005/8/layout/vList2" loCatId="list" qsTypeId="urn:microsoft.com/office/officeart/2005/8/quickstyle/simple5" qsCatId="simple" csTypeId="urn:microsoft.com/office/officeart/2005/8/colors/accent0_1" csCatId="mainScheme" phldr="1"/>
      <dgm:spPr/>
      <dgm:t>
        <a:bodyPr/>
        <a:lstStyle/>
        <a:p>
          <a:endParaRPr lang="en-IN"/>
        </a:p>
      </dgm:t>
    </dgm:pt>
    <dgm:pt modelId="{0D8D21D7-404D-4664-BE7D-6556942DCBAA}">
      <dgm:prSet custT="1"/>
      <dgm:spPr/>
      <dgm:t>
        <a:bodyPr/>
        <a:lstStyle/>
        <a:p>
          <a:pPr rtl="0"/>
          <a:r>
            <a:rPr lang="en-US" sz="2000" dirty="0">
              <a:latin typeface="Google"/>
            </a:rPr>
            <a:t>Use PEFT If: </a:t>
          </a:r>
          <a:endParaRPr lang="en-IN" sz="2000" dirty="0">
            <a:latin typeface="Google"/>
          </a:endParaRPr>
        </a:p>
      </dgm:t>
    </dgm:pt>
    <dgm:pt modelId="{341AB296-AEE5-4C58-945D-8C6F0BEB0F24}" type="parTrans" cxnId="{934DDF53-9194-481C-B3E9-EF64F906F70D}">
      <dgm:prSet/>
      <dgm:spPr/>
      <dgm:t>
        <a:bodyPr/>
        <a:lstStyle/>
        <a:p>
          <a:endParaRPr lang="en-IN"/>
        </a:p>
      </dgm:t>
    </dgm:pt>
    <dgm:pt modelId="{08ED5C54-0DAA-45DD-BC0A-2336BED3801B}" type="sibTrans" cxnId="{934DDF53-9194-481C-B3E9-EF64F906F70D}">
      <dgm:prSet/>
      <dgm:spPr/>
      <dgm:t>
        <a:bodyPr/>
        <a:lstStyle/>
        <a:p>
          <a:endParaRPr lang="en-IN"/>
        </a:p>
      </dgm:t>
    </dgm:pt>
    <dgm:pt modelId="{C386F01A-C515-4077-BC68-000FAAF1CF82}">
      <dgm:prSet custT="1"/>
      <dgm:spPr/>
      <dgm:t>
        <a:bodyPr/>
        <a:lstStyle/>
        <a:p>
          <a:pPr rtl="0"/>
          <a:r>
            <a:rPr lang="en-US" sz="2000" dirty="0">
              <a:latin typeface="Google"/>
            </a:rPr>
            <a:t>You have limited computational resources. </a:t>
          </a:r>
          <a:endParaRPr lang="en-IN" sz="2000" dirty="0">
            <a:latin typeface="Google"/>
          </a:endParaRPr>
        </a:p>
      </dgm:t>
    </dgm:pt>
    <dgm:pt modelId="{EDE819BD-3756-4D63-9204-BCAB9AD283D2}" type="parTrans" cxnId="{FBFBECC5-C8CE-45FB-8501-9931CD3897C2}">
      <dgm:prSet/>
      <dgm:spPr/>
      <dgm:t>
        <a:bodyPr/>
        <a:lstStyle/>
        <a:p>
          <a:endParaRPr lang="en-IN"/>
        </a:p>
      </dgm:t>
    </dgm:pt>
    <dgm:pt modelId="{4F958B93-04A1-428C-9630-8E181AF97811}" type="sibTrans" cxnId="{FBFBECC5-C8CE-45FB-8501-9931CD3897C2}">
      <dgm:prSet/>
      <dgm:spPr/>
      <dgm:t>
        <a:bodyPr/>
        <a:lstStyle/>
        <a:p>
          <a:endParaRPr lang="en-IN"/>
        </a:p>
      </dgm:t>
    </dgm:pt>
    <dgm:pt modelId="{963C47EC-7651-46E4-BDA3-2EFEE4A88C36}">
      <dgm:prSet custT="1"/>
      <dgm:spPr/>
      <dgm:t>
        <a:bodyPr/>
        <a:lstStyle/>
        <a:p>
          <a:pPr rtl="0"/>
          <a:r>
            <a:rPr lang="en-US" sz="2000">
              <a:latin typeface="Google"/>
            </a:rPr>
            <a:t>You need to fine-tune large models efficiently. </a:t>
          </a:r>
          <a:endParaRPr lang="en-IN" sz="2000">
            <a:latin typeface="Google"/>
          </a:endParaRPr>
        </a:p>
      </dgm:t>
    </dgm:pt>
    <dgm:pt modelId="{6D943BBD-1C73-41F4-8542-AA39BA25F088}" type="parTrans" cxnId="{67E87EEB-8EE9-4DDC-A44E-D0864E5A34F8}">
      <dgm:prSet/>
      <dgm:spPr/>
      <dgm:t>
        <a:bodyPr/>
        <a:lstStyle/>
        <a:p>
          <a:endParaRPr lang="en-IN"/>
        </a:p>
      </dgm:t>
    </dgm:pt>
    <dgm:pt modelId="{313A32DD-5C2D-47D6-BDB9-D7A766622294}" type="sibTrans" cxnId="{67E87EEB-8EE9-4DDC-A44E-D0864E5A34F8}">
      <dgm:prSet/>
      <dgm:spPr/>
      <dgm:t>
        <a:bodyPr/>
        <a:lstStyle/>
        <a:p>
          <a:endParaRPr lang="en-IN"/>
        </a:p>
      </dgm:t>
    </dgm:pt>
    <dgm:pt modelId="{1E27B8D4-D9A9-47EC-AE26-2F7181ADABEC}">
      <dgm:prSet custT="1"/>
      <dgm:spPr/>
      <dgm:t>
        <a:bodyPr/>
        <a:lstStyle/>
        <a:p>
          <a:pPr rtl="0"/>
          <a:r>
            <a:rPr lang="en-US" sz="2000">
              <a:latin typeface="Google"/>
            </a:rPr>
            <a:t>You are working on multi-task learning or transfer learning. </a:t>
          </a:r>
          <a:endParaRPr lang="en-IN" sz="2000">
            <a:latin typeface="Google"/>
          </a:endParaRPr>
        </a:p>
      </dgm:t>
    </dgm:pt>
    <dgm:pt modelId="{2E66D4E4-04B6-48A1-BD3A-B8750941FC8A}" type="parTrans" cxnId="{E835257E-4B90-4A4B-BE9F-4CE53F1CCCCB}">
      <dgm:prSet/>
      <dgm:spPr/>
      <dgm:t>
        <a:bodyPr/>
        <a:lstStyle/>
        <a:p>
          <a:endParaRPr lang="en-IN"/>
        </a:p>
      </dgm:t>
    </dgm:pt>
    <dgm:pt modelId="{0F13F3B3-621B-45F2-8035-F54B71226B28}" type="sibTrans" cxnId="{E835257E-4B90-4A4B-BE9F-4CE53F1CCCCB}">
      <dgm:prSet/>
      <dgm:spPr/>
      <dgm:t>
        <a:bodyPr/>
        <a:lstStyle/>
        <a:p>
          <a:endParaRPr lang="en-IN"/>
        </a:p>
      </dgm:t>
    </dgm:pt>
    <dgm:pt modelId="{8A638896-604C-47C0-B0B4-1ACD54C85F18}">
      <dgm:prSet custT="1"/>
      <dgm:spPr/>
      <dgm:t>
        <a:bodyPr/>
        <a:lstStyle/>
        <a:p>
          <a:pPr rtl="0"/>
          <a:r>
            <a:rPr lang="en-US" sz="2000" dirty="0">
              <a:latin typeface="Google"/>
            </a:rPr>
            <a:t>You want to retain knowledge from the pre-trained model while adapting to new tasks.</a:t>
          </a:r>
          <a:endParaRPr lang="en-IN" sz="2000" dirty="0">
            <a:latin typeface="Google"/>
          </a:endParaRPr>
        </a:p>
      </dgm:t>
    </dgm:pt>
    <dgm:pt modelId="{3BEDE0B0-1911-4679-BFC0-5801DACA8E7C}" type="parTrans" cxnId="{70E19E39-692F-4F3C-B0CD-5268D0B4E20E}">
      <dgm:prSet/>
      <dgm:spPr/>
      <dgm:t>
        <a:bodyPr/>
        <a:lstStyle/>
        <a:p>
          <a:endParaRPr lang="en-IN"/>
        </a:p>
      </dgm:t>
    </dgm:pt>
    <dgm:pt modelId="{91D8EBAA-E05C-47EE-BC4C-DF866C10B317}" type="sibTrans" cxnId="{70E19E39-692F-4F3C-B0CD-5268D0B4E20E}">
      <dgm:prSet/>
      <dgm:spPr/>
      <dgm:t>
        <a:bodyPr/>
        <a:lstStyle/>
        <a:p>
          <a:endParaRPr lang="en-IN"/>
        </a:p>
      </dgm:t>
    </dgm:pt>
    <dgm:pt modelId="{A90AF079-BBE7-4F25-B293-EBFE3D39EECC}">
      <dgm:prSet custT="1"/>
      <dgm:spPr/>
      <dgm:t>
        <a:bodyPr/>
        <a:lstStyle/>
        <a:p>
          <a:pPr rtl="0"/>
          <a:endParaRPr lang="en-IN" sz="2000" dirty="0">
            <a:latin typeface="Google"/>
          </a:endParaRPr>
        </a:p>
      </dgm:t>
    </dgm:pt>
    <dgm:pt modelId="{B9F7F0C4-9C25-4DA8-861D-3AD1069CB5BE}" type="parTrans" cxnId="{39D17F04-416B-44C6-B0B9-7654136840C8}">
      <dgm:prSet/>
      <dgm:spPr/>
      <dgm:t>
        <a:bodyPr/>
        <a:lstStyle/>
        <a:p>
          <a:endParaRPr lang="en-IN"/>
        </a:p>
      </dgm:t>
    </dgm:pt>
    <dgm:pt modelId="{E00DF93F-2167-41B9-B498-C9CD9A0E934C}" type="sibTrans" cxnId="{39D17F04-416B-44C6-B0B9-7654136840C8}">
      <dgm:prSet/>
      <dgm:spPr/>
      <dgm:t>
        <a:bodyPr/>
        <a:lstStyle/>
        <a:p>
          <a:endParaRPr lang="en-IN"/>
        </a:p>
      </dgm:t>
    </dgm:pt>
    <dgm:pt modelId="{8BC026E2-CE76-4469-88FE-36C334F56011}" type="pres">
      <dgm:prSet presAssocID="{8A45530D-F288-40BD-907D-1E2A408CA89A}" presName="linear" presStyleCnt="0">
        <dgm:presLayoutVars>
          <dgm:animLvl val="lvl"/>
          <dgm:resizeHandles val="exact"/>
        </dgm:presLayoutVars>
      </dgm:prSet>
      <dgm:spPr/>
    </dgm:pt>
    <dgm:pt modelId="{0A513B6A-FE7C-4BBF-8432-568C535A3BF3}" type="pres">
      <dgm:prSet presAssocID="{0D8D21D7-404D-4664-BE7D-6556942DCBAA}" presName="parentText" presStyleLbl="node1" presStyleIdx="0" presStyleCnt="1" custScaleY="72749">
        <dgm:presLayoutVars>
          <dgm:chMax val="0"/>
          <dgm:bulletEnabled val="1"/>
        </dgm:presLayoutVars>
      </dgm:prSet>
      <dgm:spPr/>
    </dgm:pt>
    <dgm:pt modelId="{1FC91C73-9207-4AD2-8D11-37F6677E6562}" type="pres">
      <dgm:prSet presAssocID="{0D8D21D7-404D-4664-BE7D-6556942DCBAA}" presName="childText" presStyleLbl="revTx" presStyleIdx="0" presStyleCnt="1">
        <dgm:presLayoutVars>
          <dgm:bulletEnabled val="1"/>
        </dgm:presLayoutVars>
      </dgm:prSet>
      <dgm:spPr/>
    </dgm:pt>
  </dgm:ptLst>
  <dgm:cxnLst>
    <dgm:cxn modelId="{39D17F04-416B-44C6-B0B9-7654136840C8}" srcId="{0D8D21D7-404D-4664-BE7D-6556942DCBAA}" destId="{A90AF079-BBE7-4F25-B293-EBFE3D39EECC}" srcOrd="0" destOrd="0" parTransId="{B9F7F0C4-9C25-4DA8-861D-3AD1069CB5BE}" sibTransId="{E00DF93F-2167-41B9-B498-C9CD9A0E934C}"/>
    <dgm:cxn modelId="{34D5BA32-765A-4630-9FCD-D006622FB653}" type="presOf" srcId="{0D8D21D7-404D-4664-BE7D-6556942DCBAA}" destId="{0A513B6A-FE7C-4BBF-8432-568C535A3BF3}" srcOrd="0" destOrd="0" presId="urn:microsoft.com/office/officeart/2005/8/layout/vList2"/>
    <dgm:cxn modelId="{70E19E39-692F-4F3C-B0CD-5268D0B4E20E}" srcId="{0D8D21D7-404D-4664-BE7D-6556942DCBAA}" destId="{8A638896-604C-47C0-B0B4-1ACD54C85F18}" srcOrd="4" destOrd="0" parTransId="{3BEDE0B0-1911-4679-BFC0-5801DACA8E7C}" sibTransId="{91D8EBAA-E05C-47EE-BC4C-DF866C10B317}"/>
    <dgm:cxn modelId="{B5C6FA3A-2340-416D-8FC4-72D78B26534E}" type="presOf" srcId="{1E27B8D4-D9A9-47EC-AE26-2F7181ADABEC}" destId="{1FC91C73-9207-4AD2-8D11-37F6677E6562}" srcOrd="0" destOrd="3" presId="urn:microsoft.com/office/officeart/2005/8/layout/vList2"/>
    <dgm:cxn modelId="{934DDF53-9194-481C-B3E9-EF64F906F70D}" srcId="{8A45530D-F288-40BD-907D-1E2A408CA89A}" destId="{0D8D21D7-404D-4664-BE7D-6556942DCBAA}" srcOrd="0" destOrd="0" parTransId="{341AB296-AEE5-4C58-945D-8C6F0BEB0F24}" sibTransId="{08ED5C54-0DAA-45DD-BC0A-2336BED3801B}"/>
    <dgm:cxn modelId="{E835257E-4B90-4A4B-BE9F-4CE53F1CCCCB}" srcId="{0D8D21D7-404D-4664-BE7D-6556942DCBAA}" destId="{1E27B8D4-D9A9-47EC-AE26-2F7181ADABEC}" srcOrd="3" destOrd="0" parTransId="{2E66D4E4-04B6-48A1-BD3A-B8750941FC8A}" sibTransId="{0F13F3B3-621B-45F2-8035-F54B71226B28}"/>
    <dgm:cxn modelId="{C5E84CB7-4512-4DE2-9049-CF8D1739825C}" type="presOf" srcId="{8A45530D-F288-40BD-907D-1E2A408CA89A}" destId="{8BC026E2-CE76-4469-88FE-36C334F56011}" srcOrd="0" destOrd="0" presId="urn:microsoft.com/office/officeart/2005/8/layout/vList2"/>
    <dgm:cxn modelId="{EB1677C0-3BF6-4B68-ABA4-5ED422D9D936}" type="presOf" srcId="{963C47EC-7651-46E4-BDA3-2EFEE4A88C36}" destId="{1FC91C73-9207-4AD2-8D11-37F6677E6562}" srcOrd="0" destOrd="2" presId="urn:microsoft.com/office/officeart/2005/8/layout/vList2"/>
    <dgm:cxn modelId="{FBFBECC5-C8CE-45FB-8501-9931CD3897C2}" srcId="{0D8D21D7-404D-4664-BE7D-6556942DCBAA}" destId="{C386F01A-C515-4077-BC68-000FAAF1CF82}" srcOrd="1" destOrd="0" parTransId="{EDE819BD-3756-4D63-9204-BCAB9AD283D2}" sibTransId="{4F958B93-04A1-428C-9630-8E181AF97811}"/>
    <dgm:cxn modelId="{0A1979CC-B987-4018-A79D-8FACADAF7B06}" type="presOf" srcId="{C386F01A-C515-4077-BC68-000FAAF1CF82}" destId="{1FC91C73-9207-4AD2-8D11-37F6677E6562}" srcOrd="0" destOrd="1" presId="urn:microsoft.com/office/officeart/2005/8/layout/vList2"/>
    <dgm:cxn modelId="{184EE2E7-41E1-461D-9812-AE91370169A9}" type="presOf" srcId="{8A638896-604C-47C0-B0B4-1ACD54C85F18}" destId="{1FC91C73-9207-4AD2-8D11-37F6677E6562}" srcOrd="0" destOrd="4" presId="urn:microsoft.com/office/officeart/2005/8/layout/vList2"/>
    <dgm:cxn modelId="{67E87EEB-8EE9-4DDC-A44E-D0864E5A34F8}" srcId="{0D8D21D7-404D-4664-BE7D-6556942DCBAA}" destId="{963C47EC-7651-46E4-BDA3-2EFEE4A88C36}" srcOrd="2" destOrd="0" parTransId="{6D943BBD-1C73-41F4-8542-AA39BA25F088}" sibTransId="{313A32DD-5C2D-47D6-BDB9-D7A766622294}"/>
    <dgm:cxn modelId="{5E3EAEF5-BB46-4E85-84A1-94B8F61BE87C}" type="presOf" srcId="{A90AF079-BBE7-4F25-B293-EBFE3D39EECC}" destId="{1FC91C73-9207-4AD2-8D11-37F6677E6562}" srcOrd="0" destOrd="0" presId="urn:microsoft.com/office/officeart/2005/8/layout/vList2"/>
    <dgm:cxn modelId="{7F79D5CA-5244-4691-8125-9A424D1C56D8}" type="presParOf" srcId="{8BC026E2-CE76-4469-88FE-36C334F56011}" destId="{0A513B6A-FE7C-4BBF-8432-568C535A3BF3}" srcOrd="0" destOrd="0" presId="urn:microsoft.com/office/officeart/2005/8/layout/vList2"/>
    <dgm:cxn modelId="{E5F22C7B-6CCF-441B-A6C6-D556D3055C14}" type="presParOf" srcId="{8BC026E2-CE76-4469-88FE-36C334F56011}" destId="{1FC91C73-9207-4AD2-8D11-37F6677E656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850277-65E1-4ED7-B3F2-432F32DA8C0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BE7A98B-E38C-4E19-84B9-D12B116E189C}">
      <dgm:prSet/>
      <dgm:spPr/>
      <dgm:t>
        <a:bodyPr/>
        <a:lstStyle/>
        <a:p>
          <a:r>
            <a:rPr lang="en-US"/>
            <a:t>Reduces memory usage by keeping most model weights frozen </a:t>
          </a:r>
        </a:p>
      </dgm:t>
    </dgm:pt>
    <dgm:pt modelId="{1006B768-08EF-4535-8F86-61CC2816888A}" type="parTrans" cxnId="{7DEB58D2-4A7F-45C3-8E32-2599631645C2}">
      <dgm:prSet/>
      <dgm:spPr/>
      <dgm:t>
        <a:bodyPr/>
        <a:lstStyle/>
        <a:p>
          <a:endParaRPr lang="en-US"/>
        </a:p>
      </dgm:t>
    </dgm:pt>
    <dgm:pt modelId="{C8B18206-06FB-4F91-B75E-E075ABAA749A}" type="sibTrans" cxnId="{7DEB58D2-4A7F-45C3-8E32-2599631645C2}">
      <dgm:prSet/>
      <dgm:spPr/>
      <dgm:t>
        <a:bodyPr/>
        <a:lstStyle/>
        <a:p>
          <a:endParaRPr lang="en-US"/>
        </a:p>
      </dgm:t>
    </dgm:pt>
    <dgm:pt modelId="{24C20E93-1691-487B-9E57-DDF8E3B1EE5B}">
      <dgm:prSet/>
      <dgm:spPr/>
      <dgm:t>
        <a:bodyPr/>
        <a:lstStyle/>
        <a:p>
          <a:r>
            <a:rPr lang="en-US"/>
            <a:t>Faster training with fewer trainable parameters </a:t>
          </a:r>
        </a:p>
      </dgm:t>
    </dgm:pt>
    <dgm:pt modelId="{DE872745-BC73-400B-A438-AE2C4D88DAFA}" type="parTrans" cxnId="{DC1E7A54-650F-40BE-8963-0D43A4AE13AC}">
      <dgm:prSet/>
      <dgm:spPr/>
      <dgm:t>
        <a:bodyPr/>
        <a:lstStyle/>
        <a:p>
          <a:endParaRPr lang="en-US"/>
        </a:p>
      </dgm:t>
    </dgm:pt>
    <dgm:pt modelId="{5DBFAE01-6624-4B06-9CC1-26A7CEB11A28}" type="sibTrans" cxnId="{DC1E7A54-650F-40BE-8963-0D43A4AE13AC}">
      <dgm:prSet/>
      <dgm:spPr/>
      <dgm:t>
        <a:bodyPr/>
        <a:lstStyle/>
        <a:p>
          <a:endParaRPr lang="en-US"/>
        </a:p>
      </dgm:t>
    </dgm:pt>
    <dgm:pt modelId="{FDDF148D-685B-4F36-BCA4-91D83354D9D8}">
      <dgm:prSet/>
      <dgm:spPr/>
      <dgm:t>
        <a:bodyPr/>
        <a:lstStyle/>
        <a:p>
          <a:r>
            <a:rPr lang="en-US"/>
            <a:t>Maintains performance close to full fine-tuning</a:t>
          </a:r>
        </a:p>
      </dgm:t>
    </dgm:pt>
    <dgm:pt modelId="{066CB6D5-1D7B-497D-BFBC-1577F54117EB}" type="parTrans" cxnId="{22425E13-155D-4A94-9D83-323585E57C50}">
      <dgm:prSet/>
      <dgm:spPr/>
      <dgm:t>
        <a:bodyPr/>
        <a:lstStyle/>
        <a:p>
          <a:endParaRPr lang="en-US"/>
        </a:p>
      </dgm:t>
    </dgm:pt>
    <dgm:pt modelId="{4D6446A9-E1DE-4DA5-9C50-9378AC698F00}" type="sibTrans" cxnId="{22425E13-155D-4A94-9D83-323585E57C50}">
      <dgm:prSet/>
      <dgm:spPr/>
      <dgm:t>
        <a:bodyPr/>
        <a:lstStyle/>
        <a:p>
          <a:endParaRPr lang="en-US"/>
        </a:p>
      </dgm:t>
    </dgm:pt>
    <dgm:pt modelId="{00C7621C-7189-4C81-A72C-45AC844C55EE}" type="pres">
      <dgm:prSet presAssocID="{E3850277-65E1-4ED7-B3F2-432F32DA8C03}" presName="root" presStyleCnt="0">
        <dgm:presLayoutVars>
          <dgm:dir/>
          <dgm:resizeHandles val="exact"/>
        </dgm:presLayoutVars>
      </dgm:prSet>
      <dgm:spPr/>
    </dgm:pt>
    <dgm:pt modelId="{94226183-E1A0-45D5-904A-A295E280C1FD}" type="pres">
      <dgm:prSet presAssocID="{8BE7A98B-E38C-4E19-84B9-D12B116E189C}" presName="compNode" presStyleCnt="0"/>
      <dgm:spPr/>
    </dgm:pt>
    <dgm:pt modelId="{9F3010B1-E54F-416C-A449-52105AFDB5F5}" type="pres">
      <dgm:prSet presAssocID="{8BE7A98B-E38C-4E19-84B9-D12B116E189C}" presName="bgRect" presStyleLbl="bgShp" presStyleIdx="0" presStyleCnt="3"/>
      <dgm:spPr/>
    </dgm:pt>
    <dgm:pt modelId="{CC56707E-DA93-415F-BECB-8A91A6545F94}" type="pres">
      <dgm:prSet presAssocID="{8BE7A98B-E38C-4E19-84B9-D12B116E18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ECD603BE-CEC3-4ACA-8ABC-0F7BCC514C17}" type="pres">
      <dgm:prSet presAssocID="{8BE7A98B-E38C-4E19-84B9-D12B116E189C}" presName="spaceRect" presStyleCnt="0"/>
      <dgm:spPr/>
    </dgm:pt>
    <dgm:pt modelId="{02E2BEFC-0602-4BD3-987B-2F1BBD0702C5}" type="pres">
      <dgm:prSet presAssocID="{8BE7A98B-E38C-4E19-84B9-D12B116E189C}" presName="parTx" presStyleLbl="revTx" presStyleIdx="0" presStyleCnt="3">
        <dgm:presLayoutVars>
          <dgm:chMax val="0"/>
          <dgm:chPref val="0"/>
        </dgm:presLayoutVars>
      </dgm:prSet>
      <dgm:spPr/>
    </dgm:pt>
    <dgm:pt modelId="{67C89828-5AE5-4447-8FC7-55D8CDB3D48C}" type="pres">
      <dgm:prSet presAssocID="{C8B18206-06FB-4F91-B75E-E075ABAA749A}" presName="sibTrans" presStyleCnt="0"/>
      <dgm:spPr/>
    </dgm:pt>
    <dgm:pt modelId="{2ADDA4D7-C51B-454F-81BF-B117C734100B}" type="pres">
      <dgm:prSet presAssocID="{24C20E93-1691-487B-9E57-DDF8E3B1EE5B}" presName="compNode" presStyleCnt="0"/>
      <dgm:spPr/>
    </dgm:pt>
    <dgm:pt modelId="{E0B231D8-C26F-4CE0-8EFA-8CC3CC910E8D}" type="pres">
      <dgm:prSet presAssocID="{24C20E93-1691-487B-9E57-DDF8E3B1EE5B}" presName="bgRect" presStyleLbl="bgShp" presStyleIdx="1" presStyleCnt="3"/>
      <dgm:spPr/>
    </dgm:pt>
    <dgm:pt modelId="{3C7ADD2D-2B30-43AA-9BB4-9C63AAEC8A88}" type="pres">
      <dgm:prSet presAssocID="{24C20E93-1691-487B-9E57-DDF8E3B1EE5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F9C2486F-EF74-4CC5-8BB4-627406C7EBAF}" type="pres">
      <dgm:prSet presAssocID="{24C20E93-1691-487B-9E57-DDF8E3B1EE5B}" presName="spaceRect" presStyleCnt="0"/>
      <dgm:spPr/>
    </dgm:pt>
    <dgm:pt modelId="{14D117DA-F6CD-436B-A915-DE8AB0EE798D}" type="pres">
      <dgm:prSet presAssocID="{24C20E93-1691-487B-9E57-DDF8E3B1EE5B}" presName="parTx" presStyleLbl="revTx" presStyleIdx="1" presStyleCnt="3">
        <dgm:presLayoutVars>
          <dgm:chMax val="0"/>
          <dgm:chPref val="0"/>
        </dgm:presLayoutVars>
      </dgm:prSet>
      <dgm:spPr/>
    </dgm:pt>
    <dgm:pt modelId="{3B259294-D312-43B2-8A18-3E5E865E5B62}" type="pres">
      <dgm:prSet presAssocID="{5DBFAE01-6624-4B06-9CC1-26A7CEB11A28}" presName="sibTrans" presStyleCnt="0"/>
      <dgm:spPr/>
    </dgm:pt>
    <dgm:pt modelId="{1FE543D6-97B0-4186-8132-5A423B93B191}" type="pres">
      <dgm:prSet presAssocID="{FDDF148D-685B-4F36-BCA4-91D83354D9D8}" presName="compNode" presStyleCnt="0"/>
      <dgm:spPr/>
    </dgm:pt>
    <dgm:pt modelId="{3C774FC6-D794-4122-882C-A15DC6E93B54}" type="pres">
      <dgm:prSet presAssocID="{FDDF148D-685B-4F36-BCA4-91D83354D9D8}" presName="bgRect" presStyleLbl="bgShp" presStyleIdx="2" presStyleCnt="3"/>
      <dgm:spPr/>
    </dgm:pt>
    <dgm:pt modelId="{4CC84767-96FE-4DAA-A4D7-7F504784BDE4}" type="pres">
      <dgm:prSet presAssocID="{FDDF148D-685B-4F36-BCA4-91D83354D9D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with Pulse"/>
        </a:ext>
      </dgm:extLst>
    </dgm:pt>
    <dgm:pt modelId="{486A468C-2B8A-4361-B2D6-257002DE720A}" type="pres">
      <dgm:prSet presAssocID="{FDDF148D-685B-4F36-BCA4-91D83354D9D8}" presName="spaceRect" presStyleCnt="0"/>
      <dgm:spPr/>
    </dgm:pt>
    <dgm:pt modelId="{CBEAB44F-952D-48F6-B4DF-4B6371A3104D}" type="pres">
      <dgm:prSet presAssocID="{FDDF148D-685B-4F36-BCA4-91D83354D9D8}" presName="parTx" presStyleLbl="revTx" presStyleIdx="2" presStyleCnt="3">
        <dgm:presLayoutVars>
          <dgm:chMax val="0"/>
          <dgm:chPref val="0"/>
        </dgm:presLayoutVars>
      </dgm:prSet>
      <dgm:spPr/>
    </dgm:pt>
  </dgm:ptLst>
  <dgm:cxnLst>
    <dgm:cxn modelId="{6BE9FB0A-C56F-46FD-A55A-DD7D355B84AB}" type="presOf" srcId="{8BE7A98B-E38C-4E19-84B9-D12B116E189C}" destId="{02E2BEFC-0602-4BD3-987B-2F1BBD0702C5}" srcOrd="0" destOrd="0" presId="urn:microsoft.com/office/officeart/2018/2/layout/IconVerticalSolidList"/>
    <dgm:cxn modelId="{22425E13-155D-4A94-9D83-323585E57C50}" srcId="{E3850277-65E1-4ED7-B3F2-432F32DA8C03}" destId="{FDDF148D-685B-4F36-BCA4-91D83354D9D8}" srcOrd="2" destOrd="0" parTransId="{066CB6D5-1D7B-497D-BFBC-1577F54117EB}" sibTransId="{4D6446A9-E1DE-4DA5-9C50-9378AC698F00}"/>
    <dgm:cxn modelId="{DC1E7A54-650F-40BE-8963-0D43A4AE13AC}" srcId="{E3850277-65E1-4ED7-B3F2-432F32DA8C03}" destId="{24C20E93-1691-487B-9E57-DDF8E3B1EE5B}" srcOrd="1" destOrd="0" parTransId="{DE872745-BC73-400B-A438-AE2C4D88DAFA}" sibTransId="{5DBFAE01-6624-4B06-9CC1-26A7CEB11A28}"/>
    <dgm:cxn modelId="{13A0E68C-F456-4C34-8631-8B16ED0EA0C3}" type="presOf" srcId="{FDDF148D-685B-4F36-BCA4-91D83354D9D8}" destId="{CBEAB44F-952D-48F6-B4DF-4B6371A3104D}" srcOrd="0" destOrd="0" presId="urn:microsoft.com/office/officeart/2018/2/layout/IconVerticalSolidList"/>
    <dgm:cxn modelId="{E407C6CA-2D81-4A29-A1B2-A72D28380B73}" type="presOf" srcId="{E3850277-65E1-4ED7-B3F2-432F32DA8C03}" destId="{00C7621C-7189-4C81-A72C-45AC844C55EE}" srcOrd="0" destOrd="0" presId="urn:microsoft.com/office/officeart/2018/2/layout/IconVerticalSolidList"/>
    <dgm:cxn modelId="{7DEB58D2-4A7F-45C3-8E32-2599631645C2}" srcId="{E3850277-65E1-4ED7-B3F2-432F32DA8C03}" destId="{8BE7A98B-E38C-4E19-84B9-D12B116E189C}" srcOrd="0" destOrd="0" parTransId="{1006B768-08EF-4535-8F86-61CC2816888A}" sibTransId="{C8B18206-06FB-4F91-B75E-E075ABAA749A}"/>
    <dgm:cxn modelId="{859D3DE9-0813-4F4D-AB4B-5180C846843E}" type="presOf" srcId="{24C20E93-1691-487B-9E57-DDF8E3B1EE5B}" destId="{14D117DA-F6CD-436B-A915-DE8AB0EE798D}" srcOrd="0" destOrd="0" presId="urn:microsoft.com/office/officeart/2018/2/layout/IconVerticalSolidList"/>
    <dgm:cxn modelId="{31186DCE-445F-4DD5-A0E2-EBB2337E6742}" type="presParOf" srcId="{00C7621C-7189-4C81-A72C-45AC844C55EE}" destId="{94226183-E1A0-45D5-904A-A295E280C1FD}" srcOrd="0" destOrd="0" presId="urn:microsoft.com/office/officeart/2018/2/layout/IconVerticalSolidList"/>
    <dgm:cxn modelId="{BF1F6627-AD00-41B1-B6C1-99E96A166150}" type="presParOf" srcId="{94226183-E1A0-45D5-904A-A295E280C1FD}" destId="{9F3010B1-E54F-416C-A449-52105AFDB5F5}" srcOrd="0" destOrd="0" presId="urn:microsoft.com/office/officeart/2018/2/layout/IconVerticalSolidList"/>
    <dgm:cxn modelId="{B0548660-67F0-4D3E-8574-B37526BB61C7}" type="presParOf" srcId="{94226183-E1A0-45D5-904A-A295E280C1FD}" destId="{CC56707E-DA93-415F-BECB-8A91A6545F94}" srcOrd="1" destOrd="0" presId="urn:microsoft.com/office/officeart/2018/2/layout/IconVerticalSolidList"/>
    <dgm:cxn modelId="{FAF456C9-8125-4DD2-842E-50456F581D8E}" type="presParOf" srcId="{94226183-E1A0-45D5-904A-A295E280C1FD}" destId="{ECD603BE-CEC3-4ACA-8ABC-0F7BCC514C17}" srcOrd="2" destOrd="0" presId="urn:microsoft.com/office/officeart/2018/2/layout/IconVerticalSolidList"/>
    <dgm:cxn modelId="{58577B18-F756-4539-A5BD-65EBAC1B0680}" type="presParOf" srcId="{94226183-E1A0-45D5-904A-A295E280C1FD}" destId="{02E2BEFC-0602-4BD3-987B-2F1BBD0702C5}" srcOrd="3" destOrd="0" presId="urn:microsoft.com/office/officeart/2018/2/layout/IconVerticalSolidList"/>
    <dgm:cxn modelId="{8343FD61-BA3D-4BC5-B821-9FD00FE3BB08}" type="presParOf" srcId="{00C7621C-7189-4C81-A72C-45AC844C55EE}" destId="{67C89828-5AE5-4447-8FC7-55D8CDB3D48C}" srcOrd="1" destOrd="0" presId="urn:microsoft.com/office/officeart/2018/2/layout/IconVerticalSolidList"/>
    <dgm:cxn modelId="{77F56C4F-A117-430D-8F0D-38BEB1CB85BF}" type="presParOf" srcId="{00C7621C-7189-4C81-A72C-45AC844C55EE}" destId="{2ADDA4D7-C51B-454F-81BF-B117C734100B}" srcOrd="2" destOrd="0" presId="urn:microsoft.com/office/officeart/2018/2/layout/IconVerticalSolidList"/>
    <dgm:cxn modelId="{5330E8F8-FF22-41A0-BDB0-57E314FCE0A9}" type="presParOf" srcId="{2ADDA4D7-C51B-454F-81BF-B117C734100B}" destId="{E0B231D8-C26F-4CE0-8EFA-8CC3CC910E8D}" srcOrd="0" destOrd="0" presId="urn:microsoft.com/office/officeart/2018/2/layout/IconVerticalSolidList"/>
    <dgm:cxn modelId="{302EECE7-DA1D-43CB-B3BD-668C01F20337}" type="presParOf" srcId="{2ADDA4D7-C51B-454F-81BF-B117C734100B}" destId="{3C7ADD2D-2B30-43AA-9BB4-9C63AAEC8A88}" srcOrd="1" destOrd="0" presId="urn:microsoft.com/office/officeart/2018/2/layout/IconVerticalSolidList"/>
    <dgm:cxn modelId="{F584518E-A0A2-4AB0-8AD6-CC38AAAE684B}" type="presParOf" srcId="{2ADDA4D7-C51B-454F-81BF-B117C734100B}" destId="{F9C2486F-EF74-4CC5-8BB4-627406C7EBAF}" srcOrd="2" destOrd="0" presId="urn:microsoft.com/office/officeart/2018/2/layout/IconVerticalSolidList"/>
    <dgm:cxn modelId="{B4723BD2-AEEE-4B2E-AF76-A881DF002449}" type="presParOf" srcId="{2ADDA4D7-C51B-454F-81BF-B117C734100B}" destId="{14D117DA-F6CD-436B-A915-DE8AB0EE798D}" srcOrd="3" destOrd="0" presId="urn:microsoft.com/office/officeart/2018/2/layout/IconVerticalSolidList"/>
    <dgm:cxn modelId="{22BE9111-BA84-42F0-8BA3-99F5D5CE6B8F}" type="presParOf" srcId="{00C7621C-7189-4C81-A72C-45AC844C55EE}" destId="{3B259294-D312-43B2-8A18-3E5E865E5B62}" srcOrd="3" destOrd="0" presId="urn:microsoft.com/office/officeart/2018/2/layout/IconVerticalSolidList"/>
    <dgm:cxn modelId="{AB1FCDE8-9CE4-4261-A0DC-B3ECE0AF29EB}" type="presParOf" srcId="{00C7621C-7189-4C81-A72C-45AC844C55EE}" destId="{1FE543D6-97B0-4186-8132-5A423B93B191}" srcOrd="4" destOrd="0" presId="urn:microsoft.com/office/officeart/2018/2/layout/IconVerticalSolidList"/>
    <dgm:cxn modelId="{CA5E3BB3-D838-4335-A4B9-EA94B8EE5E0D}" type="presParOf" srcId="{1FE543D6-97B0-4186-8132-5A423B93B191}" destId="{3C774FC6-D794-4122-882C-A15DC6E93B54}" srcOrd="0" destOrd="0" presId="urn:microsoft.com/office/officeart/2018/2/layout/IconVerticalSolidList"/>
    <dgm:cxn modelId="{377FE2B5-6C81-496A-AED7-100314F42CAA}" type="presParOf" srcId="{1FE543D6-97B0-4186-8132-5A423B93B191}" destId="{4CC84767-96FE-4DAA-A4D7-7F504784BDE4}" srcOrd="1" destOrd="0" presId="urn:microsoft.com/office/officeart/2018/2/layout/IconVerticalSolidList"/>
    <dgm:cxn modelId="{CFBFA0C4-B230-4085-B26F-0CA7ADEAD1F1}" type="presParOf" srcId="{1FE543D6-97B0-4186-8132-5A423B93B191}" destId="{486A468C-2B8A-4361-B2D6-257002DE720A}" srcOrd="2" destOrd="0" presId="urn:microsoft.com/office/officeart/2018/2/layout/IconVerticalSolidList"/>
    <dgm:cxn modelId="{9D84432D-ED63-473C-B6EC-364E9ACDE990}" type="presParOf" srcId="{1FE543D6-97B0-4186-8132-5A423B93B191}" destId="{CBEAB44F-952D-48F6-B4DF-4B6371A3104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AC835F-BE7C-4801-83F6-F402D1EA13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7FDBFAD-41EF-4E2A-A4FC-10A4867A98E9}">
      <dgm:prSet/>
      <dgm:spPr/>
      <dgm:t>
        <a:bodyPr/>
        <a:lstStyle/>
        <a:p>
          <a:pPr>
            <a:lnSpc>
              <a:spcPct val="100000"/>
            </a:lnSpc>
          </a:pPr>
          <a:r>
            <a:rPr lang="en-US"/>
            <a:t>Instead of modifying the original weights, LoRA injects low-rank trainable matrices into the pre-trained model’s layers (typically in attention layers of Transformers). </a:t>
          </a:r>
        </a:p>
      </dgm:t>
    </dgm:pt>
    <dgm:pt modelId="{A8C4A082-92D6-4B33-A036-A853570F6956}" type="parTrans" cxnId="{6EFF2C3A-DA25-455D-8D8F-CC6ED7203614}">
      <dgm:prSet/>
      <dgm:spPr/>
      <dgm:t>
        <a:bodyPr/>
        <a:lstStyle/>
        <a:p>
          <a:endParaRPr lang="en-US"/>
        </a:p>
      </dgm:t>
    </dgm:pt>
    <dgm:pt modelId="{74BC359A-C1BC-4C64-A8B0-6AB3C12FAAEB}" type="sibTrans" cxnId="{6EFF2C3A-DA25-455D-8D8F-CC6ED7203614}">
      <dgm:prSet/>
      <dgm:spPr/>
      <dgm:t>
        <a:bodyPr/>
        <a:lstStyle/>
        <a:p>
          <a:endParaRPr lang="en-US"/>
        </a:p>
      </dgm:t>
    </dgm:pt>
    <dgm:pt modelId="{13BF3894-463F-4674-B151-16B38A0B93A4}">
      <dgm:prSet/>
      <dgm:spPr/>
      <dgm:t>
        <a:bodyPr/>
        <a:lstStyle/>
        <a:p>
          <a:pPr>
            <a:lnSpc>
              <a:spcPct val="100000"/>
            </a:lnSpc>
          </a:pPr>
          <a:r>
            <a:rPr lang="en-US"/>
            <a:t>These matrices capture task-specific knowledge while keeping the base model unchanged, allowing for efficient adaptation.</a:t>
          </a:r>
        </a:p>
      </dgm:t>
    </dgm:pt>
    <dgm:pt modelId="{3D8AEEB8-5272-4956-A52C-C8E548AED830}" type="parTrans" cxnId="{EB8219C5-22FB-4501-BE8E-BA078CA87B03}">
      <dgm:prSet/>
      <dgm:spPr/>
      <dgm:t>
        <a:bodyPr/>
        <a:lstStyle/>
        <a:p>
          <a:endParaRPr lang="en-US"/>
        </a:p>
      </dgm:t>
    </dgm:pt>
    <dgm:pt modelId="{ECD8D9C7-956F-407F-999B-7B206D71018B}" type="sibTrans" cxnId="{EB8219C5-22FB-4501-BE8E-BA078CA87B03}">
      <dgm:prSet/>
      <dgm:spPr/>
      <dgm:t>
        <a:bodyPr/>
        <a:lstStyle/>
        <a:p>
          <a:endParaRPr lang="en-US"/>
        </a:p>
      </dgm:t>
    </dgm:pt>
    <dgm:pt modelId="{4070E4E9-2E3C-4594-8AFD-B4E35FCCDA81}" type="pres">
      <dgm:prSet presAssocID="{13AC835F-BE7C-4801-83F6-F402D1EA13AB}" presName="root" presStyleCnt="0">
        <dgm:presLayoutVars>
          <dgm:dir/>
          <dgm:resizeHandles val="exact"/>
        </dgm:presLayoutVars>
      </dgm:prSet>
      <dgm:spPr/>
    </dgm:pt>
    <dgm:pt modelId="{30982445-B293-4966-938B-F4329702EB66}" type="pres">
      <dgm:prSet presAssocID="{57FDBFAD-41EF-4E2A-A4FC-10A4867A98E9}" presName="compNode" presStyleCnt="0"/>
      <dgm:spPr/>
    </dgm:pt>
    <dgm:pt modelId="{B2244239-03A4-4281-A4A7-CA261586FE5D}" type="pres">
      <dgm:prSet presAssocID="{57FDBFAD-41EF-4E2A-A4FC-10A4867A98E9}" presName="bgRect" presStyleLbl="bgShp" presStyleIdx="0" presStyleCnt="2"/>
      <dgm:spPr/>
    </dgm:pt>
    <dgm:pt modelId="{5153049A-5BAE-448E-AE6C-6103D5A2F899}" type="pres">
      <dgm:prSet presAssocID="{57FDBFAD-41EF-4E2A-A4FC-10A4867A98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ientist"/>
        </a:ext>
      </dgm:extLst>
    </dgm:pt>
    <dgm:pt modelId="{02A3696C-8B77-49F6-B367-ED8CA5182092}" type="pres">
      <dgm:prSet presAssocID="{57FDBFAD-41EF-4E2A-A4FC-10A4867A98E9}" presName="spaceRect" presStyleCnt="0"/>
      <dgm:spPr/>
    </dgm:pt>
    <dgm:pt modelId="{3F782F6F-18BD-45BE-AB4F-F1415BE69FA7}" type="pres">
      <dgm:prSet presAssocID="{57FDBFAD-41EF-4E2A-A4FC-10A4867A98E9}" presName="parTx" presStyleLbl="revTx" presStyleIdx="0" presStyleCnt="2">
        <dgm:presLayoutVars>
          <dgm:chMax val="0"/>
          <dgm:chPref val="0"/>
        </dgm:presLayoutVars>
      </dgm:prSet>
      <dgm:spPr/>
    </dgm:pt>
    <dgm:pt modelId="{11CB7618-1227-4E85-A6B1-159A3A4E55EE}" type="pres">
      <dgm:prSet presAssocID="{74BC359A-C1BC-4C64-A8B0-6AB3C12FAAEB}" presName="sibTrans" presStyleCnt="0"/>
      <dgm:spPr/>
    </dgm:pt>
    <dgm:pt modelId="{E1DE87A0-6DD2-4867-B039-6E3698462BAB}" type="pres">
      <dgm:prSet presAssocID="{13BF3894-463F-4674-B151-16B38A0B93A4}" presName="compNode" presStyleCnt="0"/>
      <dgm:spPr/>
    </dgm:pt>
    <dgm:pt modelId="{68FD19CB-4160-4917-A9A2-2B0A015BC690}" type="pres">
      <dgm:prSet presAssocID="{13BF3894-463F-4674-B151-16B38A0B93A4}" presName="bgRect" presStyleLbl="bgShp" presStyleIdx="1" presStyleCnt="2"/>
      <dgm:spPr/>
    </dgm:pt>
    <dgm:pt modelId="{53B43847-4470-4B57-8329-5A10D88D8A0E}" type="pres">
      <dgm:prSet presAssocID="{13BF3894-463F-4674-B151-16B38A0B93A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AE02DC8C-81F4-44B7-813C-29EAB6EA2BD7}" type="pres">
      <dgm:prSet presAssocID="{13BF3894-463F-4674-B151-16B38A0B93A4}" presName="spaceRect" presStyleCnt="0"/>
      <dgm:spPr/>
    </dgm:pt>
    <dgm:pt modelId="{E07A3BE5-92CD-478F-BD69-8A5EB83FD5B8}" type="pres">
      <dgm:prSet presAssocID="{13BF3894-463F-4674-B151-16B38A0B93A4}" presName="parTx" presStyleLbl="revTx" presStyleIdx="1" presStyleCnt="2">
        <dgm:presLayoutVars>
          <dgm:chMax val="0"/>
          <dgm:chPref val="0"/>
        </dgm:presLayoutVars>
      </dgm:prSet>
      <dgm:spPr/>
    </dgm:pt>
  </dgm:ptLst>
  <dgm:cxnLst>
    <dgm:cxn modelId="{6EFF2C3A-DA25-455D-8D8F-CC6ED7203614}" srcId="{13AC835F-BE7C-4801-83F6-F402D1EA13AB}" destId="{57FDBFAD-41EF-4E2A-A4FC-10A4867A98E9}" srcOrd="0" destOrd="0" parTransId="{A8C4A082-92D6-4B33-A036-A853570F6956}" sibTransId="{74BC359A-C1BC-4C64-A8B0-6AB3C12FAAEB}"/>
    <dgm:cxn modelId="{22162588-FE55-4B5A-AE64-4DD945D5DDAD}" type="presOf" srcId="{57FDBFAD-41EF-4E2A-A4FC-10A4867A98E9}" destId="{3F782F6F-18BD-45BE-AB4F-F1415BE69FA7}" srcOrd="0" destOrd="0" presId="urn:microsoft.com/office/officeart/2018/2/layout/IconVerticalSolidList"/>
    <dgm:cxn modelId="{DA9309BD-30CF-4253-87D9-310A5B5A19C0}" type="presOf" srcId="{13BF3894-463F-4674-B151-16B38A0B93A4}" destId="{E07A3BE5-92CD-478F-BD69-8A5EB83FD5B8}" srcOrd="0" destOrd="0" presId="urn:microsoft.com/office/officeart/2018/2/layout/IconVerticalSolidList"/>
    <dgm:cxn modelId="{EB8219C5-22FB-4501-BE8E-BA078CA87B03}" srcId="{13AC835F-BE7C-4801-83F6-F402D1EA13AB}" destId="{13BF3894-463F-4674-B151-16B38A0B93A4}" srcOrd="1" destOrd="0" parTransId="{3D8AEEB8-5272-4956-A52C-C8E548AED830}" sibTransId="{ECD8D9C7-956F-407F-999B-7B206D71018B}"/>
    <dgm:cxn modelId="{FE69FDFC-35D9-4A15-B092-F765393FCCB6}" type="presOf" srcId="{13AC835F-BE7C-4801-83F6-F402D1EA13AB}" destId="{4070E4E9-2E3C-4594-8AFD-B4E35FCCDA81}" srcOrd="0" destOrd="0" presId="urn:microsoft.com/office/officeart/2018/2/layout/IconVerticalSolidList"/>
    <dgm:cxn modelId="{67B480CD-F25E-411C-9316-23A67C5EB3AA}" type="presParOf" srcId="{4070E4E9-2E3C-4594-8AFD-B4E35FCCDA81}" destId="{30982445-B293-4966-938B-F4329702EB66}" srcOrd="0" destOrd="0" presId="urn:microsoft.com/office/officeart/2018/2/layout/IconVerticalSolidList"/>
    <dgm:cxn modelId="{E4EDF7D2-7E65-451F-A67C-FB7821CB62B1}" type="presParOf" srcId="{30982445-B293-4966-938B-F4329702EB66}" destId="{B2244239-03A4-4281-A4A7-CA261586FE5D}" srcOrd="0" destOrd="0" presId="urn:microsoft.com/office/officeart/2018/2/layout/IconVerticalSolidList"/>
    <dgm:cxn modelId="{A13567BA-B1CC-44A1-BCD2-6D0440DE8C0A}" type="presParOf" srcId="{30982445-B293-4966-938B-F4329702EB66}" destId="{5153049A-5BAE-448E-AE6C-6103D5A2F899}" srcOrd="1" destOrd="0" presId="urn:microsoft.com/office/officeart/2018/2/layout/IconVerticalSolidList"/>
    <dgm:cxn modelId="{E749CEF9-0E6C-4474-93F3-B9E80FB964DD}" type="presParOf" srcId="{30982445-B293-4966-938B-F4329702EB66}" destId="{02A3696C-8B77-49F6-B367-ED8CA5182092}" srcOrd="2" destOrd="0" presId="urn:microsoft.com/office/officeart/2018/2/layout/IconVerticalSolidList"/>
    <dgm:cxn modelId="{F7AD5452-F0C7-4A53-9FFC-AAC11F425903}" type="presParOf" srcId="{30982445-B293-4966-938B-F4329702EB66}" destId="{3F782F6F-18BD-45BE-AB4F-F1415BE69FA7}" srcOrd="3" destOrd="0" presId="urn:microsoft.com/office/officeart/2018/2/layout/IconVerticalSolidList"/>
    <dgm:cxn modelId="{1EDA2048-6B47-4E93-B7EA-F35B10ACBC57}" type="presParOf" srcId="{4070E4E9-2E3C-4594-8AFD-B4E35FCCDA81}" destId="{11CB7618-1227-4E85-A6B1-159A3A4E55EE}" srcOrd="1" destOrd="0" presId="urn:microsoft.com/office/officeart/2018/2/layout/IconVerticalSolidList"/>
    <dgm:cxn modelId="{3460415E-E2E6-488E-8737-56BE5B5747C7}" type="presParOf" srcId="{4070E4E9-2E3C-4594-8AFD-B4E35FCCDA81}" destId="{E1DE87A0-6DD2-4867-B039-6E3698462BAB}" srcOrd="2" destOrd="0" presId="urn:microsoft.com/office/officeart/2018/2/layout/IconVerticalSolidList"/>
    <dgm:cxn modelId="{09D1357B-935F-4173-983C-1933B43FBDA8}" type="presParOf" srcId="{E1DE87A0-6DD2-4867-B039-6E3698462BAB}" destId="{68FD19CB-4160-4917-A9A2-2B0A015BC690}" srcOrd="0" destOrd="0" presId="urn:microsoft.com/office/officeart/2018/2/layout/IconVerticalSolidList"/>
    <dgm:cxn modelId="{9600ACF6-7BA8-44BE-8C82-11168E7A1069}" type="presParOf" srcId="{E1DE87A0-6DD2-4867-B039-6E3698462BAB}" destId="{53B43847-4470-4B57-8329-5A10D88D8A0E}" srcOrd="1" destOrd="0" presId="urn:microsoft.com/office/officeart/2018/2/layout/IconVerticalSolidList"/>
    <dgm:cxn modelId="{74D6838F-71D7-4FE7-9AF1-61B292A62F56}" type="presParOf" srcId="{E1DE87A0-6DD2-4867-B039-6E3698462BAB}" destId="{AE02DC8C-81F4-44B7-813C-29EAB6EA2BD7}" srcOrd="2" destOrd="0" presId="urn:microsoft.com/office/officeart/2018/2/layout/IconVerticalSolidList"/>
    <dgm:cxn modelId="{32FCAC4B-122E-454C-950B-0CD8F17B57AA}" type="presParOf" srcId="{E1DE87A0-6DD2-4867-B039-6E3698462BAB}" destId="{E07A3BE5-92CD-478F-BD69-8A5EB83FD5B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85FD604-9BC7-4F3F-9CEC-6E7CECBFE25B}" type="doc">
      <dgm:prSet loTypeId="urn:microsoft.com/office/officeart/2016/7/layout/VerticalDownArrowProcess" loCatId="process" qsTypeId="urn:microsoft.com/office/officeart/2005/8/quickstyle/simple5" qsCatId="simple" csTypeId="urn:microsoft.com/office/officeart/2005/8/colors/colorful2" csCatId="colorful" phldr="1"/>
      <dgm:spPr/>
      <dgm:t>
        <a:bodyPr/>
        <a:lstStyle/>
        <a:p>
          <a:endParaRPr lang="en-IN"/>
        </a:p>
      </dgm:t>
    </dgm:pt>
    <dgm:pt modelId="{84167183-53C3-470C-B3B6-E77567715D80}">
      <dgm:prSet/>
      <dgm:spPr/>
      <dgm:t>
        <a:bodyPr/>
        <a:lstStyle/>
        <a:p>
          <a:pPr rtl="0"/>
          <a:r>
            <a:rPr lang="en-US">
              <a:latin typeface="Google"/>
            </a:rPr>
            <a:t>Use PEFT </a:t>
          </a:r>
          <a:endParaRPr lang="en-IN">
            <a:latin typeface="Google"/>
          </a:endParaRPr>
        </a:p>
      </dgm:t>
    </dgm:pt>
    <dgm:pt modelId="{AD33BF85-D058-4FB4-886C-B63659903623}" type="parTrans" cxnId="{E28A752D-27B6-42D4-BC25-AD418F206188}">
      <dgm:prSet/>
      <dgm:spPr/>
      <dgm:t>
        <a:bodyPr/>
        <a:lstStyle/>
        <a:p>
          <a:endParaRPr lang="en-IN"/>
        </a:p>
      </dgm:t>
    </dgm:pt>
    <dgm:pt modelId="{DCC1720A-BE35-4336-A80A-09C17A7598B8}" type="sibTrans" cxnId="{E28A752D-27B6-42D4-BC25-AD418F206188}">
      <dgm:prSet/>
      <dgm:spPr/>
      <dgm:t>
        <a:bodyPr/>
        <a:lstStyle/>
        <a:p>
          <a:endParaRPr lang="en-IN"/>
        </a:p>
      </dgm:t>
    </dgm:pt>
    <dgm:pt modelId="{61628F76-0847-43EB-8A44-3C9262EE8544}">
      <dgm:prSet/>
      <dgm:spPr/>
      <dgm:t>
        <a:bodyPr/>
        <a:lstStyle/>
        <a:p>
          <a:pPr rtl="0"/>
          <a:r>
            <a:rPr lang="en-US">
              <a:latin typeface="Google"/>
            </a:rPr>
            <a:t>when You need a general framework for efficient fine-tuning </a:t>
          </a:r>
          <a:endParaRPr lang="en-IN">
            <a:latin typeface="Google"/>
          </a:endParaRPr>
        </a:p>
      </dgm:t>
    </dgm:pt>
    <dgm:pt modelId="{D7ACB082-AB6B-4AC2-84B4-0180D11E2EB0}" type="parTrans" cxnId="{DCD862B5-4815-417D-8521-65BE16269075}">
      <dgm:prSet/>
      <dgm:spPr/>
      <dgm:t>
        <a:bodyPr/>
        <a:lstStyle/>
        <a:p>
          <a:endParaRPr lang="en-IN"/>
        </a:p>
      </dgm:t>
    </dgm:pt>
    <dgm:pt modelId="{ACDF461F-C616-4569-9D6C-2F6B36A04B88}" type="sibTrans" cxnId="{DCD862B5-4815-417D-8521-65BE16269075}">
      <dgm:prSet/>
      <dgm:spPr/>
      <dgm:t>
        <a:bodyPr/>
        <a:lstStyle/>
        <a:p>
          <a:endParaRPr lang="en-IN"/>
        </a:p>
      </dgm:t>
    </dgm:pt>
    <dgm:pt modelId="{AF904F44-E2B3-4CB0-AFB8-0656159DFF14}">
      <dgm:prSet/>
      <dgm:spPr/>
      <dgm:t>
        <a:bodyPr/>
        <a:lstStyle/>
        <a:p>
          <a:pPr rtl="0"/>
          <a:r>
            <a:rPr lang="en-US">
              <a:latin typeface="Google"/>
            </a:rPr>
            <a:t>You want flexibility in choosing methods (prompt tuning, adapters, LoRA, etc.) </a:t>
          </a:r>
          <a:endParaRPr lang="en-IN">
            <a:latin typeface="Google"/>
          </a:endParaRPr>
        </a:p>
      </dgm:t>
    </dgm:pt>
    <dgm:pt modelId="{D6B01D06-99F9-47C6-B6EC-A340529E96ED}" type="parTrans" cxnId="{3D19CE4C-C5F2-4C75-8F4D-00AC2F85E0AE}">
      <dgm:prSet/>
      <dgm:spPr/>
      <dgm:t>
        <a:bodyPr/>
        <a:lstStyle/>
        <a:p>
          <a:endParaRPr lang="en-IN"/>
        </a:p>
      </dgm:t>
    </dgm:pt>
    <dgm:pt modelId="{EF48F000-5B20-4A78-849C-49BD686A5EAE}" type="sibTrans" cxnId="{3D19CE4C-C5F2-4C75-8F4D-00AC2F85E0AE}">
      <dgm:prSet/>
      <dgm:spPr/>
      <dgm:t>
        <a:bodyPr/>
        <a:lstStyle/>
        <a:p>
          <a:endParaRPr lang="en-IN"/>
        </a:p>
      </dgm:t>
    </dgm:pt>
    <dgm:pt modelId="{1B022AC3-1876-433D-AA53-7679D23B3149}">
      <dgm:prSet/>
      <dgm:spPr/>
      <dgm:t>
        <a:bodyPr/>
        <a:lstStyle/>
        <a:p>
          <a:pPr rtl="0"/>
          <a:r>
            <a:rPr lang="en-US" dirty="0">
              <a:latin typeface="Google"/>
            </a:rPr>
            <a:t>Your model has limited compute or memory for training </a:t>
          </a:r>
          <a:endParaRPr lang="en-IN" dirty="0">
            <a:latin typeface="Google"/>
          </a:endParaRPr>
        </a:p>
      </dgm:t>
    </dgm:pt>
    <dgm:pt modelId="{0530C24A-041B-4AEC-BD70-A69685607A9B}" type="parTrans" cxnId="{440FC97E-69D7-48C6-8BB3-E5DA79B252B6}">
      <dgm:prSet/>
      <dgm:spPr/>
      <dgm:t>
        <a:bodyPr/>
        <a:lstStyle/>
        <a:p>
          <a:endParaRPr lang="en-IN"/>
        </a:p>
      </dgm:t>
    </dgm:pt>
    <dgm:pt modelId="{C16288A5-6490-4179-9B1D-F75A1F42F9D3}" type="sibTrans" cxnId="{440FC97E-69D7-48C6-8BB3-E5DA79B252B6}">
      <dgm:prSet/>
      <dgm:spPr/>
      <dgm:t>
        <a:bodyPr/>
        <a:lstStyle/>
        <a:p>
          <a:endParaRPr lang="en-IN"/>
        </a:p>
      </dgm:t>
    </dgm:pt>
    <dgm:pt modelId="{2968880D-8F2D-4EBE-A6F7-212383722B7D}">
      <dgm:prSet/>
      <dgm:spPr/>
      <dgm:t>
        <a:bodyPr/>
        <a:lstStyle/>
        <a:p>
          <a:pPr rtl="0"/>
          <a:r>
            <a:rPr lang="en-US">
              <a:latin typeface="Google"/>
            </a:rPr>
            <a:t>Use LoRA when </a:t>
          </a:r>
          <a:endParaRPr lang="en-IN">
            <a:latin typeface="Google"/>
          </a:endParaRPr>
        </a:p>
      </dgm:t>
    </dgm:pt>
    <dgm:pt modelId="{F61D422F-9107-49D1-88B7-C011EECFEB64}" type="parTrans" cxnId="{0A6A6E80-7F57-4741-89CA-A3DE1A1A2B18}">
      <dgm:prSet/>
      <dgm:spPr/>
      <dgm:t>
        <a:bodyPr/>
        <a:lstStyle/>
        <a:p>
          <a:endParaRPr lang="en-IN"/>
        </a:p>
      </dgm:t>
    </dgm:pt>
    <dgm:pt modelId="{B41A2F10-B3F8-4BDD-80A1-2D6FD0BC7F91}" type="sibTrans" cxnId="{0A6A6E80-7F57-4741-89CA-A3DE1A1A2B18}">
      <dgm:prSet/>
      <dgm:spPr/>
      <dgm:t>
        <a:bodyPr/>
        <a:lstStyle/>
        <a:p>
          <a:endParaRPr lang="en-IN"/>
        </a:p>
      </dgm:t>
    </dgm:pt>
    <dgm:pt modelId="{5D5A6484-01B5-47B1-BDF0-1E0DAF9CE481}">
      <dgm:prSet/>
      <dgm:spPr/>
      <dgm:t>
        <a:bodyPr/>
        <a:lstStyle/>
        <a:p>
          <a:pPr rtl="0"/>
          <a:r>
            <a:rPr lang="en-US">
              <a:latin typeface="Google"/>
            </a:rPr>
            <a:t>You are fine-tuning Transformer-based models efficiently </a:t>
          </a:r>
          <a:endParaRPr lang="en-IN">
            <a:latin typeface="Google"/>
          </a:endParaRPr>
        </a:p>
      </dgm:t>
    </dgm:pt>
    <dgm:pt modelId="{A5E1D6A5-F56F-4EBD-ABF0-328134A5949E}" type="parTrans" cxnId="{B8B75E19-7DD7-44DE-9C18-1C574303D35F}">
      <dgm:prSet/>
      <dgm:spPr/>
      <dgm:t>
        <a:bodyPr/>
        <a:lstStyle/>
        <a:p>
          <a:endParaRPr lang="en-IN"/>
        </a:p>
      </dgm:t>
    </dgm:pt>
    <dgm:pt modelId="{2220EEF6-3E40-412D-A885-EE26D1993143}" type="sibTrans" cxnId="{B8B75E19-7DD7-44DE-9C18-1C574303D35F}">
      <dgm:prSet/>
      <dgm:spPr/>
      <dgm:t>
        <a:bodyPr/>
        <a:lstStyle/>
        <a:p>
          <a:endParaRPr lang="en-IN"/>
        </a:p>
      </dgm:t>
    </dgm:pt>
    <dgm:pt modelId="{7EFFAFE2-C331-464D-A974-22FFC0F38391}">
      <dgm:prSet/>
      <dgm:spPr/>
      <dgm:t>
        <a:bodyPr/>
        <a:lstStyle/>
        <a:p>
          <a:pPr rtl="0"/>
          <a:r>
            <a:rPr lang="en-US">
              <a:latin typeface="Google"/>
            </a:rPr>
            <a:t>You need to fine-tune multiple tasks efficiently while keeping the base model unchanged </a:t>
          </a:r>
          <a:endParaRPr lang="en-IN">
            <a:latin typeface="Google"/>
          </a:endParaRPr>
        </a:p>
      </dgm:t>
    </dgm:pt>
    <dgm:pt modelId="{B27AA740-3D1C-43BA-8A39-0C720B6BBACF}" type="parTrans" cxnId="{D93BAC77-1729-43A2-8396-7304F4ED8979}">
      <dgm:prSet/>
      <dgm:spPr/>
      <dgm:t>
        <a:bodyPr/>
        <a:lstStyle/>
        <a:p>
          <a:endParaRPr lang="en-IN"/>
        </a:p>
      </dgm:t>
    </dgm:pt>
    <dgm:pt modelId="{49B2F033-6FD3-45B1-86BC-60C92BC253E3}" type="sibTrans" cxnId="{D93BAC77-1729-43A2-8396-7304F4ED8979}">
      <dgm:prSet/>
      <dgm:spPr/>
      <dgm:t>
        <a:bodyPr/>
        <a:lstStyle/>
        <a:p>
          <a:endParaRPr lang="en-IN"/>
        </a:p>
      </dgm:t>
    </dgm:pt>
    <dgm:pt modelId="{74D39B93-88D5-4E5C-8837-11D5D888F713}">
      <dgm:prSet/>
      <dgm:spPr/>
      <dgm:t>
        <a:bodyPr/>
        <a:lstStyle/>
        <a:p>
          <a:pPr rtl="0"/>
          <a:r>
            <a:rPr lang="en-US">
              <a:latin typeface="Google"/>
            </a:rPr>
            <a:t>You want to deploy fine-tuned adapters without storing multiple full model copies</a:t>
          </a:r>
          <a:endParaRPr lang="en-IN">
            <a:latin typeface="Google"/>
          </a:endParaRPr>
        </a:p>
      </dgm:t>
    </dgm:pt>
    <dgm:pt modelId="{88C36A76-4525-4FD1-8C46-F5DE78975281}" type="parTrans" cxnId="{06DA7D41-AB73-46C7-B12D-ED5749225FCD}">
      <dgm:prSet/>
      <dgm:spPr/>
      <dgm:t>
        <a:bodyPr/>
        <a:lstStyle/>
        <a:p>
          <a:endParaRPr lang="en-IN"/>
        </a:p>
      </dgm:t>
    </dgm:pt>
    <dgm:pt modelId="{AEF4E691-4694-4DB8-A22E-2D4239BDEE9E}" type="sibTrans" cxnId="{06DA7D41-AB73-46C7-B12D-ED5749225FCD}">
      <dgm:prSet/>
      <dgm:spPr/>
      <dgm:t>
        <a:bodyPr/>
        <a:lstStyle/>
        <a:p>
          <a:endParaRPr lang="en-IN"/>
        </a:p>
      </dgm:t>
    </dgm:pt>
    <dgm:pt modelId="{3EF497B7-4286-46A3-B81C-B309C3408FBF}" type="pres">
      <dgm:prSet presAssocID="{B85FD604-9BC7-4F3F-9CEC-6E7CECBFE25B}" presName="Name0" presStyleCnt="0">
        <dgm:presLayoutVars>
          <dgm:dir/>
          <dgm:animLvl val="lvl"/>
          <dgm:resizeHandles val="exact"/>
        </dgm:presLayoutVars>
      </dgm:prSet>
      <dgm:spPr/>
    </dgm:pt>
    <dgm:pt modelId="{5EB25E28-41F5-4514-951C-6B34C6D611BA}" type="pres">
      <dgm:prSet presAssocID="{2968880D-8F2D-4EBE-A6F7-212383722B7D}" presName="boxAndChildren" presStyleCnt="0"/>
      <dgm:spPr/>
    </dgm:pt>
    <dgm:pt modelId="{FD8EBCB8-F386-4450-AD9B-3D0A347DD21D}" type="pres">
      <dgm:prSet presAssocID="{2968880D-8F2D-4EBE-A6F7-212383722B7D}" presName="parentTextBox" presStyleLbl="alignNode1" presStyleIdx="0" presStyleCnt="2"/>
      <dgm:spPr/>
    </dgm:pt>
    <dgm:pt modelId="{151FE18C-D216-4D95-8B00-37B638B21DE5}" type="pres">
      <dgm:prSet presAssocID="{2968880D-8F2D-4EBE-A6F7-212383722B7D}" presName="descendantBox" presStyleLbl="bgAccFollowNode1" presStyleIdx="0" presStyleCnt="2"/>
      <dgm:spPr/>
    </dgm:pt>
    <dgm:pt modelId="{671622D8-DFB8-416B-A7B2-1850C9AD4A00}" type="pres">
      <dgm:prSet presAssocID="{DCC1720A-BE35-4336-A80A-09C17A7598B8}" presName="sp" presStyleCnt="0"/>
      <dgm:spPr/>
    </dgm:pt>
    <dgm:pt modelId="{A083C1C7-EB4E-45F5-8364-6BC50AA1434F}" type="pres">
      <dgm:prSet presAssocID="{84167183-53C3-470C-B3B6-E77567715D80}" presName="arrowAndChildren" presStyleCnt="0"/>
      <dgm:spPr/>
    </dgm:pt>
    <dgm:pt modelId="{FF777CEE-2BB3-4A44-900F-24A3C48B5255}" type="pres">
      <dgm:prSet presAssocID="{84167183-53C3-470C-B3B6-E77567715D80}" presName="parentTextArrow" presStyleLbl="node1" presStyleIdx="0" presStyleCnt="0"/>
      <dgm:spPr/>
    </dgm:pt>
    <dgm:pt modelId="{F1D93B64-C855-4FC1-B57E-90920CB73AE7}" type="pres">
      <dgm:prSet presAssocID="{84167183-53C3-470C-B3B6-E77567715D80}" presName="arrow" presStyleLbl="alignNode1" presStyleIdx="1" presStyleCnt="2"/>
      <dgm:spPr/>
    </dgm:pt>
    <dgm:pt modelId="{6B78AE8C-D192-4E5B-8BBA-D7012EBA9182}" type="pres">
      <dgm:prSet presAssocID="{84167183-53C3-470C-B3B6-E77567715D80}" presName="descendantArrow" presStyleLbl="bgAccFollowNode1" presStyleIdx="1" presStyleCnt="2"/>
      <dgm:spPr/>
    </dgm:pt>
  </dgm:ptLst>
  <dgm:cxnLst>
    <dgm:cxn modelId="{7C168316-6921-4F93-B50B-93C268AA5B6B}" type="presOf" srcId="{AF904F44-E2B3-4CB0-AFB8-0656159DFF14}" destId="{6B78AE8C-D192-4E5B-8BBA-D7012EBA9182}" srcOrd="0" destOrd="1" presId="urn:microsoft.com/office/officeart/2016/7/layout/VerticalDownArrowProcess"/>
    <dgm:cxn modelId="{996CC718-A89F-4C13-A504-4EFF98EA6DF2}" type="presOf" srcId="{B85FD604-9BC7-4F3F-9CEC-6E7CECBFE25B}" destId="{3EF497B7-4286-46A3-B81C-B309C3408FBF}" srcOrd="0" destOrd="0" presId="urn:microsoft.com/office/officeart/2016/7/layout/VerticalDownArrowProcess"/>
    <dgm:cxn modelId="{B8B75E19-7DD7-44DE-9C18-1C574303D35F}" srcId="{2968880D-8F2D-4EBE-A6F7-212383722B7D}" destId="{5D5A6484-01B5-47B1-BDF0-1E0DAF9CE481}" srcOrd="0" destOrd="0" parTransId="{A5E1D6A5-F56F-4EBD-ABF0-328134A5949E}" sibTransId="{2220EEF6-3E40-412D-A885-EE26D1993143}"/>
    <dgm:cxn modelId="{E28A752D-27B6-42D4-BC25-AD418F206188}" srcId="{B85FD604-9BC7-4F3F-9CEC-6E7CECBFE25B}" destId="{84167183-53C3-470C-B3B6-E77567715D80}" srcOrd="0" destOrd="0" parTransId="{AD33BF85-D058-4FB4-886C-B63659903623}" sibTransId="{DCC1720A-BE35-4336-A80A-09C17A7598B8}"/>
    <dgm:cxn modelId="{CC1A5132-8DB5-4D16-B386-D4CB3199AB29}" type="presOf" srcId="{61628F76-0847-43EB-8A44-3C9262EE8544}" destId="{6B78AE8C-D192-4E5B-8BBA-D7012EBA9182}" srcOrd="0" destOrd="0" presId="urn:microsoft.com/office/officeart/2016/7/layout/VerticalDownArrowProcess"/>
    <dgm:cxn modelId="{06DA7D41-AB73-46C7-B12D-ED5749225FCD}" srcId="{2968880D-8F2D-4EBE-A6F7-212383722B7D}" destId="{74D39B93-88D5-4E5C-8837-11D5D888F713}" srcOrd="2" destOrd="0" parTransId="{88C36A76-4525-4FD1-8C46-F5DE78975281}" sibTransId="{AEF4E691-4694-4DB8-A22E-2D4239BDEE9E}"/>
    <dgm:cxn modelId="{3D19CE4C-C5F2-4C75-8F4D-00AC2F85E0AE}" srcId="{84167183-53C3-470C-B3B6-E77567715D80}" destId="{AF904F44-E2B3-4CB0-AFB8-0656159DFF14}" srcOrd="1" destOrd="0" parTransId="{D6B01D06-99F9-47C6-B6EC-A340529E96ED}" sibTransId="{EF48F000-5B20-4A78-849C-49BD686A5EAE}"/>
    <dgm:cxn modelId="{00BD704D-5A4D-40C7-8923-E53E14B3F943}" type="presOf" srcId="{84167183-53C3-470C-B3B6-E77567715D80}" destId="{F1D93B64-C855-4FC1-B57E-90920CB73AE7}" srcOrd="1" destOrd="0" presId="urn:microsoft.com/office/officeart/2016/7/layout/VerticalDownArrowProcess"/>
    <dgm:cxn modelId="{D93BAC77-1729-43A2-8396-7304F4ED8979}" srcId="{2968880D-8F2D-4EBE-A6F7-212383722B7D}" destId="{7EFFAFE2-C331-464D-A974-22FFC0F38391}" srcOrd="1" destOrd="0" parTransId="{B27AA740-3D1C-43BA-8A39-0C720B6BBACF}" sibTransId="{49B2F033-6FD3-45B1-86BC-60C92BC253E3}"/>
    <dgm:cxn modelId="{440FC97E-69D7-48C6-8BB3-E5DA79B252B6}" srcId="{84167183-53C3-470C-B3B6-E77567715D80}" destId="{1B022AC3-1876-433D-AA53-7679D23B3149}" srcOrd="2" destOrd="0" parTransId="{0530C24A-041B-4AEC-BD70-A69685607A9B}" sibTransId="{C16288A5-6490-4179-9B1D-F75A1F42F9D3}"/>
    <dgm:cxn modelId="{0A6A6E80-7F57-4741-89CA-A3DE1A1A2B18}" srcId="{B85FD604-9BC7-4F3F-9CEC-6E7CECBFE25B}" destId="{2968880D-8F2D-4EBE-A6F7-212383722B7D}" srcOrd="1" destOrd="0" parTransId="{F61D422F-9107-49D1-88B7-C011EECFEB64}" sibTransId="{B41A2F10-B3F8-4BDD-80A1-2D6FD0BC7F91}"/>
    <dgm:cxn modelId="{241440AA-F603-4B29-9F3C-F52925789993}" type="presOf" srcId="{7EFFAFE2-C331-464D-A974-22FFC0F38391}" destId="{151FE18C-D216-4D95-8B00-37B638B21DE5}" srcOrd="0" destOrd="1" presId="urn:microsoft.com/office/officeart/2016/7/layout/VerticalDownArrowProcess"/>
    <dgm:cxn modelId="{DCD862B5-4815-417D-8521-65BE16269075}" srcId="{84167183-53C3-470C-B3B6-E77567715D80}" destId="{61628F76-0847-43EB-8A44-3C9262EE8544}" srcOrd="0" destOrd="0" parTransId="{D7ACB082-AB6B-4AC2-84B4-0180D11E2EB0}" sibTransId="{ACDF461F-C616-4569-9D6C-2F6B36A04B88}"/>
    <dgm:cxn modelId="{50D7AEB5-2B69-4988-A191-BE98FBC81D30}" type="presOf" srcId="{74D39B93-88D5-4E5C-8837-11D5D888F713}" destId="{151FE18C-D216-4D95-8B00-37B638B21DE5}" srcOrd="0" destOrd="2" presId="urn:microsoft.com/office/officeart/2016/7/layout/VerticalDownArrowProcess"/>
    <dgm:cxn modelId="{851533B6-7C48-477D-ADD4-92E557704AC4}" type="presOf" srcId="{84167183-53C3-470C-B3B6-E77567715D80}" destId="{FF777CEE-2BB3-4A44-900F-24A3C48B5255}" srcOrd="0" destOrd="0" presId="urn:microsoft.com/office/officeart/2016/7/layout/VerticalDownArrowProcess"/>
    <dgm:cxn modelId="{36BD18DA-3970-4260-AA5F-4DAD5856F661}" type="presOf" srcId="{2968880D-8F2D-4EBE-A6F7-212383722B7D}" destId="{FD8EBCB8-F386-4450-AD9B-3D0A347DD21D}" srcOrd="0" destOrd="0" presId="urn:microsoft.com/office/officeart/2016/7/layout/VerticalDownArrowProcess"/>
    <dgm:cxn modelId="{A3F4E6E5-1877-4A68-AFDE-AC9C784C3D9B}" type="presOf" srcId="{5D5A6484-01B5-47B1-BDF0-1E0DAF9CE481}" destId="{151FE18C-D216-4D95-8B00-37B638B21DE5}" srcOrd="0" destOrd="0" presId="urn:microsoft.com/office/officeart/2016/7/layout/VerticalDownArrowProcess"/>
    <dgm:cxn modelId="{6DBFB4F3-04CF-468E-8816-E3717C860D51}" type="presOf" srcId="{1B022AC3-1876-433D-AA53-7679D23B3149}" destId="{6B78AE8C-D192-4E5B-8BBA-D7012EBA9182}" srcOrd="0" destOrd="2" presId="urn:microsoft.com/office/officeart/2016/7/layout/VerticalDownArrowProcess"/>
    <dgm:cxn modelId="{3B819EE4-6A98-4C4B-817B-77EE4B21158A}" type="presParOf" srcId="{3EF497B7-4286-46A3-B81C-B309C3408FBF}" destId="{5EB25E28-41F5-4514-951C-6B34C6D611BA}" srcOrd="0" destOrd="0" presId="urn:microsoft.com/office/officeart/2016/7/layout/VerticalDownArrowProcess"/>
    <dgm:cxn modelId="{65792CDB-E048-4C68-A27D-2A74D4E93DD1}" type="presParOf" srcId="{5EB25E28-41F5-4514-951C-6B34C6D611BA}" destId="{FD8EBCB8-F386-4450-AD9B-3D0A347DD21D}" srcOrd="0" destOrd="0" presId="urn:microsoft.com/office/officeart/2016/7/layout/VerticalDownArrowProcess"/>
    <dgm:cxn modelId="{1EA4A01D-F4F3-49DC-BDC3-21E9AC0C8E21}" type="presParOf" srcId="{5EB25E28-41F5-4514-951C-6B34C6D611BA}" destId="{151FE18C-D216-4D95-8B00-37B638B21DE5}" srcOrd="1" destOrd="0" presId="urn:microsoft.com/office/officeart/2016/7/layout/VerticalDownArrowProcess"/>
    <dgm:cxn modelId="{7AFEA523-0635-4F11-9ECD-36F30CBF95FF}" type="presParOf" srcId="{3EF497B7-4286-46A3-B81C-B309C3408FBF}" destId="{671622D8-DFB8-416B-A7B2-1850C9AD4A00}" srcOrd="1" destOrd="0" presId="urn:microsoft.com/office/officeart/2016/7/layout/VerticalDownArrowProcess"/>
    <dgm:cxn modelId="{D11C1E03-5B4A-42B9-9FBE-FCA52D3CB930}" type="presParOf" srcId="{3EF497B7-4286-46A3-B81C-B309C3408FBF}" destId="{A083C1C7-EB4E-45F5-8364-6BC50AA1434F}" srcOrd="2" destOrd="0" presId="urn:microsoft.com/office/officeart/2016/7/layout/VerticalDownArrowProcess"/>
    <dgm:cxn modelId="{2E005537-F8E4-4B46-AF95-B965F144F32D}" type="presParOf" srcId="{A083C1C7-EB4E-45F5-8364-6BC50AA1434F}" destId="{FF777CEE-2BB3-4A44-900F-24A3C48B5255}" srcOrd="0" destOrd="0" presId="urn:microsoft.com/office/officeart/2016/7/layout/VerticalDownArrowProcess"/>
    <dgm:cxn modelId="{E373CD14-7617-46CE-862E-C248CB086A04}" type="presParOf" srcId="{A083C1C7-EB4E-45F5-8364-6BC50AA1434F}" destId="{F1D93B64-C855-4FC1-B57E-90920CB73AE7}" srcOrd="1" destOrd="0" presId="urn:microsoft.com/office/officeart/2016/7/layout/VerticalDownArrowProcess"/>
    <dgm:cxn modelId="{1B8AE42F-3500-4BF2-8646-BAB0D6D199B1}" type="presParOf" srcId="{A083C1C7-EB4E-45F5-8364-6BC50AA1434F}" destId="{6B78AE8C-D192-4E5B-8BBA-D7012EBA9182}"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33857-7D68-4E3E-BC70-7967A72A4A03}">
      <dsp:nvSpPr>
        <dsp:cNvPr id="0" name=""/>
        <dsp:cNvSpPr/>
      </dsp:nvSpPr>
      <dsp:spPr>
        <a:xfrm>
          <a:off x="0" y="109502"/>
          <a:ext cx="7452360" cy="10998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latin typeface="Google"/>
            </a:rPr>
            <a:t>Full fine-tuning involves updating all model parameters based on a new dataset and task. This is commonly used in adapting pre-trained models like GPT, BERT, and T5 to domain-specific applications.</a:t>
          </a:r>
          <a:endParaRPr lang="en-IN" sz="2000" kern="1200">
            <a:latin typeface="Google"/>
          </a:endParaRPr>
        </a:p>
      </dsp:txBody>
      <dsp:txXfrm>
        <a:off x="53688" y="163190"/>
        <a:ext cx="7344984" cy="992424"/>
      </dsp:txXfrm>
    </dsp:sp>
    <dsp:sp modelId="{94F189BA-56CA-4CD0-BF03-47A5AB1F2ADA}">
      <dsp:nvSpPr>
        <dsp:cNvPr id="0" name=""/>
        <dsp:cNvSpPr/>
      </dsp:nvSpPr>
      <dsp:spPr>
        <a:xfrm>
          <a:off x="0" y="1266903"/>
          <a:ext cx="7452360" cy="10998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latin typeface="Google"/>
            </a:rPr>
            <a:t>Advantages </a:t>
          </a:r>
          <a:endParaRPr lang="en-IN" sz="2000" kern="1200">
            <a:latin typeface="Google"/>
          </a:endParaRPr>
        </a:p>
      </dsp:txBody>
      <dsp:txXfrm>
        <a:off x="53688" y="1320591"/>
        <a:ext cx="7344984" cy="992424"/>
      </dsp:txXfrm>
    </dsp:sp>
    <dsp:sp modelId="{44EBB2D8-997C-4F2E-900A-2D26B6C43D68}">
      <dsp:nvSpPr>
        <dsp:cNvPr id="0" name=""/>
        <dsp:cNvSpPr/>
      </dsp:nvSpPr>
      <dsp:spPr>
        <a:xfrm>
          <a:off x="0" y="2366703"/>
          <a:ext cx="7452360" cy="105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612"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a:latin typeface="Google"/>
            </a:rPr>
            <a:t>Maximum Task Adaptation: Fully adapts the model to new tasks without constraint. </a:t>
          </a:r>
          <a:endParaRPr lang="en-IN" sz="1600" kern="1200">
            <a:latin typeface="Google"/>
          </a:endParaRPr>
        </a:p>
        <a:p>
          <a:pPr marL="171450" lvl="1" indent="-171450" algn="l" defTabSz="711200" rtl="0">
            <a:lnSpc>
              <a:spcPct val="90000"/>
            </a:lnSpc>
            <a:spcBef>
              <a:spcPct val="0"/>
            </a:spcBef>
            <a:spcAft>
              <a:spcPct val="20000"/>
            </a:spcAft>
            <a:buChar char="•"/>
          </a:pPr>
          <a:r>
            <a:rPr lang="en-US" sz="1600" kern="1200">
              <a:latin typeface="Google"/>
            </a:rPr>
            <a:t>No Architectural Modifications: Maintains the model’s original structure. </a:t>
          </a:r>
          <a:endParaRPr lang="en-IN" sz="1600" kern="1200">
            <a:latin typeface="Google"/>
          </a:endParaRPr>
        </a:p>
        <a:p>
          <a:pPr marL="171450" lvl="1" indent="-171450" algn="l" defTabSz="711200" rtl="0">
            <a:lnSpc>
              <a:spcPct val="90000"/>
            </a:lnSpc>
            <a:spcBef>
              <a:spcPct val="0"/>
            </a:spcBef>
            <a:spcAft>
              <a:spcPct val="20000"/>
            </a:spcAft>
            <a:buChar char="•"/>
          </a:pPr>
          <a:r>
            <a:rPr lang="en-US" sz="1600" kern="1200">
              <a:latin typeface="Google"/>
            </a:rPr>
            <a:t>Better Performance on Large Datasets: Ideal when extensive labeled data is available. </a:t>
          </a:r>
          <a:endParaRPr lang="en-IN" sz="1600" kern="1200">
            <a:latin typeface="Google"/>
          </a:endParaRPr>
        </a:p>
      </dsp:txBody>
      <dsp:txXfrm>
        <a:off x="0" y="2366703"/>
        <a:ext cx="7452360" cy="1055700"/>
      </dsp:txXfrm>
    </dsp:sp>
    <dsp:sp modelId="{BC43526C-A577-46C0-B921-7F6B2A142B2A}">
      <dsp:nvSpPr>
        <dsp:cNvPr id="0" name=""/>
        <dsp:cNvSpPr/>
      </dsp:nvSpPr>
      <dsp:spPr>
        <a:xfrm>
          <a:off x="0" y="3422403"/>
          <a:ext cx="7452360" cy="10998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latin typeface="Google"/>
            </a:rPr>
            <a:t>Disadvantages </a:t>
          </a:r>
          <a:endParaRPr lang="en-IN" sz="2000" kern="1200">
            <a:latin typeface="Google"/>
          </a:endParaRPr>
        </a:p>
      </dsp:txBody>
      <dsp:txXfrm>
        <a:off x="53688" y="3476091"/>
        <a:ext cx="7344984" cy="992424"/>
      </dsp:txXfrm>
    </dsp:sp>
    <dsp:sp modelId="{32BF98B2-4E98-4454-9205-0279549A5A70}">
      <dsp:nvSpPr>
        <dsp:cNvPr id="0" name=""/>
        <dsp:cNvSpPr/>
      </dsp:nvSpPr>
      <dsp:spPr>
        <a:xfrm>
          <a:off x="0" y="4522203"/>
          <a:ext cx="745236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612"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a:latin typeface="Google"/>
            </a:rPr>
            <a:t>High Computational Cost: Requires significant GPU/TPU resources and storage. </a:t>
          </a:r>
          <a:endParaRPr lang="en-IN" sz="1600" kern="1200">
            <a:latin typeface="Google"/>
          </a:endParaRPr>
        </a:p>
        <a:p>
          <a:pPr marL="171450" lvl="1" indent="-171450" algn="l" defTabSz="711200" rtl="0">
            <a:lnSpc>
              <a:spcPct val="90000"/>
            </a:lnSpc>
            <a:spcBef>
              <a:spcPct val="0"/>
            </a:spcBef>
            <a:spcAft>
              <a:spcPct val="20000"/>
            </a:spcAft>
            <a:buChar char="•"/>
          </a:pPr>
          <a:r>
            <a:rPr lang="en-US" sz="1600" kern="1200">
              <a:latin typeface="Google"/>
            </a:rPr>
            <a:t>Catastrophic Forgetting: May lose knowledge from pre-training. </a:t>
          </a:r>
          <a:endParaRPr lang="en-IN" sz="1600" kern="1200">
            <a:latin typeface="Google"/>
          </a:endParaRPr>
        </a:p>
        <a:p>
          <a:pPr marL="171450" lvl="1" indent="-171450" algn="l" defTabSz="711200" rtl="0">
            <a:lnSpc>
              <a:spcPct val="90000"/>
            </a:lnSpc>
            <a:spcBef>
              <a:spcPct val="0"/>
            </a:spcBef>
            <a:spcAft>
              <a:spcPct val="20000"/>
            </a:spcAft>
            <a:buChar char="•"/>
          </a:pPr>
          <a:r>
            <a:rPr lang="en-US" sz="1600" kern="1200">
              <a:latin typeface="Google"/>
            </a:rPr>
            <a:t>Inefficient for Multi-Task Learning: Requires retraining for each new task.</a:t>
          </a:r>
          <a:endParaRPr lang="en-IN" sz="1600" kern="1200">
            <a:latin typeface="Google"/>
          </a:endParaRPr>
        </a:p>
      </dsp:txBody>
      <dsp:txXfrm>
        <a:off x="0" y="4522203"/>
        <a:ext cx="7452360" cy="828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D8411-9DA2-4D4F-BCE8-9C5C5E02CD77}">
      <dsp:nvSpPr>
        <dsp:cNvPr id="0" name=""/>
        <dsp:cNvSpPr/>
      </dsp:nvSpPr>
      <dsp:spPr>
        <a:xfrm>
          <a:off x="0" y="201969"/>
          <a:ext cx="10515600" cy="164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90000"/>
            </a:lnSpc>
            <a:spcBef>
              <a:spcPct val="0"/>
            </a:spcBef>
            <a:spcAft>
              <a:spcPct val="35000"/>
            </a:spcAft>
            <a:buNone/>
          </a:pPr>
          <a:r>
            <a:rPr lang="en-US" sz="3000" kern="1200">
              <a:latin typeface="Google"/>
            </a:rPr>
            <a:t>Parameter-Efficient Fine-Tuning (PEFT) optimizes adaptation by modifying a smaller set of parameters while keeping the majority of the model frozen. Common PEFT techniques include</a:t>
          </a:r>
          <a:endParaRPr lang="en-IN" sz="3000" kern="1200">
            <a:latin typeface="Google"/>
          </a:endParaRPr>
        </a:p>
      </dsp:txBody>
      <dsp:txXfrm>
        <a:off x="80532" y="282501"/>
        <a:ext cx="10354536" cy="1488636"/>
      </dsp:txXfrm>
    </dsp:sp>
    <dsp:sp modelId="{CE89FD36-C461-4FF2-B325-8EC178CBAE20}">
      <dsp:nvSpPr>
        <dsp:cNvPr id="0" name=""/>
        <dsp:cNvSpPr/>
      </dsp:nvSpPr>
      <dsp:spPr>
        <a:xfrm>
          <a:off x="0" y="1851669"/>
          <a:ext cx="10515600" cy="2297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rtl="0">
            <a:lnSpc>
              <a:spcPct val="90000"/>
            </a:lnSpc>
            <a:spcBef>
              <a:spcPct val="0"/>
            </a:spcBef>
            <a:spcAft>
              <a:spcPct val="20000"/>
            </a:spcAft>
            <a:buChar char="•"/>
          </a:pPr>
          <a:endParaRPr lang="en-IN" sz="2300" kern="1200">
            <a:latin typeface="Google"/>
          </a:endParaRPr>
        </a:p>
        <a:p>
          <a:pPr marL="228600" lvl="1" indent="-228600" algn="l" defTabSz="1022350" rtl="0">
            <a:lnSpc>
              <a:spcPct val="90000"/>
            </a:lnSpc>
            <a:spcBef>
              <a:spcPct val="0"/>
            </a:spcBef>
            <a:spcAft>
              <a:spcPct val="20000"/>
            </a:spcAft>
            <a:buChar char="•"/>
          </a:pPr>
          <a:r>
            <a:rPr lang="en-IN" sz="2300" kern="1200">
              <a:latin typeface="Google"/>
            </a:rPr>
            <a:t>LoRA (Low-Rank Adaptation) – Introduces trainable low-rank matrices. </a:t>
          </a:r>
        </a:p>
        <a:p>
          <a:pPr marL="228600" lvl="1" indent="-228600" algn="l" defTabSz="1022350" rtl="0">
            <a:lnSpc>
              <a:spcPct val="90000"/>
            </a:lnSpc>
            <a:spcBef>
              <a:spcPct val="0"/>
            </a:spcBef>
            <a:spcAft>
              <a:spcPct val="20000"/>
            </a:spcAft>
            <a:buChar char="•"/>
          </a:pPr>
          <a:r>
            <a:rPr lang="en-IN" sz="2300" kern="1200">
              <a:latin typeface="Google"/>
            </a:rPr>
            <a:t>IA3 (Infused Adapter-Attention) – Modifies activations using learned scaling factors. </a:t>
          </a:r>
        </a:p>
        <a:p>
          <a:pPr marL="228600" lvl="1" indent="-228600" algn="l" defTabSz="1022350" rtl="0">
            <a:lnSpc>
              <a:spcPct val="90000"/>
            </a:lnSpc>
            <a:spcBef>
              <a:spcPct val="0"/>
            </a:spcBef>
            <a:spcAft>
              <a:spcPct val="20000"/>
            </a:spcAft>
            <a:buChar char="•"/>
          </a:pPr>
          <a:r>
            <a:rPr lang="en-IN" sz="2300" kern="1200">
              <a:latin typeface="Google"/>
            </a:rPr>
            <a:t>Adapters – Introduces small task-specific layers between transformer layers. </a:t>
          </a:r>
        </a:p>
        <a:p>
          <a:pPr marL="228600" lvl="1" indent="-228600" algn="l" defTabSz="1022350" rtl="0">
            <a:lnSpc>
              <a:spcPct val="90000"/>
            </a:lnSpc>
            <a:spcBef>
              <a:spcPct val="0"/>
            </a:spcBef>
            <a:spcAft>
              <a:spcPct val="20000"/>
            </a:spcAft>
            <a:buChar char="•"/>
          </a:pPr>
          <a:r>
            <a:rPr lang="en-IN" sz="2300" kern="1200">
              <a:latin typeface="Google"/>
            </a:rPr>
            <a:t>Prefix Tuning – Optimizes continuous prompts instead of modifying weights.</a:t>
          </a:r>
        </a:p>
      </dsp:txBody>
      <dsp:txXfrm>
        <a:off x="0" y="1851669"/>
        <a:ext cx="10515600" cy="2297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513B6A-FE7C-4BBF-8432-568C535A3BF3}">
      <dsp:nvSpPr>
        <dsp:cNvPr id="0" name=""/>
        <dsp:cNvSpPr/>
      </dsp:nvSpPr>
      <dsp:spPr>
        <a:xfrm>
          <a:off x="0" y="875307"/>
          <a:ext cx="10515600" cy="88520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latin typeface="Google"/>
            </a:rPr>
            <a:t>Use PEFT If: </a:t>
          </a:r>
          <a:endParaRPr lang="en-IN" sz="2000" kern="1200" dirty="0">
            <a:latin typeface="Google"/>
          </a:endParaRPr>
        </a:p>
      </dsp:txBody>
      <dsp:txXfrm>
        <a:off x="43212" y="918519"/>
        <a:ext cx="10429176" cy="798785"/>
      </dsp:txXfrm>
    </dsp:sp>
    <dsp:sp modelId="{1FC91C73-9207-4AD2-8D11-37F6677E6562}">
      <dsp:nvSpPr>
        <dsp:cNvPr id="0" name=""/>
        <dsp:cNvSpPr/>
      </dsp:nvSpPr>
      <dsp:spPr>
        <a:xfrm>
          <a:off x="0" y="1760517"/>
          <a:ext cx="10515600" cy="1715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228600" lvl="1" indent="-228600" algn="l" defTabSz="889000" rtl="0">
            <a:lnSpc>
              <a:spcPct val="90000"/>
            </a:lnSpc>
            <a:spcBef>
              <a:spcPct val="0"/>
            </a:spcBef>
            <a:spcAft>
              <a:spcPct val="20000"/>
            </a:spcAft>
            <a:buChar char="•"/>
          </a:pPr>
          <a:endParaRPr lang="en-IN" sz="2000" kern="1200" dirty="0">
            <a:latin typeface="Google"/>
          </a:endParaRPr>
        </a:p>
        <a:p>
          <a:pPr marL="228600" lvl="1" indent="-228600" algn="l" defTabSz="889000" rtl="0">
            <a:lnSpc>
              <a:spcPct val="90000"/>
            </a:lnSpc>
            <a:spcBef>
              <a:spcPct val="0"/>
            </a:spcBef>
            <a:spcAft>
              <a:spcPct val="20000"/>
            </a:spcAft>
            <a:buChar char="•"/>
          </a:pPr>
          <a:r>
            <a:rPr lang="en-US" sz="2000" kern="1200" dirty="0">
              <a:latin typeface="Google"/>
            </a:rPr>
            <a:t>You have limited computational resources. </a:t>
          </a:r>
          <a:endParaRPr lang="en-IN" sz="2000" kern="1200" dirty="0">
            <a:latin typeface="Google"/>
          </a:endParaRPr>
        </a:p>
        <a:p>
          <a:pPr marL="228600" lvl="1" indent="-228600" algn="l" defTabSz="889000" rtl="0">
            <a:lnSpc>
              <a:spcPct val="90000"/>
            </a:lnSpc>
            <a:spcBef>
              <a:spcPct val="0"/>
            </a:spcBef>
            <a:spcAft>
              <a:spcPct val="20000"/>
            </a:spcAft>
            <a:buChar char="•"/>
          </a:pPr>
          <a:r>
            <a:rPr lang="en-US" sz="2000" kern="1200">
              <a:latin typeface="Google"/>
            </a:rPr>
            <a:t>You need to fine-tune large models efficiently. </a:t>
          </a:r>
          <a:endParaRPr lang="en-IN" sz="2000" kern="1200">
            <a:latin typeface="Google"/>
          </a:endParaRPr>
        </a:p>
        <a:p>
          <a:pPr marL="228600" lvl="1" indent="-228600" algn="l" defTabSz="889000" rtl="0">
            <a:lnSpc>
              <a:spcPct val="90000"/>
            </a:lnSpc>
            <a:spcBef>
              <a:spcPct val="0"/>
            </a:spcBef>
            <a:spcAft>
              <a:spcPct val="20000"/>
            </a:spcAft>
            <a:buChar char="•"/>
          </a:pPr>
          <a:r>
            <a:rPr lang="en-US" sz="2000" kern="1200">
              <a:latin typeface="Google"/>
            </a:rPr>
            <a:t>You are working on multi-task learning or transfer learning. </a:t>
          </a:r>
          <a:endParaRPr lang="en-IN" sz="2000" kern="1200">
            <a:latin typeface="Google"/>
          </a:endParaRPr>
        </a:p>
        <a:p>
          <a:pPr marL="228600" lvl="1" indent="-228600" algn="l" defTabSz="889000" rtl="0">
            <a:lnSpc>
              <a:spcPct val="90000"/>
            </a:lnSpc>
            <a:spcBef>
              <a:spcPct val="0"/>
            </a:spcBef>
            <a:spcAft>
              <a:spcPct val="20000"/>
            </a:spcAft>
            <a:buChar char="•"/>
          </a:pPr>
          <a:r>
            <a:rPr lang="en-US" sz="2000" kern="1200" dirty="0">
              <a:latin typeface="Google"/>
            </a:rPr>
            <a:t>You want to retain knowledge from the pre-trained model while adapting to new tasks.</a:t>
          </a:r>
          <a:endParaRPr lang="en-IN" sz="2000" kern="1200" dirty="0">
            <a:latin typeface="Google"/>
          </a:endParaRPr>
        </a:p>
      </dsp:txBody>
      <dsp:txXfrm>
        <a:off x="0" y="1760517"/>
        <a:ext cx="10515600" cy="17155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3010B1-E54F-416C-A449-52105AFDB5F5}">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56707E-DA93-415F-BECB-8A91A6545F94}">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E2BEFC-0602-4BD3-987B-2F1BBD0702C5}">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Reduces memory usage by keeping most model weights frozen </a:t>
          </a:r>
        </a:p>
      </dsp:txBody>
      <dsp:txXfrm>
        <a:off x="1939533" y="717"/>
        <a:ext cx="4362067" cy="1679249"/>
      </dsp:txXfrm>
    </dsp:sp>
    <dsp:sp modelId="{E0B231D8-C26F-4CE0-8EFA-8CC3CC910E8D}">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7ADD2D-2B30-43AA-9BB4-9C63AAEC8A88}">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D117DA-F6CD-436B-A915-DE8AB0EE798D}">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Faster training with fewer trainable parameters </a:t>
          </a:r>
        </a:p>
      </dsp:txBody>
      <dsp:txXfrm>
        <a:off x="1939533" y="2099779"/>
        <a:ext cx="4362067" cy="1679249"/>
      </dsp:txXfrm>
    </dsp:sp>
    <dsp:sp modelId="{3C774FC6-D794-4122-882C-A15DC6E93B54}">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C84767-96FE-4DAA-A4D7-7F504784BDE4}">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EAB44F-952D-48F6-B4DF-4B6371A3104D}">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Maintains performance close to full fine-tuning</a:t>
          </a:r>
        </a:p>
      </dsp:txBody>
      <dsp:txXfrm>
        <a:off x="1939533" y="4198841"/>
        <a:ext cx="4362067" cy="16792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44239-03A4-4281-A4A7-CA261586FE5D}">
      <dsp:nvSpPr>
        <dsp:cNvPr id="0" name=""/>
        <dsp:cNvSpPr/>
      </dsp:nvSpPr>
      <dsp:spPr>
        <a:xfrm>
          <a:off x="0" y="707092"/>
          <a:ext cx="10711003"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53049A-5BAE-448E-AE6C-6103D5A2F899}">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782F6F-18BD-45BE-AB4F-F1415BE69FA7}">
      <dsp:nvSpPr>
        <dsp:cNvPr id="0" name=""/>
        <dsp:cNvSpPr/>
      </dsp:nvSpPr>
      <dsp:spPr>
        <a:xfrm>
          <a:off x="1507738" y="707092"/>
          <a:ext cx="9203265"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977900">
            <a:lnSpc>
              <a:spcPct val="100000"/>
            </a:lnSpc>
            <a:spcBef>
              <a:spcPct val="0"/>
            </a:spcBef>
            <a:spcAft>
              <a:spcPct val="35000"/>
            </a:spcAft>
            <a:buNone/>
          </a:pPr>
          <a:r>
            <a:rPr lang="en-US" sz="2200" kern="1200"/>
            <a:t>Instead of modifying the original weights, LoRA injects low-rank trainable matrices into the pre-trained model’s layers (typically in attention layers of Transformers). </a:t>
          </a:r>
        </a:p>
      </dsp:txBody>
      <dsp:txXfrm>
        <a:off x="1507738" y="707092"/>
        <a:ext cx="9203265" cy="1305401"/>
      </dsp:txXfrm>
    </dsp:sp>
    <dsp:sp modelId="{68FD19CB-4160-4917-A9A2-2B0A015BC690}">
      <dsp:nvSpPr>
        <dsp:cNvPr id="0" name=""/>
        <dsp:cNvSpPr/>
      </dsp:nvSpPr>
      <dsp:spPr>
        <a:xfrm>
          <a:off x="0" y="2338844"/>
          <a:ext cx="10711003"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B43847-4470-4B57-8329-5A10D88D8A0E}">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7A3BE5-92CD-478F-BD69-8A5EB83FD5B8}">
      <dsp:nvSpPr>
        <dsp:cNvPr id="0" name=""/>
        <dsp:cNvSpPr/>
      </dsp:nvSpPr>
      <dsp:spPr>
        <a:xfrm>
          <a:off x="1507738" y="2338844"/>
          <a:ext cx="9203265"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977900">
            <a:lnSpc>
              <a:spcPct val="100000"/>
            </a:lnSpc>
            <a:spcBef>
              <a:spcPct val="0"/>
            </a:spcBef>
            <a:spcAft>
              <a:spcPct val="35000"/>
            </a:spcAft>
            <a:buNone/>
          </a:pPr>
          <a:r>
            <a:rPr lang="en-US" sz="2200" kern="1200"/>
            <a:t>These matrices capture task-specific knowledge while keeping the base model unchanged, allowing for efficient adaptation.</a:t>
          </a:r>
        </a:p>
      </dsp:txBody>
      <dsp:txXfrm>
        <a:off x="1507738" y="2338844"/>
        <a:ext cx="9203265" cy="13054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EBCB8-F386-4450-AD9B-3D0A347DD21D}">
      <dsp:nvSpPr>
        <dsp:cNvPr id="0" name=""/>
        <dsp:cNvSpPr/>
      </dsp:nvSpPr>
      <dsp:spPr>
        <a:xfrm>
          <a:off x="0" y="2626263"/>
          <a:ext cx="2628900" cy="17231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256032" rIns="186967" bIns="256032" numCol="1" spcCol="1270" anchor="ctr" anchorCtr="0">
          <a:noAutofit/>
        </a:bodyPr>
        <a:lstStyle/>
        <a:p>
          <a:pPr marL="0" lvl="0" indent="0" algn="ctr" defTabSz="1600200" rtl="0">
            <a:lnSpc>
              <a:spcPct val="90000"/>
            </a:lnSpc>
            <a:spcBef>
              <a:spcPct val="0"/>
            </a:spcBef>
            <a:spcAft>
              <a:spcPct val="35000"/>
            </a:spcAft>
            <a:buNone/>
          </a:pPr>
          <a:r>
            <a:rPr lang="en-US" sz="3600" kern="1200">
              <a:latin typeface="Google"/>
            </a:rPr>
            <a:t>Use LoRA when </a:t>
          </a:r>
          <a:endParaRPr lang="en-IN" sz="3600" kern="1200">
            <a:latin typeface="Google"/>
          </a:endParaRPr>
        </a:p>
      </dsp:txBody>
      <dsp:txXfrm>
        <a:off x="0" y="2626263"/>
        <a:ext cx="2628900" cy="1723112"/>
      </dsp:txXfrm>
    </dsp:sp>
    <dsp:sp modelId="{151FE18C-D216-4D95-8B00-37B638B21DE5}">
      <dsp:nvSpPr>
        <dsp:cNvPr id="0" name=""/>
        <dsp:cNvSpPr/>
      </dsp:nvSpPr>
      <dsp:spPr>
        <a:xfrm>
          <a:off x="2628900" y="2626263"/>
          <a:ext cx="7886700" cy="1723112"/>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215900" rIns="159980" bIns="215900" numCol="1" spcCol="1270" anchor="ctr" anchorCtr="0">
          <a:noAutofit/>
        </a:bodyPr>
        <a:lstStyle/>
        <a:p>
          <a:pPr marL="0" lvl="0" indent="0" algn="l" defTabSz="755650" rtl="0">
            <a:lnSpc>
              <a:spcPct val="90000"/>
            </a:lnSpc>
            <a:spcBef>
              <a:spcPct val="0"/>
            </a:spcBef>
            <a:spcAft>
              <a:spcPct val="35000"/>
            </a:spcAft>
            <a:buNone/>
          </a:pPr>
          <a:r>
            <a:rPr lang="en-US" sz="1700" kern="1200">
              <a:latin typeface="Google"/>
            </a:rPr>
            <a:t>You are fine-tuning Transformer-based models efficiently </a:t>
          </a:r>
          <a:endParaRPr lang="en-IN" sz="1700" kern="1200">
            <a:latin typeface="Google"/>
          </a:endParaRPr>
        </a:p>
        <a:p>
          <a:pPr marL="0" lvl="0" indent="0" algn="l" defTabSz="755650" rtl="0">
            <a:lnSpc>
              <a:spcPct val="90000"/>
            </a:lnSpc>
            <a:spcBef>
              <a:spcPct val="0"/>
            </a:spcBef>
            <a:spcAft>
              <a:spcPct val="35000"/>
            </a:spcAft>
            <a:buNone/>
          </a:pPr>
          <a:r>
            <a:rPr lang="en-US" sz="1700" kern="1200">
              <a:latin typeface="Google"/>
            </a:rPr>
            <a:t>You need to fine-tune multiple tasks efficiently while keeping the base model unchanged </a:t>
          </a:r>
          <a:endParaRPr lang="en-IN" sz="1700" kern="1200">
            <a:latin typeface="Google"/>
          </a:endParaRPr>
        </a:p>
        <a:p>
          <a:pPr marL="0" lvl="0" indent="0" algn="l" defTabSz="755650" rtl="0">
            <a:lnSpc>
              <a:spcPct val="90000"/>
            </a:lnSpc>
            <a:spcBef>
              <a:spcPct val="0"/>
            </a:spcBef>
            <a:spcAft>
              <a:spcPct val="35000"/>
            </a:spcAft>
            <a:buNone/>
          </a:pPr>
          <a:r>
            <a:rPr lang="en-US" sz="1700" kern="1200">
              <a:latin typeface="Google"/>
            </a:rPr>
            <a:t>You want to deploy fine-tuned adapters without storing multiple full model copies</a:t>
          </a:r>
          <a:endParaRPr lang="en-IN" sz="1700" kern="1200">
            <a:latin typeface="Google"/>
          </a:endParaRPr>
        </a:p>
      </dsp:txBody>
      <dsp:txXfrm>
        <a:off x="2628900" y="2626263"/>
        <a:ext cx="7886700" cy="1723112"/>
      </dsp:txXfrm>
    </dsp:sp>
    <dsp:sp modelId="{F1D93B64-C855-4FC1-B57E-90920CB73AE7}">
      <dsp:nvSpPr>
        <dsp:cNvPr id="0" name=""/>
        <dsp:cNvSpPr/>
      </dsp:nvSpPr>
      <dsp:spPr>
        <a:xfrm rot="10800000">
          <a:off x="0" y="1962"/>
          <a:ext cx="2628900" cy="2650147"/>
        </a:xfrm>
        <a:prstGeom prst="upArrowCallout">
          <a:avLst>
            <a:gd name="adj1" fmla="val 5000"/>
            <a:gd name="adj2" fmla="val 10000"/>
            <a:gd name="adj3" fmla="val 15000"/>
            <a:gd name="adj4" fmla="val 64977"/>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w="6350" cap="flat" cmpd="sng" algn="ctr">
          <a:solidFill>
            <a:schemeClr val="accent2">
              <a:hueOff val="-1455363"/>
              <a:satOff val="-83928"/>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6967" tIns="256032" rIns="186967" bIns="256032" numCol="1" spcCol="1270" anchor="ctr" anchorCtr="0">
          <a:noAutofit/>
        </a:bodyPr>
        <a:lstStyle/>
        <a:p>
          <a:pPr marL="0" lvl="0" indent="0" algn="ctr" defTabSz="1600200" rtl="0">
            <a:lnSpc>
              <a:spcPct val="90000"/>
            </a:lnSpc>
            <a:spcBef>
              <a:spcPct val="0"/>
            </a:spcBef>
            <a:spcAft>
              <a:spcPct val="35000"/>
            </a:spcAft>
            <a:buNone/>
          </a:pPr>
          <a:r>
            <a:rPr lang="en-US" sz="3600" kern="1200">
              <a:latin typeface="Google"/>
            </a:rPr>
            <a:t>Use PEFT </a:t>
          </a:r>
          <a:endParaRPr lang="en-IN" sz="3600" kern="1200">
            <a:latin typeface="Google"/>
          </a:endParaRPr>
        </a:p>
      </dsp:txBody>
      <dsp:txXfrm rot="-10800000">
        <a:off x="0" y="1962"/>
        <a:ext cx="2628900" cy="1722595"/>
      </dsp:txXfrm>
    </dsp:sp>
    <dsp:sp modelId="{6B78AE8C-D192-4E5B-8BBA-D7012EBA9182}">
      <dsp:nvSpPr>
        <dsp:cNvPr id="0" name=""/>
        <dsp:cNvSpPr/>
      </dsp:nvSpPr>
      <dsp:spPr>
        <a:xfrm>
          <a:off x="2628900" y="1962"/>
          <a:ext cx="7886700" cy="1722595"/>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9980" tIns="215900" rIns="159980" bIns="215900" numCol="1" spcCol="1270" anchor="ctr" anchorCtr="0">
          <a:noAutofit/>
        </a:bodyPr>
        <a:lstStyle/>
        <a:p>
          <a:pPr marL="0" lvl="0" indent="0" algn="l" defTabSz="755650" rtl="0">
            <a:lnSpc>
              <a:spcPct val="90000"/>
            </a:lnSpc>
            <a:spcBef>
              <a:spcPct val="0"/>
            </a:spcBef>
            <a:spcAft>
              <a:spcPct val="35000"/>
            </a:spcAft>
            <a:buNone/>
          </a:pPr>
          <a:r>
            <a:rPr lang="en-US" sz="1700" kern="1200">
              <a:latin typeface="Google"/>
            </a:rPr>
            <a:t>when You need a general framework for efficient fine-tuning </a:t>
          </a:r>
          <a:endParaRPr lang="en-IN" sz="1700" kern="1200">
            <a:latin typeface="Google"/>
          </a:endParaRPr>
        </a:p>
        <a:p>
          <a:pPr marL="0" lvl="0" indent="0" algn="l" defTabSz="755650" rtl="0">
            <a:lnSpc>
              <a:spcPct val="90000"/>
            </a:lnSpc>
            <a:spcBef>
              <a:spcPct val="0"/>
            </a:spcBef>
            <a:spcAft>
              <a:spcPct val="35000"/>
            </a:spcAft>
            <a:buNone/>
          </a:pPr>
          <a:r>
            <a:rPr lang="en-US" sz="1700" kern="1200">
              <a:latin typeface="Google"/>
            </a:rPr>
            <a:t>You want flexibility in choosing methods (prompt tuning, adapters, LoRA, etc.) </a:t>
          </a:r>
          <a:endParaRPr lang="en-IN" sz="1700" kern="1200">
            <a:latin typeface="Google"/>
          </a:endParaRPr>
        </a:p>
        <a:p>
          <a:pPr marL="0" lvl="0" indent="0" algn="l" defTabSz="755650" rtl="0">
            <a:lnSpc>
              <a:spcPct val="90000"/>
            </a:lnSpc>
            <a:spcBef>
              <a:spcPct val="0"/>
            </a:spcBef>
            <a:spcAft>
              <a:spcPct val="35000"/>
            </a:spcAft>
            <a:buNone/>
          </a:pPr>
          <a:r>
            <a:rPr lang="en-US" sz="1700" kern="1200" dirty="0">
              <a:latin typeface="Google"/>
            </a:rPr>
            <a:t>Your model has limited compute or memory for training </a:t>
          </a:r>
          <a:endParaRPr lang="en-IN" sz="1700" kern="1200" dirty="0">
            <a:latin typeface="Google"/>
          </a:endParaRPr>
        </a:p>
      </dsp:txBody>
      <dsp:txXfrm>
        <a:off x="2628900" y="1962"/>
        <a:ext cx="7886700" cy="172259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FE3CC62-5C93-49DA-8767-5C8BA242CCE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2280692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E3CC62-5C93-49DA-8767-5C8BA242CCE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2173559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E3CC62-5C93-49DA-8767-5C8BA242CCE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2747946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FE3CC62-5C93-49DA-8767-5C8BA242CCE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121806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FE3CC62-5C93-49DA-8767-5C8BA242CCE0}" type="datetimeFigureOut">
              <a:rPr lang="en-IN" smtClean="0"/>
              <a:t>02-12-2025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18280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E3CC62-5C93-49DA-8767-5C8BA242CCE0}" type="datetimeFigureOut">
              <a:rPr lang="en-IN" smtClean="0"/>
              <a:t>02-12-2025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3477141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E3CC62-5C93-49DA-8767-5C8BA242CCE0}" type="datetimeFigureOut">
              <a:rPr lang="en-IN" smtClean="0"/>
              <a:t>02-12-2025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3947784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3CC62-5C93-49DA-8767-5C8BA242CCE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116648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3CC62-5C93-49DA-8767-5C8BA242CCE0}"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3610384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E3CC62-5C93-49DA-8767-5C8BA242CCE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4145556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E3CC62-5C93-49DA-8767-5C8BA242CCE0}"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5883B-4BC5-42B1-9F24-DCA2507E7C5E}" type="slidenum">
              <a:rPr lang="en-IN" smtClean="0"/>
              <a:t>‹#›</a:t>
            </a:fld>
            <a:endParaRPr lang="en-IN"/>
          </a:p>
        </p:txBody>
      </p:sp>
    </p:spTree>
    <p:extLst>
      <p:ext uri="{BB962C8B-B14F-4D97-AF65-F5344CB8AC3E}">
        <p14:creationId xmlns:p14="http://schemas.microsoft.com/office/powerpoint/2010/main" val="2101627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E3CC62-5C93-49DA-8767-5C8BA242CCE0}" type="datetimeFigureOut">
              <a:rPr lang="en-IN" smtClean="0"/>
              <a:t>02-12-2025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55883B-4BC5-42B1-9F24-DCA2507E7C5E}" type="slidenum">
              <a:rPr lang="en-IN" smtClean="0"/>
              <a:t>‹#›</a:t>
            </a:fld>
            <a:endParaRPr lang="en-IN"/>
          </a:p>
        </p:txBody>
      </p:sp>
    </p:spTree>
    <p:extLst>
      <p:ext uri="{BB962C8B-B14F-4D97-AF65-F5344CB8AC3E}">
        <p14:creationId xmlns:p14="http://schemas.microsoft.com/office/powerpoint/2010/main" val="1362822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alphaModFix/>
          </a:blip>
          <a:srcRect l="53468" r="16424" b="1"/>
          <a:stretch>
            <a:fillRect/>
          </a:stretch>
        </p:blipFill>
        <p:spPr>
          <a:xfrm rot="10800000">
            <a:off x="4547937" y="-5"/>
            <a:ext cx="7644062" cy="3681406"/>
          </a:xfrm>
          <a:prstGeom prst="rect">
            <a:avLst/>
          </a:prstGeom>
        </p:spPr>
      </p:pic>
      <p:pic>
        <p:nvPicPr>
          <p:cNvPr id="5" name="Picture 4"/>
          <p:cNvPicPr>
            <a:picLocks noChangeAspect="1"/>
          </p:cNvPicPr>
          <p:nvPr/>
        </p:nvPicPr>
        <p:blipFill>
          <a:blip r:embed="rId2"/>
          <a:srcRect l="51076" r="14032"/>
          <a:stretch>
            <a:fillRect/>
          </a:stretch>
        </p:blipFill>
        <p:spPr>
          <a:xfrm>
            <a:off x="4547938" y="3681409"/>
            <a:ext cx="7644062" cy="3176595"/>
          </a:xfrm>
          <a:prstGeom prst="rect">
            <a:avLst/>
          </a:prstGeom>
        </p:spPr>
      </p:pic>
      <p:sp>
        <p:nvSpPr>
          <p:cNvPr id="12" name="Rectangle 11">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1115219"/>
            <a:ext cx="5395912" cy="2387600"/>
          </a:xfrm>
        </p:spPr>
        <p:txBody>
          <a:bodyPr>
            <a:normAutofit/>
          </a:bodyPr>
          <a:lstStyle/>
          <a:p>
            <a:pPr algn="l"/>
            <a:r>
              <a:rPr lang="en-US" sz="5000" b="1">
                <a:solidFill>
                  <a:schemeClr val="bg1"/>
                </a:solidFill>
                <a:latin typeface="Google"/>
              </a:rPr>
              <a:t>Fine tuning LLM</a:t>
            </a:r>
            <a:endParaRPr lang="en-IN" sz="5000" b="1">
              <a:solidFill>
                <a:schemeClr val="bg1"/>
              </a:solidFill>
              <a:latin typeface="Google"/>
            </a:endParaRPr>
          </a:p>
        </p:txBody>
      </p:sp>
      <p:sp>
        <p:nvSpPr>
          <p:cNvPr id="3" name="Subtitle 2"/>
          <p:cNvSpPr>
            <a:spLocks noGrp="1"/>
          </p:cNvSpPr>
          <p:nvPr>
            <p:ph type="subTitle" idx="1"/>
          </p:nvPr>
        </p:nvSpPr>
        <p:spPr>
          <a:xfrm>
            <a:off x="838200" y="3902075"/>
            <a:ext cx="5395912" cy="1655762"/>
          </a:xfrm>
        </p:spPr>
        <p:txBody>
          <a:bodyPr>
            <a:normAutofit/>
          </a:bodyPr>
          <a:lstStyle/>
          <a:p>
            <a:pPr algn="l"/>
            <a:r>
              <a:rPr lang="en-US" sz="2000">
                <a:solidFill>
                  <a:schemeClr val="bg1"/>
                </a:solidFill>
                <a:latin typeface="Google"/>
              </a:rPr>
              <a:t>:- Harsh Dalal</a:t>
            </a:r>
            <a:endParaRPr lang="en-IN" sz="2000">
              <a:solidFill>
                <a:schemeClr val="bg1"/>
              </a:solidFill>
              <a:latin typeface="Google"/>
            </a:endParaRPr>
          </a:p>
        </p:txBody>
      </p:sp>
      <p:cxnSp>
        <p:nvCxnSpPr>
          <p:cNvPr id="14" name="Straight Connector 13">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515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rcRect t="2100" r="2" b="21162"/>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a:solidFill>
                  <a:schemeClr val="bg1"/>
                </a:solidFill>
                <a:latin typeface="+mj-lt"/>
                <a:ea typeface="+mj-ea"/>
                <a:cs typeface="+mj-cs"/>
              </a:rPr>
              <a:t>Fine tuning LLM</a:t>
            </a:r>
          </a:p>
          <a:p>
            <a:pPr>
              <a:lnSpc>
                <a:spcPct val="90000"/>
              </a:lnSpc>
              <a:spcBef>
                <a:spcPct val="0"/>
              </a:spcBef>
              <a:spcAft>
                <a:spcPts val="600"/>
              </a:spcAft>
            </a:pPr>
            <a:r>
              <a:rPr lang="en-US" sz="4800" b="1">
                <a:solidFill>
                  <a:schemeClr val="bg1"/>
                </a:solidFill>
                <a:latin typeface="+mj-lt"/>
                <a:ea typeface="+mj-ea"/>
                <a:cs typeface="+mj-cs"/>
              </a:rPr>
              <a:t>Techniques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25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55320" y="429030"/>
            <a:ext cx="2834640" cy="5457589"/>
          </a:xfrm>
        </p:spPr>
        <p:txBody>
          <a:bodyPr anchor="ctr">
            <a:normAutofit/>
          </a:bodyPr>
          <a:lstStyle/>
          <a:p>
            <a:r>
              <a:rPr lang="en-IN" sz="4000" b="1">
                <a:latin typeface="Google"/>
              </a:rPr>
              <a:t>What is Full Fine-Tuning?</a:t>
            </a:r>
          </a:p>
        </p:txBody>
      </p:sp>
      <p:sp>
        <p:nvSpPr>
          <p:cNvPr id="13" name="Rectangle 12">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150514987"/>
              </p:ext>
            </p:extLst>
          </p:nvPr>
        </p:nvGraphicFramePr>
        <p:xfrm>
          <a:off x="4041648" y="429030"/>
          <a:ext cx="7452360" cy="5459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7512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IN" b="1">
                <a:latin typeface="Google"/>
              </a:rPr>
              <a:t>What is PEFT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565441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033494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761802" y="762001"/>
            <a:ext cx="4080362" cy="1708242"/>
          </a:xfrm>
        </p:spPr>
        <p:txBody>
          <a:bodyPr anchor="ctr">
            <a:normAutofit/>
          </a:bodyPr>
          <a:lstStyle/>
          <a:p>
            <a:r>
              <a:rPr lang="en-IN" sz="4000" b="1">
                <a:latin typeface="Google"/>
              </a:rPr>
              <a:t>What is PEFT</a:t>
            </a:r>
            <a:endParaRPr lang="en-IN" sz="4000"/>
          </a:p>
        </p:txBody>
      </p:sp>
      <p:sp>
        <p:nvSpPr>
          <p:cNvPr id="3" name="Content Placeholder 2"/>
          <p:cNvSpPr>
            <a:spLocks noGrp="1"/>
          </p:cNvSpPr>
          <p:nvPr>
            <p:ph idx="1"/>
          </p:nvPr>
        </p:nvSpPr>
        <p:spPr>
          <a:xfrm>
            <a:off x="761803" y="2470244"/>
            <a:ext cx="4080361" cy="3769834"/>
          </a:xfrm>
        </p:spPr>
        <p:txBody>
          <a:bodyPr anchor="ctr">
            <a:normAutofit/>
          </a:bodyPr>
          <a:lstStyle/>
          <a:p>
            <a:pPr marL="0" indent="0">
              <a:buNone/>
            </a:pPr>
            <a:r>
              <a:rPr lang="en-US" sz="2000">
                <a:latin typeface="Google"/>
              </a:rPr>
              <a:t>Fine-tuning massive models like GPT and BERT can be computationally expensive and storage-intensive. PEFT methods tackle this challenge by introducing small, trainable parameters that modify specific layers of the model while keeping the majority of weights frozen. This dramatically reduces computational overhead and enables efficient adaptation to new tasks.</a:t>
            </a:r>
            <a:endParaRPr lang="en-IN" sz="2000">
              <a:latin typeface="Google"/>
            </a:endParaRPr>
          </a:p>
        </p:txBody>
      </p:sp>
      <p:sp>
        <p:nvSpPr>
          <p:cNvPr id="11" name="Rectangle 10">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6096000" y="2195467"/>
            <a:ext cx="5334197" cy="2467066"/>
          </a:xfrm>
          <a:prstGeom prst="rect">
            <a:avLst/>
          </a:prstGeom>
        </p:spPr>
      </p:pic>
    </p:spTree>
    <p:extLst>
      <p:ext uri="{BB962C8B-B14F-4D97-AF65-F5344CB8AC3E}">
        <p14:creationId xmlns:p14="http://schemas.microsoft.com/office/powerpoint/2010/main" val="6835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2673" y="365125"/>
            <a:ext cx="10901127" cy="1325563"/>
          </a:xfrm>
        </p:spPr>
        <p:txBody>
          <a:bodyPr>
            <a:normAutofit/>
          </a:bodyPr>
          <a:lstStyle/>
          <a:p>
            <a:r>
              <a:rPr lang="en-IN" sz="3600" b="1" dirty="0">
                <a:latin typeface="Google"/>
              </a:rPr>
              <a:t>When to use PEFT?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97738752"/>
              </p:ext>
            </p:extLst>
          </p:nvPr>
        </p:nvGraphicFramePr>
        <p:xfrm>
          <a:off x="235389" y="122896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378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195697"/>
            <a:ext cx="3200400" cy="4238118"/>
          </a:xfrm>
        </p:spPr>
        <p:txBody>
          <a:bodyPr>
            <a:normAutofit/>
          </a:bodyPr>
          <a:lstStyle/>
          <a:p>
            <a:r>
              <a:rPr lang="en-IN" b="1">
                <a:solidFill>
                  <a:schemeClr val="bg1"/>
                </a:solidFill>
                <a:latin typeface="Google"/>
              </a:rPr>
              <a:t>Key Features of PEFT</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20" name="Content Placeholder 2">
            <a:extLst>
              <a:ext uri="{FF2B5EF4-FFF2-40B4-BE49-F238E27FC236}">
                <a16:creationId xmlns:a16="http://schemas.microsoft.com/office/drawing/2014/main" id="{450220F7-C0BE-0AF8-5C60-D83071007205}"/>
              </a:ext>
            </a:extLst>
          </p:cNvPr>
          <p:cNvGraphicFramePr>
            <a:graphicFrameLocks noGrp="1"/>
          </p:cNvGraphicFramePr>
          <p:nvPr>
            <p:ph idx="1"/>
            <p:extLst>
              <p:ext uri="{D42A27DB-BD31-4B8C-83A1-F6EECF244321}">
                <p14:modId xmlns:p14="http://schemas.microsoft.com/office/powerpoint/2010/main" val="4110836994"/>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0488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alphaModFix/>
          </a:blip>
          <a:srcRect l="53468" r="16424" b="1"/>
          <a:stretch>
            <a:fillRect/>
          </a:stretch>
        </p:blipFill>
        <p:spPr>
          <a:xfrm rot="10800000">
            <a:off x="4547937" y="-5"/>
            <a:ext cx="7644062" cy="3681406"/>
          </a:xfrm>
          <a:prstGeom prst="rect">
            <a:avLst/>
          </a:prstGeom>
        </p:spPr>
      </p:pic>
      <p:pic>
        <p:nvPicPr>
          <p:cNvPr id="5" name="Picture 4"/>
          <p:cNvPicPr>
            <a:picLocks noChangeAspect="1"/>
          </p:cNvPicPr>
          <p:nvPr/>
        </p:nvPicPr>
        <p:blipFill>
          <a:blip r:embed="rId2"/>
          <a:srcRect l="51076" r="14032"/>
          <a:stretch>
            <a:fillRect/>
          </a:stretch>
        </p:blipFill>
        <p:spPr>
          <a:xfrm>
            <a:off x="4547938" y="3681409"/>
            <a:ext cx="7644062" cy="3176595"/>
          </a:xfrm>
          <a:prstGeom prst="rect">
            <a:avLst/>
          </a:prstGeom>
        </p:spPr>
      </p:pic>
      <p:sp>
        <p:nvSpPr>
          <p:cNvPr id="12" name="Rectangle 11">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1115219"/>
            <a:ext cx="5395912" cy="2387600"/>
          </a:xfrm>
        </p:spPr>
        <p:txBody>
          <a:bodyPr>
            <a:normAutofit/>
          </a:bodyPr>
          <a:lstStyle/>
          <a:p>
            <a:pPr algn="l"/>
            <a:r>
              <a:rPr lang="en-US" sz="5000" b="1">
                <a:solidFill>
                  <a:schemeClr val="bg1"/>
                </a:solidFill>
                <a:latin typeface="Google"/>
              </a:rPr>
              <a:t>LoRA</a:t>
            </a:r>
            <a:endParaRPr lang="en-IN" sz="5000" b="1">
              <a:solidFill>
                <a:schemeClr val="bg1"/>
              </a:solidFill>
              <a:latin typeface="Google"/>
            </a:endParaRPr>
          </a:p>
        </p:txBody>
      </p:sp>
      <p:sp>
        <p:nvSpPr>
          <p:cNvPr id="3" name="Subtitle 2"/>
          <p:cNvSpPr>
            <a:spLocks noGrp="1"/>
          </p:cNvSpPr>
          <p:nvPr>
            <p:ph type="subTitle" idx="1"/>
          </p:nvPr>
        </p:nvSpPr>
        <p:spPr>
          <a:xfrm>
            <a:off x="838200" y="3902075"/>
            <a:ext cx="5395912" cy="1655762"/>
          </a:xfrm>
        </p:spPr>
        <p:txBody>
          <a:bodyPr>
            <a:normAutofit/>
          </a:bodyPr>
          <a:lstStyle/>
          <a:p>
            <a:pPr algn="l"/>
            <a:r>
              <a:rPr lang="en-US" sz="2000">
                <a:solidFill>
                  <a:schemeClr val="bg1"/>
                </a:solidFill>
                <a:latin typeface="Google"/>
              </a:rPr>
              <a:t>:- Harsh Dalal</a:t>
            </a:r>
            <a:endParaRPr lang="en-IN" sz="2000">
              <a:solidFill>
                <a:schemeClr val="bg1"/>
              </a:solidFill>
              <a:latin typeface="Google"/>
            </a:endParaRPr>
          </a:p>
        </p:txBody>
      </p:sp>
      <p:cxnSp>
        <p:nvCxnSpPr>
          <p:cNvPr id="14" name="Straight Connector 13">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376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IN" sz="4000" b="1">
                <a:solidFill>
                  <a:srgbClr val="FFFFFF"/>
                </a:solidFill>
                <a:latin typeface="Google"/>
              </a:rPr>
              <a:t>What is LoRA</a:t>
            </a:r>
          </a:p>
        </p:txBody>
      </p:sp>
      <p:sp>
        <p:nvSpPr>
          <p:cNvPr id="3" name="Content Placeholder 2"/>
          <p:cNvSpPr>
            <a:spLocks noGrp="1"/>
          </p:cNvSpPr>
          <p:nvPr>
            <p:ph idx="1"/>
          </p:nvPr>
        </p:nvSpPr>
        <p:spPr>
          <a:xfrm>
            <a:off x="4581727" y="649480"/>
            <a:ext cx="3025303" cy="5546047"/>
          </a:xfrm>
        </p:spPr>
        <p:txBody>
          <a:bodyPr anchor="ctr">
            <a:normAutofit/>
          </a:bodyPr>
          <a:lstStyle/>
          <a:p>
            <a:pPr marL="0" indent="0">
              <a:buNone/>
            </a:pPr>
            <a:r>
              <a:rPr lang="en-US" sz="2000" dirty="0">
                <a:latin typeface="Google"/>
              </a:rPr>
              <a:t>LoRA (Low-Rank Adaptation) is a specific PEFT method that decomposes weight updates into low-rank matrices, reducing the number of trainable parameters.</a:t>
            </a:r>
            <a:endParaRPr lang="en-IN" sz="2000" dirty="0">
              <a:latin typeface="Google"/>
            </a:endParaRPr>
          </a:p>
        </p:txBody>
      </p:sp>
      <p:pic>
        <p:nvPicPr>
          <p:cNvPr id="4" name="Picture 3"/>
          <p:cNvPicPr>
            <a:picLocks noChangeAspect="1"/>
          </p:cNvPicPr>
          <p:nvPr/>
        </p:nvPicPr>
        <p:blipFill>
          <a:blip r:embed="rId2"/>
          <a:stretch>
            <a:fillRect/>
          </a:stretch>
        </p:blipFill>
        <p:spPr>
          <a:xfrm>
            <a:off x="8109502" y="1857557"/>
            <a:ext cx="3615776" cy="3154764"/>
          </a:xfrm>
          <a:prstGeom prst="rect">
            <a:avLst/>
          </a:prstGeom>
        </p:spPr>
      </p:pic>
    </p:spTree>
    <p:extLst>
      <p:ext uri="{BB962C8B-B14F-4D97-AF65-F5344CB8AC3E}">
        <p14:creationId xmlns:p14="http://schemas.microsoft.com/office/powerpoint/2010/main" val="2850582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796" y="365125"/>
            <a:ext cx="10711004" cy="1325563"/>
          </a:xfrm>
        </p:spPr>
        <p:txBody>
          <a:bodyPr>
            <a:normAutofit/>
          </a:bodyPr>
          <a:lstStyle/>
          <a:p>
            <a:r>
              <a:rPr lang="en-IN" sz="3600" b="1" dirty="0">
                <a:latin typeface="Google"/>
              </a:rPr>
              <a:t>How LoRA Works</a:t>
            </a:r>
          </a:p>
        </p:txBody>
      </p:sp>
      <p:graphicFrame>
        <p:nvGraphicFramePr>
          <p:cNvPr id="5" name="Content Placeholder 2">
            <a:extLst>
              <a:ext uri="{FF2B5EF4-FFF2-40B4-BE49-F238E27FC236}">
                <a16:creationId xmlns:a16="http://schemas.microsoft.com/office/drawing/2014/main" id="{954483D0-30B2-F065-7969-A03A540E5D36}"/>
              </a:ext>
            </a:extLst>
          </p:cNvPr>
          <p:cNvGraphicFramePr>
            <a:graphicFrameLocks noGrp="1"/>
          </p:cNvGraphicFramePr>
          <p:nvPr>
            <p:ph idx="1"/>
          </p:nvPr>
        </p:nvGraphicFramePr>
        <p:xfrm>
          <a:off x="642796" y="1825625"/>
          <a:ext cx="1071100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1780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762001"/>
            <a:ext cx="5334197" cy="1708242"/>
          </a:xfrm>
        </p:spPr>
        <p:txBody>
          <a:bodyPr anchor="ctr">
            <a:normAutofit/>
          </a:bodyPr>
          <a:lstStyle/>
          <a:p>
            <a:r>
              <a:rPr lang="en-IN" sz="4000" b="1">
                <a:latin typeface="Google"/>
              </a:rPr>
              <a:t>Key Features of LoRA</a:t>
            </a:r>
          </a:p>
        </p:txBody>
      </p:sp>
      <p:sp>
        <p:nvSpPr>
          <p:cNvPr id="3" name="Content Placeholder 2"/>
          <p:cNvSpPr>
            <a:spLocks noGrp="1"/>
          </p:cNvSpPr>
          <p:nvPr>
            <p:ph idx="1"/>
          </p:nvPr>
        </p:nvSpPr>
        <p:spPr>
          <a:xfrm>
            <a:off x="761800" y="2470244"/>
            <a:ext cx="5334197" cy="3769835"/>
          </a:xfrm>
        </p:spPr>
        <p:txBody>
          <a:bodyPr anchor="ctr">
            <a:normAutofit/>
          </a:bodyPr>
          <a:lstStyle/>
          <a:p>
            <a:r>
              <a:rPr lang="en-US" sz="2000" dirty="0">
                <a:latin typeface="Google"/>
              </a:rPr>
              <a:t>Uses low-rank matrices to adapt pre-trained weights </a:t>
            </a:r>
          </a:p>
          <a:p>
            <a:r>
              <a:rPr lang="en-US" sz="2000" dirty="0">
                <a:latin typeface="Google"/>
              </a:rPr>
              <a:t>Reduces GPU memory requirements significantly </a:t>
            </a:r>
          </a:p>
          <a:p>
            <a:r>
              <a:rPr lang="en-US" sz="2000" dirty="0">
                <a:latin typeface="Google"/>
              </a:rPr>
              <a:t>Performs well across multiple tasks with minimal fine-tuning</a:t>
            </a:r>
            <a:endParaRPr lang="en-IN" sz="2000" dirty="0">
              <a:latin typeface="Google"/>
            </a:endParaRPr>
          </a:p>
        </p:txBody>
      </p:sp>
      <p:pic>
        <p:nvPicPr>
          <p:cNvPr id="5" name="Picture 4" descr="Close up of audio equipment">
            <a:extLst>
              <a:ext uri="{FF2B5EF4-FFF2-40B4-BE49-F238E27FC236}">
                <a16:creationId xmlns:a16="http://schemas.microsoft.com/office/drawing/2014/main" id="{870AC196-8327-9D78-9EB0-4DBBB564DAF8}"/>
              </a:ext>
            </a:extLst>
          </p:cNvPr>
          <p:cNvPicPr>
            <a:picLocks noChangeAspect="1"/>
          </p:cNvPicPr>
          <p:nvPr/>
        </p:nvPicPr>
        <p:blipFill>
          <a:blip r:embed="rId2"/>
          <a:srcRect l="18778" r="29461"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91222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PEFT vs LoRA – Key Differences</a:t>
            </a:r>
          </a:p>
        </p:txBody>
      </p:sp>
      <p:pic>
        <p:nvPicPr>
          <p:cNvPr id="4" name="Picture 3"/>
          <p:cNvPicPr>
            <a:picLocks noChangeAspect="1"/>
          </p:cNvPicPr>
          <p:nvPr/>
        </p:nvPicPr>
        <p:blipFill>
          <a:blip r:embed="rId2"/>
          <a:stretch>
            <a:fillRect/>
          </a:stretch>
        </p:blipFill>
        <p:spPr>
          <a:xfrm>
            <a:off x="4525251" y="467208"/>
            <a:ext cx="7180101" cy="5923584"/>
          </a:xfrm>
          <a:prstGeom prst="rect">
            <a:avLst/>
          </a:prstGeom>
        </p:spPr>
      </p:pic>
    </p:spTree>
    <p:extLst>
      <p:ext uri="{BB962C8B-B14F-4D97-AF65-F5344CB8AC3E}">
        <p14:creationId xmlns:p14="http://schemas.microsoft.com/office/powerpoint/2010/main" val="1090556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DD2C4A-D41D-672F-4F31-1A425642552D}"/>
              </a:ext>
            </a:extLst>
          </p:cNvPr>
          <p:cNvPicPr>
            <a:picLocks noChangeAspect="1"/>
          </p:cNvPicPr>
          <p:nvPr/>
        </p:nvPicPr>
        <p:blipFill>
          <a:blip r:embed="rId2">
            <a:duotone>
              <a:schemeClr val="bg2">
                <a:shade val="45000"/>
                <a:satMod val="135000"/>
              </a:schemeClr>
              <a:prstClr val="white"/>
            </a:duotone>
          </a:blip>
          <a:srcRect t="15244" r="9085" b="802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b="1">
                <a:latin typeface="Google"/>
              </a:rPr>
              <a:t>When to Use PEFT </a:t>
            </a:r>
            <a:r>
              <a:rPr lang="en-US" b="1" err="1">
                <a:latin typeface="Google"/>
              </a:rPr>
              <a:t>vs</a:t>
            </a:r>
            <a:r>
              <a:rPr lang="en-US" b="1">
                <a:latin typeface="Google"/>
              </a:rPr>
              <a:t> LoRA?</a:t>
            </a:r>
            <a:endParaRPr lang="en-IN" b="1">
              <a:latin typeface="Google"/>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368681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1726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black question marks with one yellow question mark">
            <a:extLst>
              <a:ext uri="{FF2B5EF4-FFF2-40B4-BE49-F238E27FC236}">
                <a16:creationId xmlns:a16="http://schemas.microsoft.com/office/drawing/2014/main" id="{BC55AC02-79A2-4FA9-FE86-AC11698B5E27}"/>
              </a:ext>
            </a:extLst>
          </p:cNvPr>
          <p:cNvPicPr>
            <a:picLocks noChangeAspect="1"/>
          </p:cNvPicPr>
          <p:nvPr/>
        </p:nvPicPr>
        <p:blipFill>
          <a:blip r:embed="rId2"/>
          <a:srcRect l="31901" t="2289" r="23019"/>
          <a:stretch>
            <a:fillRect/>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6ED02F-AB5E-9E68-5CE4-A4623DCF956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Any question </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797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E18DE8-3355-67E6-F4C1-2A8CAD2B99BF}"/>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0B099A90-A972-7F02-92ED-1CBC7F9E6B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02292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1532</Words>
  <Application>Microsoft Office PowerPoint</Application>
  <PresentationFormat>Widescreen</PresentationFormat>
  <Paragraphs>149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Fine tuning LLM</vt:lpstr>
      <vt:lpstr>PowerPoint Presentation</vt:lpstr>
      <vt:lpstr>What is Full Fine-Tuning?</vt:lpstr>
      <vt:lpstr>What is PEFT</vt:lpstr>
      <vt:lpstr>What is PEFT</vt:lpstr>
      <vt:lpstr>When to use PEFT?</vt:lpstr>
      <vt:lpstr>Key Features of PEFT</vt:lpstr>
      <vt:lpstr>LoRA</vt:lpstr>
      <vt:lpstr>What is LoRA</vt:lpstr>
      <vt:lpstr>How LoRA Works</vt:lpstr>
      <vt:lpstr>Key Features of LoRA</vt:lpstr>
      <vt:lpstr>PEFT vs LoRA – Key Differences</vt:lpstr>
      <vt:lpstr>When to Use PEFT vs LoRA?</vt:lpstr>
      <vt:lpstr>Any question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50</cp:revision>
  <dcterms:created xsi:type="dcterms:W3CDTF">2025-06-15T06:04:10Z</dcterms:created>
  <dcterms:modified xsi:type="dcterms:W3CDTF">2025-12-03T04:39:14Z</dcterms:modified>
</cp:coreProperties>
</file>