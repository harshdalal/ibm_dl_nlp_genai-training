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85" r:id="rId7"/>
    <p:sldId id="261" r:id="rId8"/>
    <p:sldId id="262" r:id="rId9"/>
    <p:sldId id="263" r:id="rId10"/>
    <p:sldId id="266" r:id="rId11"/>
    <p:sldId id="267" r:id="rId12"/>
    <p:sldId id="268" r:id="rId13"/>
    <p:sldId id="269" r:id="rId14"/>
    <p:sldId id="270" r:id="rId15"/>
    <p:sldId id="265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0" r:id="rId24"/>
    <p:sldId id="281" r:id="rId25"/>
    <p:sldId id="282" r:id="rId26"/>
    <p:sldId id="279" r:id="rId27"/>
    <p:sldId id="26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9E347B-C883-616F-18A7-8693B87979CC}" v="356" dt="2025-12-03T11:45:42.9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F13D0C-31F1-4C9A-8338-8B2B4BF357F9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6605C1A-FE74-43B2-A3D3-D2DC63CAC645}">
      <dgm:prSet/>
      <dgm:spPr/>
      <dgm:t>
        <a:bodyPr/>
        <a:lstStyle/>
        <a:p>
          <a:r>
            <a:rPr lang="en-US" b="1"/>
            <a:t>Word Tokenization</a:t>
          </a:r>
          <a:endParaRPr lang="en-US"/>
        </a:p>
      </dgm:t>
    </dgm:pt>
    <dgm:pt modelId="{D957AE4D-59D9-4A5B-A181-AA244E5B8BE1}" type="parTrans" cxnId="{C6B5F81A-57A5-45C8-9173-FD1EEF22BC07}">
      <dgm:prSet/>
      <dgm:spPr/>
      <dgm:t>
        <a:bodyPr/>
        <a:lstStyle/>
        <a:p>
          <a:endParaRPr lang="en-US"/>
        </a:p>
      </dgm:t>
    </dgm:pt>
    <dgm:pt modelId="{C3E7AB1B-B6DD-4CE7-B5C1-61E3F0C1C8C0}" type="sibTrans" cxnId="{C6B5F81A-57A5-45C8-9173-FD1EEF22BC07}">
      <dgm:prSet/>
      <dgm:spPr/>
      <dgm:t>
        <a:bodyPr/>
        <a:lstStyle/>
        <a:p>
          <a:endParaRPr lang="en-US"/>
        </a:p>
      </dgm:t>
    </dgm:pt>
    <dgm:pt modelId="{4D0BAC84-0497-497B-8A6A-61029CCA6EB3}">
      <dgm:prSet/>
      <dgm:spPr/>
      <dgm:t>
        <a:bodyPr/>
        <a:lstStyle/>
        <a:p>
          <a:r>
            <a:rPr lang="en-US"/>
            <a:t>Breaking text into individual words or subwords for processing.</a:t>
          </a:r>
        </a:p>
      </dgm:t>
    </dgm:pt>
    <dgm:pt modelId="{9AB9640C-68ED-41BA-8292-F7342EEC2C86}" type="parTrans" cxnId="{C8DAEA98-6F07-4E29-8340-B657E3D768F8}">
      <dgm:prSet/>
      <dgm:spPr/>
      <dgm:t>
        <a:bodyPr/>
        <a:lstStyle/>
        <a:p>
          <a:endParaRPr lang="en-US"/>
        </a:p>
      </dgm:t>
    </dgm:pt>
    <dgm:pt modelId="{B72A85A5-554D-4B63-A29C-5D9711093BF7}" type="sibTrans" cxnId="{C8DAEA98-6F07-4E29-8340-B657E3D768F8}">
      <dgm:prSet/>
      <dgm:spPr/>
      <dgm:t>
        <a:bodyPr/>
        <a:lstStyle/>
        <a:p>
          <a:endParaRPr lang="en-US"/>
        </a:p>
      </dgm:t>
    </dgm:pt>
    <dgm:pt modelId="{5FA3BC7C-AD1B-4457-9A8C-BB56605C60DF}">
      <dgm:prSet/>
      <dgm:spPr/>
      <dgm:t>
        <a:bodyPr/>
        <a:lstStyle/>
        <a:p>
          <a:r>
            <a:rPr lang="en-US" b="1"/>
            <a:t>Sentence Tokenization</a:t>
          </a:r>
          <a:endParaRPr lang="en-US"/>
        </a:p>
      </dgm:t>
    </dgm:pt>
    <dgm:pt modelId="{AE1001C7-5119-4110-AAB5-C952D7307F07}" type="parTrans" cxnId="{33494C88-A765-4F54-BE4A-DB5F612296A4}">
      <dgm:prSet/>
      <dgm:spPr/>
      <dgm:t>
        <a:bodyPr/>
        <a:lstStyle/>
        <a:p>
          <a:endParaRPr lang="en-US"/>
        </a:p>
      </dgm:t>
    </dgm:pt>
    <dgm:pt modelId="{5300166D-B382-41E3-BF0E-98A6C027B39A}" type="sibTrans" cxnId="{33494C88-A765-4F54-BE4A-DB5F612296A4}">
      <dgm:prSet/>
      <dgm:spPr/>
      <dgm:t>
        <a:bodyPr/>
        <a:lstStyle/>
        <a:p>
          <a:endParaRPr lang="en-US"/>
        </a:p>
      </dgm:t>
    </dgm:pt>
    <dgm:pt modelId="{4AC93FB2-F93A-4998-812E-CFA85D07A99E}">
      <dgm:prSet/>
      <dgm:spPr/>
      <dgm:t>
        <a:bodyPr/>
        <a:lstStyle/>
        <a:p>
          <a:r>
            <a:rPr lang="en-US"/>
            <a:t>Splitting a paragraph or document into individual sentences.</a:t>
          </a:r>
        </a:p>
      </dgm:t>
    </dgm:pt>
    <dgm:pt modelId="{96717C6B-E839-4A96-AFFC-76E9D739E29A}" type="parTrans" cxnId="{99B706DC-809B-4D9B-98BB-BB4B2F76045F}">
      <dgm:prSet/>
      <dgm:spPr/>
      <dgm:t>
        <a:bodyPr/>
        <a:lstStyle/>
        <a:p>
          <a:endParaRPr lang="en-US"/>
        </a:p>
      </dgm:t>
    </dgm:pt>
    <dgm:pt modelId="{282ED40E-0AAA-4D79-99A2-03A220354CD7}" type="sibTrans" cxnId="{99B706DC-809B-4D9B-98BB-BB4B2F76045F}">
      <dgm:prSet/>
      <dgm:spPr/>
      <dgm:t>
        <a:bodyPr/>
        <a:lstStyle/>
        <a:p>
          <a:endParaRPr lang="en-US"/>
        </a:p>
      </dgm:t>
    </dgm:pt>
    <dgm:pt modelId="{68D1EDC3-1857-48ED-AFCF-F6C2DFFF32D9}">
      <dgm:prSet/>
      <dgm:spPr/>
      <dgm:t>
        <a:bodyPr/>
        <a:lstStyle/>
        <a:p>
          <a:r>
            <a:rPr lang="en-US" b="1"/>
            <a:t>Removing Stopwords</a:t>
          </a:r>
          <a:endParaRPr lang="en-US"/>
        </a:p>
      </dgm:t>
    </dgm:pt>
    <dgm:pt modelId="{4EFF425C-B196-4E00-BBE7-F91B38ACB9AB}" type="parTrans" cxnId="{87930B26-277B-4AB8-BCCE-FD5F9A19391B}">
      <dgm:prSet/>
      <dgm:spPr/>
      <dgm:t>
        <a:bodyPr/>
        <a:lstStyle/>
        <a:p>
          <a:endParaRPr lang="en-US"/>
        </a:p>
      </dgm:t>
    </dgm:pt>
    <dgm:pt modelId="{21145354-9FEE-4F68-808D-C5C1DA7CDDC3}" type="sibTrans" cxnId="{87930B26-277B-4AB8-BCCE-FD5F9A19391B}">
      <dgm:prSet/>
      <dgm:spPr/>
      <dgm:t>
        <a:bodyPr/>
        <a:lstStyle/>
        <a:p>
          <a:endParaRPr lang="en-US"/>
        </a:p>
      </dgm:t>
    </dgm:pt>
    <dgm:pt modelId="{C88C0BFC-4A78-4125-8B8A-13A051B4B996}">
      <dgm:prSet/>
      <dgm:spPr/>
      <dgm:t>
        <a:bodyPr/>
        <a:lstStyle/>
        <a:p>
          <a:r>
            <a:rPr lang="en-US"/>
            <a:t>Eliminating common words (like </a:t>
          </a:r>
          <a:r>
            <a:rPr lang="en-US" i="1"/>
            <a:t>the, is, of</a:t>
          </a:r>
          <a:r>
            <a:rPr lang="en-US"/>
            <a:t>) that add little meaning.</a:t>
          </a:r>
        </a:p>
      </dgm:t>
    </dgm:pt>
    <dgm:pt modelId="{78DB024E-9070-4BBC-8DB1-397F2374079F}" type="parTrans" cxnId="{00E0CBDF-38AC-476C-ABE6-04927B0CED43}">
      <dgm:prSet/>
      <dgm:spPr/>
      <dgm:t>
        <a:bodyPr/>
        <a:lstStyle/>
        <a:p>
          <a:endParaRPr lang="en-US"/>
        </a:p>
      </dgm:t>
    </dgm:pt>
    <dgm:pt modelId="{B3DCA1C7-8514-4363-9B83-4BBBC291ECE2}" type="sibTrans" cxnId="{00E0CBDF-38AC-476C-ABE6-04927B0CED43}">
      <dgm:prSet/>
      <dgm:spPr/>
      <dgm:t>
        <a:bodyPr/>
        <a:lstStyle/>
        <a:p>
          <a:endParaRPr lang="en-US"/>
        </a:p>
      </dgm:t>
    </dgm:pt>
    <dgm:pt modelId="{B1E4FA41-16F3-4A0F-9708-373A6DCBC53A}">
      <dgm:prSet/>
      <dgm:spPr/>
      <dgm:t>
        <a:bodyPr/>
        <a:lstStyle/>
        <a:p>
          <a:r>
            <a:rPr lang="en-US" b="1"/>
            <a:t>Stemming &amp; Lemmatization</a:t>
          </a:r>
          <a:endParaRPr lang="en-US"/>
        </a:p>
      </dgm:t>
    </dgm:pt>
    <dgm:pt modelId="{27098C2A-1E6E-4207-AE36-53ABDFB1B1CB}" type="parTrans" cxnId="{D89D2930-C4EB-4113-8D04-4D647AB2AAB6}">
      <dgm:prSet/>
      <dgm:spPr/>
      <dgm:t>
        <a:bodyPr/>
        <a:lstStyle/>
        <a:p>
          <a:endParaRPr lang="en-US"/>
        </a:p>
      </dgm:t>
    </dgm:pt>
    <dgm:pt modelId="{49347AAF-56A3-4CDD-BD4A-C10488C7561D}" type="sibTrans" cxnId="{D89D2930-C4EB-4113-8D04-4D647AB2AAB6}">
      <dgm:prSet/>
      <dgm:spPr/>
      <dgm:t>
        <a:bodyPr/>
        <a:lstStyle/>
        <a:p>
          <a:endParaRPr lang="en-US"/>
        </a:p>
      </dgm:t>
    </dgm:pt>
    <dgm:pt modelId="{EA4808E8-4EAA-4219-99F6-0EA91C0DC5B7}">
      <dgm:prSet/>
      <dgm:spPr/>
      <dgm:t>
        <a:bodyPr/>
        <a:lstStyle/>
        <a:p>
          <a:r>
            <a:rPr lang="en-US"/>
            <a:t>Reducing words to their root form to normalize variations (run, running → run).</a:t>
          </a:r>
        </a:p>
      </dgm:t>
    </dgm:pt>
    <dgm:pt modelId="{4508895C-95F9-494D-869B-43014485832D}" type="parTrans" cxnId="{665C2F27-3C39-47AB-BBFC-5AC65AF9F637}">
      <dgm:prSet/>
      <dgm:spPr/>
      <dgm:t>
        <a:bodyPr/>
        <a:lstStyle/>
        <a:p>
          <a:endParaRPr lang="en-US"/>
        </a:p>
      </dgm:t>
    </dgm:pt>
    <dgm:pt modelId="{A2EF0FD7-BBED-40FF-8EDB-C3A93A1289BD}" type="sibTrans" cxnId="{665C2F27-3C39-47AB-BBFC-5AC65AF9F637}">
      <dgm:prSet/>
      <dgm:spPr/>
      <dgm:t>
        <a:bodyPr/>
        <a:lstStyle/>
        <a:p>
          <a:endParaRPr lang="en-US"/>
        </a:p>
      </dgm:t>
    </dgm:pt>
    <dgm:pt modelId="{D6E271CA-D923-4AE0-BD18-015262C2B23A}">
      <dgm:prSet/>
      <dgm:spPr/>
      <dgm:t>
        <a:bodyPr/>
        <a:lstStyle/>
        <a:p>
          <a:r>
            <a:rPr lang="en-US" b="1"/>
            <a:t>POS Tagging</a:t>
          </a:r>
          <a:endParaRPr lang="en-US"/>
        </a:p>
      </dgm:t>
    </dgm:pt>
    <dgm:pt modelId="{1C414FC3-4660-44EC-B7CD-05F6BBDAA81D}" type="parTrans" cxnId="{0F4B888F-A87D-4E73-B981-3BF967FCCAFA}">
      <dgm:prSet/>
      <dgm:spPr/>
      <dgm:t>
        <a:bodyPr/>
        <a:lstStyle/>
        <a:p>
          <a:endParaRPr lang="en-US"/>
        </a:p>
      </dgm:t>
    </dgm:pt>
    <dgm:pt modelId="{FE2CDDF8-D37A-4B36-B7C4-9EEF7594BED8}" type="sibTrans" cxnId="{0F4B888F-A87D-4E73-B981-3BF967FCCAFA}">
      <dgm:prSet/>
      <dgm:spPr/>
      <dgm:t>
        <a:bodyPr/>
        <a:lstStyle/>
        <a:p>
          <a:endParaRPr lang="en-US"/>
        </a:p>
      </dgm:t>
    </dgm:pt>
    <dgm:pt modelId="{B9F532B8-071F-4EFE-AF75-34531FAC72FF}">
      <dgm:prSet/>
      <dgm:spPr/>
      <dgm:t>
        <a:bodyPr/>
        <a:lstStyle/>
        <a:p>
          <a:r>
            <a:rPr lang="en-US"/>
            <a:t>Assigning grammatical labels (noun, verb, adjective) to each word in a sentence.</a:t>
          </a:r>
        </a:p>
      </dgm:t>
    </dgm:pt>
    <dgm:pt modelId="{53998AA2-6ABE-4FE7-BB8A-A3E0F342DD89}" type="parTrans" cxnId="{12EA6AEF-6CCE-4F2D-83A6-D931DB57F700}">
      <dgm:prSet/>
      <dgm:spPr/>
      <dgm:t>
        <a:bodyPr/>
        <a:lstStyle/>
        <a:p>
          <a:endParaRPr lang="en-US"/>
        </a:p>
      </dgm:t>
    </dgm:pt>
    <dgm:pt modelId="{845203A0-F1F6-4C25-ACF3-2545DDFF512B}" type="sibTrans" cxnId="{12EA6AEF-6CCE-4F2D-83A6-D931DB57F700}">
      <dgm:prSet/>
      <dgm:spPr/>
      <dgm:t>
        <a:bodyPr/>
        <a:lstStyle/>
        <a:p>
          <a:endParaRPr lang="en-US"/>
        </a:p>
      </dgm:t>
    </dgm:pt>
    <dgm:pt modelId="{A0EC5D3E-A99D-4F2F-AE24-D2442200E348}">
      <dgm:prSet/>
      <dgm:spPr/>
      <dgm:t>
        <a:bodyPr/>
        <a:lstStyle/>
        <a:p>
          <a:r>
            <a:rPr lang="en-US" b="1"/>
            <a:t>N-grams</a:t>
          </a:r>
          <a:endParaRPr lang="en-US"/>
        </a:p>
      </dgm:t>
    </dgm:pt>
    <dgm:pt modelId="{B5D30B45-7E5B-4BEF-8E06-56B0DF623602}" type="parTrans" cxnId="{E732D2B3-4A36-4DE9-9EA8-3A488C80D07F}">
      <dgm:prSet/>
      <dgm:spPr/>
      <dgm:t>
        <a:bodyPr/>
        <a:lstStyle/>
        <a:p>
          <a:endParaRPr lang="en-US"/>
        </a:p>
      </dgm:t>
    </dgm:pt>
    <dgm:pt modelId="{CEB6DBED-052C-421B-9BF7-98A089A481F6}" type="sibTrans" cxnId="{E732D2B3-4A36-4DE9-9EA8-3A488C80D07F}">
      <dgm:prSet/>
      <dgm:spPr/>
      <dgm:t>
        <a:bodyPr/>
        <a:lstStyle/>
        <a:p>
          <a:endParaRPr lang="en-US"/>
        </a:p>
      </dgm:t>
    </dgm:pt>
    <dgm:pt modelId="{10BD9DA0-AA33-4864-BCF8-48B4536A8F22}">
      <dgm:prSet/>
      <dgm:spPr/>
      <dgm:t>
        <a:bodyPr/>
        <a:lstStyle/>
        <a:p>
          <a:r>
            <a:rPr lang="en-US"/>
            <a:t>Creating sequences of </a:t>
          </a:r>
          <a:r>
            <a:rPr lang="en-US" i="1"/>
            <a:t>N</a:t>
          </a:r>
          <a:r>
            <a:rPr lang="en-US"/>
            <a:t> consecutive words to capture local context.</a:t>
          </a:r>
        </a:p>
      </dgm:t>
    </dgm:pt>
    <dgm:pt modelId="{C11A424F-D7FF-4211-AA0D-66CBDA44ADF7}" type="parTrans" cxnId="{A1547FA4-CDF6-43C4-9704-28CB0B7F6D61}">
      <dgm:prSet/>
      <dgm:spPr/>
      <dgm:t>
        <a:bodyPr/>
        <a:lstStyle/>
        <a:p>
          <a:endParaRPr lang="en-US"/>
        </a:p>
      </dgm:t>
    </dgm:pt>
    <dgm:pt modelId="{3306DD5F-F7C6-46EB-B8FB-6DFDD692DE1E}" type="sibTrans" cxnId="{A1547FA4-CDF6-43C4-9704-28CB0B7F6D61}">
      <dgm:prSet/>
      <dgm:spPr/>
      <dgm:t>
        <a:bodyPr/>
        <a:lstStyle/>
        <a:p>
          <a:endParaRPr lang="en-US"/>
        </a:p>
      </dgm:t>
    </dgm:pt>
    <dgm:pt modelId="{EC114782-A51C-4FF0-AD4F-717B468B92C9}">
      <dgm:prSet/>
      <dgm:spPr/>
      <dgm:t>
        <a:bodyPr/>
        <a:lstStyle/>
        <a:p>
          <a:r>
            <a:rPr lang="en-US" b="1"/>
            <a:t>Chunking</a:t>
          </a:r>
          <a:endParaRPr lang="en-US"/>
        </a:p>
      </dgm:t>
    </dgm:pt>
    <dgm:pt modelId="{49FB6E9A-8B19-4E92-B74A-A52F54B8D495}" type="parTrans" cxnId="{6AAB3D9D-C182-446E-9B3D-20C1F213ED2A}">
      <dgm:prSet/>
      <dgm:spPr/>
      <dgm:t>
        <a:bodyPr/>
        <a:lstStyle/>
        <a:p>
          <a:endParaRPr lang="en-US"/>
        </a:p>
      </dgm:t>
    </dgm:pt>
    <dgm:pt modelId="{935F41F1-42A1-4774-8C57-BBC4DD67DE38}" type="sibTrans" cxnId="{6AAB3D9D-C182-446E-9B3D-20C1F213ED2A}">
      <dgm:prSet/>
      <dgm:spPr/>
      <dgm:t>
        <a:bodyPr/>
        <a:lstStyle/>
        <a:p>
          <a:endParaRPr lang="en-US"/>
        </a:p>
      </dgm:t>
    </dgm:pt>
    <dgm:pt modelId="{E258BAB2-2801-440C-A9D3-831DE6A07A1E}">
      <dgm:prSet/>
      <dgm:spPr/>
      <dgm:t>
        <a:bodyPr/>
        <a:lstStyle/>
        <a:p>
          <a:r>
            <a:rPr lang="en-US"/>
            <a:t>Grouping words into meaningful phrases (like noun phrases or verb phrases).</a:t>
          </a:r>
        </a:p>
      </dgm:t>
    </dgm:pt>
    <dgm:pt modelId="{29AD95AA-62B0-4D35-8936-05CE5618F578}" type="parTrans" cxnId="{51CAEFD2-6F38-4772-A789-B59492C2B6FA}">
      <dgm:prSet/>
      <dgm:spPr/>
      <dgm:t>
        <a:bodyPr/>
        <a:lstStyle/>
        <a:p>
          <a:endParaRPr lang="en-US"/>
        </a:p>
      </dgm:t>
    </dgm:pt>
    <dgm:pt modelId="{37FEBC4E-B20B-46B2-8CCB-ECB2FCD9E48A}" type="sibTrans" cxnId="{51CAEFD2-6F38-4772-A789-B59492C2B6FA}">
      <dgm:prSet/>
      <dgm:spPr/>
      <dgm:t>
        <a:bodyPr/>
        <a:lstStyle/>
        <a:p>
          <a:endParaRPr lang="en-US"/>
        </a:p>
      </dgm:t>
    </dgm:pt>
    <dgm:pt modelId="{E540046D-8267-4D52-AE58-85A9D9D2B0C0}">
      <dgm:prSet/>
      <dgm:spPr/>
      <dgm:t>
        <a:bodyPr/>
        <a:lstStyle/>
        <a:p>
          <a:r>
            <a:rPr lang="en-US" b="1"/>
            <a:t>Shallow Parsing</a:t>
          </a:r>
          <a:endParaRPr lang="en-US"/>
        </a:p>
      </dgm:t>
    </dgm:pt>
    <dgm:pt modelId="{7E35A3D7-83D8-4C10-BEE8-D712A409BB8A}" type="parTrans" cxnId="{205BBB89-4BB4-489A-A377-2CA2D8E1017B}">
      <dgm:prSet/>
      <dgm:spPr/>
      <dgm:t>
        <a:bodyPr/>
        <a:lstStyle/>
        <a:p>
          <a:endParaRPr lang="en-US"/>
        </a:p>
      </dgm:t>
    </dgm:pt>
    <dgm:pt modelId="{6984F67D-352E-458F-9F6B-2A5B8A3A3A9E}" type="sibTrans" cxnId="{205BBB89-4BB4-489A-A377-2CA2D8E1017B}">
      <dgm:prSet/>
      <dgm:spPr/>
      <dgm:t>
        <a:bodyPr/>
        <a:lstStyle/>
        <a:p>
          <a:endParaRPr lang="en-US"/>
        </a:p>
      </dgm:t>
    </dgm:pt>
    <dgm:pt modelId="{7425960E-E5AF-48C7-8B2B-AB25104D575A}">
      <dgm:prSet/>
      <dgm:spPr/>
      <dgm:t>
        <a:bodyPr/>
        <a:lstStyle/>
        <a:p>
          <a:r>
            <a:rPr lang="en-US"/>
            <a:t>Extracting high-level sentence structure without full grammatical parsing.</a:t>
          </a:r>
        </a:p>
      </dgm:t>
    </dgm:pt>
    <dgm:pt modelId="{97AE7886-4214-473D-A91E-8B8B4CADFD6F}" type="parTrans" cxnId="{8B98F529-E644-45E1-A1E9-34FCACB3B0EC}">
      <dgm:prSet/>
      <dgm:spPr/>
      <dgm:t>
        <a:bodyPr/>
        <a:lstStyle/>
        <a:p>
          <a:endParaRPr lang="en-US"/>
        </a:p>
      </dgm:t>
    </dgm:pt>
    <dgm:pt modelId="{17C0E966-C2BB-4335-94BC-CCFA1104E6C6}" type="sibTrans" cxnId="{8B98F529-E644-45E1-A1E9-34FCACB3B0EC}">
      <dgm:prSet/>
      <dgm:spPr/>
      <dgm:t>
        <a:bodyPr/>
        <a:lstStyle/>
        <a:p>
          <a:endParaRPr lang="en-US"/>
        </a:p>
      </dgm:t>
    </dgm:pt>
    <dgm:pt modelId="{8788CE61-06FB-4A4C-B082-53C4F84C7437}" type="pres">
      <dgm:prSet presAssocID="{1CF13D0C-31F1-4C9A-8338-8B2B4BF357F9}" presName="vert0" presStyleCnt="0">
        <dgm:presLayoutVars>
          <dgm:dir/>
          <dgm:animOne val="branch"/>
          <dgm:animLvl val="lvl"/>
        </dgm:presLayoutVars>
      </dgm:prSet>
      <dgm:spPr/>
    </dgm:pt>
    <dgm:pt modelId="{334CA955-0BA8-4CEF-825A-FF53D3EAE809}" type="pres">
      <dgm:prSet presAssocID="{36605C1A-FE74-43B2-A3D3-D2DC63CAC645}" presName="thickLine" presStyleLbl="alignNode1" presStyleIdx="0" presStyleCnt="8"/>
      <dgm:spPr/>
    </dgm:pt>
    <dgm:pt modelId="{0FDFC797-D72E-4034-8EEC-E6DA3B00EA24}" type="pres">
      <dgm:prSet presAssocID="{36605C1A-FE74-43B2-A3D3-D2DC63CAC645}" presName="horz1" presStyleCnt="0"/>
      <dgm:spPr/>
    </dgm:pt>
    <dgm:pt modelId="{02F9E730-2042-4412-9EA1-1AFE6D503EA3}" type="pres">
      <dgm:prSet presAssocID="{36605C1A-FE74-43B2-A3D3-D2DC63CAC645}" presName="tx1" presStyleLbl="revTx" presStyleIdx="0" presStyleCnt="16"/>
      <dgm:spPr/>
    </dgm:pt>
    <dgm:pt modelId="{45DBC22D-8547-4BAB-8059-FB9B5B43774F}" type="pres">
      <dgm:prSet presAssocID="{36605C1A-FE74-43B2-A3D3-D2DC63CAC645}" presName="vert1" presStyleCnt="0"/>
      <dgm:spPr/>
    </dgm:pt>
    <dgm:pt modelId="{F883587E-0671-4562-8A83-3F64EA40E7BC}" type="pres">
      <dgm:prSet presAssocID="{4D0BAC84-0497-497B-8A6A-61029CCA6EB3}" presName="vertSpace2a" presStyleCnt="0"/>
      <dgm:spPr/>
    </dgm:pt>
    <dgm:pt modelId="{D203B584-CDE8-46BC-ACC1-9A55FF81AA9C}" type="pres">
      <dgm:prSet presAssocID="{4D0BAC84-0497-497B-8A6A-61029CCA6EB3}" presName="horz2" presStyleCnt="0"/>
      <dgm:spPr/>
    </dgm:pt>
    <dgm:pt modelId="{A338C3DA-96B9-4B3B-9268-20A7652D1E77}" type="pres">
      <dgm:prSet presAssocID="{4D0BAC84-0497-497B-8A6A-61029CCA6EB3}" presName="horzSpace2" presStyleCnt="0"/>
      <dgm:spPr/>
    </dgm:pt>
    <dgm:pt modelId="{AD46ED6A-BD53-4BE0-BE40-2F4224F1926F}" type="pres">
      <dgm:prSet presAssocID="{4D0BAC84-0497-497B-8A6A-61029CCA6EB3}" presName="tx2" presStyleLbl="revTx" presStyleIdx="1" presStyleCnt="16"/>
      <dgm:spPr/>
    </dgm:pt>
    <dgm:pt modelId="{5F38A9BC-4639-466C-9C02-2564EE565E44}" type="pres">
      <dgm:prSet presAssocID="{4D0BAC84-0497-497B-8A6A-61029CCA6EB3}" presName="vert2" presStyleCnt="0"/>
      <dgm:spPr/>
    </dgm:pt>
    <dgm:pt modelId="{A49EAD79-7805-468B-B111-66492F2BE0A1}" type="pres">
      <dgm:prSet presAssocID="{4D0BAC84-0497-497B-8A6A-61029CCA6EB3}" presName="thinLine2b" presStyleLbl="callout" presStyleIdx="0" presStyleCnt="8"/>
      <dgm:spPr/>
    </dgm:pt>
    <dgm:pt modelId="{95354FA7-8949-4FC6-A483-E5D9C714D4C6}" type="pres">
      <dgm:prSet presAssocID="{4D0BAC84-0497-497B-8A6A-61029CCA6EB3}" presName="vertSpace2b" presStyleCnt="0"/>
      <dgm:spPr/>
    </dgm:pt>
    <dgm:pt modelId="{BE80DC12-5047-4EDA-A3DA-3156B3F87DC9}" type="pres">
      <dgm:prSet presAssocID="{5FA3BC7C-AD1B-4457-9A8C-BB56605C60DF}" presName="thickLine" presStyleLbl="alignNode1" presStyleIdx="1" presStyleCnt="8"/>
      <dgm:spPr/>
    </dgm:pt>
    <dgm:pt modelId="{41D5A2B2-DC4C-40A5-832D-EE2FC58041C0}" type="pres">
      <dgm:prSet presAssocID="{5FA3BC7C-AD1B-4457-9A8C-BB56605C60DF}" presName="horz1" presStyleCnt="0"/>
      <dgm:spPr/>
    </dgm:pt>
    <dgm:pt modelId="{29B9650E-8C24-4C21-95C1-76EB604884EB}" type="pres">
      <dgm:prSet presAssocID="{5FA3BC7C-AD1B-4457-9A8C-BB56605C60DF}" presName="tx1" presStyleLbl="revTx" presStyleIdx="2" presStyleCnt="16"/>
      <dgm:spPr/>
    </dgm:pt>
    <dgm:pt modelId="{C33E7219-1C68-449B-924E-9CEBF93D62AD}" type="pres">
      <dgm:prSet presAssocID="{5FA3BC7C-AD1B-4457-9A8C-BB56605C60DF}" presName="vert1" presStyleCnt="0"/>
      <dgm:spPr/>
    </dgm:pt>
    <dgm:pt modelId="{7E2E1E5C-C94E-462F-A7A6-30DF61B6B7D0}" type="pres">
      <dgm:prSet presAssocID="{4AC93FB2-F93A-4998-812E-CFA85D07A99E}" presName="vertSpace2a" presStyleCnt="0"/>
      <dgm:spPr/>
    </dgm:pt>
    <dgm:pt modelId="{C9309563-75FF-4023-A37B-AF77950B57EC}" type="pres">
      <dgm:prSet presAssocID="{4AC93FB2-F93A-4998-812E-CFA85D07A99E}" presName="horz2" presStyleCnt="0"/>
      <dgm:spPr/>
    </dgm:pt>
    <dgm:pt modelId="{E55E1D70-2753-4FAD-BC4A-C63385147DCE}" type="pres">
      <dgm:prSet presAssocID="{4AC93FB2-F93A-4998-812E-CFA85D07A99E}" presName="horzSpace2" presStyleCnt="0"/>
      <dgm:spPr/>
    </dgm:pt>
    <dgm:pt modelId="{443D02E2-8804-4728-B2CA-845A419F9FE6}" type="pres">
      <dgm:prSet presAssocID="{4AC93FB2-F93A-4998-812E-CFA85D07A99E}" presName="tx2" presStyleLbl="revTx" presStyleIdx="3" presStyleCnt="16"/>
      <dgm:spPr/>
    </dgm:pt>
    <dgm:pt modelId="{2805C768-E9DB-4835-B92A-D27DA651A944}" type="pres">
      <dgm:prSet presAssocID="{4AC93FB2-F93A-4998-812E-CFA85D07A99E}" presName="vert2" presStyleCnt="0"/>
      <dgm:spPr/>
    </dgm:pt>
    <dgm:pt modelId="{99431385-E47E-4CA0-A48B-3A8C99487253}" type="pres">
      <dgm:prSet presAssocID="{4AC93FB2-F93A-4998-812E-CFA85D07A99E}" presName="thinLine2b" presStyleLbl="callout" presStyleIdx="1" presStyleCnt="8"/>
      <dgm:spPr/>
    </dgm:pt>
    <dgm:pt modelId="{2DA5BE7F-44FC-4A39-9142-DB5FF22146EA}" type="pres">
      <dgm:prSet presAssocID="{4AC93FB2-F93A-4998-812E-CFA85D07A99E}" presName="vertSpace2b" presStyleCnt="0"/>
      <dgm:spPr/>
    </dgm:pt>
    <dgm:pt modelId="{0790A9E1-B651-4960-9DEE-2C14680B5060}" type="pres">
      <dgm:prSet presAssocID="{68D1EDC3-1857-48ED-AFCF-F6C2DFFF32D9}" presName="thickLine" presStyleLbl="alignNode1" presStyleIdx="2" presStyleCnt="8"/>
      <dgm:spPr/>
    </dgm:pt>
    <dgm:pt modelId="{FB6583CF-17F5-45EA-A734-51B06BB56A17}" type="pres">
      <dgm:prSet presAssocID="{68D1EDC3-1857-48ED-AFCF-F6C2DFFF32D9}" presName="horz1" presStyleCnt="0"/>
      <dgm:spPr/>
    </dgm:pt>
    <dgm:pt modelId="{3C297B5C-BD3C-4C9B-BEE7-4BD4E4D54E3D}" type="pres">
      <dgm:prSet presAssocID="{68D1EDC3-1857-48ED-AFCF-F6C2DFFF32D9}" presName="tx1" presStyleLbl="revTx" presStyleIdx="4" presStyleCnt="16"/>
      <dgm:spPr/>
    </dgm:pt>
    <dgm:pt modelId="{FDF8E568-AB63-433D-96A3-DF509306B34C}" type="pres">
      <dgm:prSet presAssocID="{68D1EDC3-1857-48ED-AFCF-F6C2DFFF32D9}" presName="vert1" presStyleCnt="0"/>
      <dgm:spPr/>
    </dgm:pt>
    <dgm:pt modelId="{93D81709-3F05-45FE-8A98-295F9DE23A9B}" type="pres">
      <dgm:prSet presAssocID="{C88C0BFC-4A78-4125-8B8A-13A051B4B996}" presName="vertSpace2a" presStyleCnt="0"/>
      <dgm:spPr/>
    </dgm:pt>
    <dgm:pt modelId="{C2BC00FE-2B41-46C7-A585-CBA76B957B22}" type="pres">
      <dgm:prSet presAssocID="{C88C0BFC-4A78-4125-8B8A-13A051B4B996}" presName="horz2" presStyleCnt="0"/>
      <dgm:spPr/>
    </dgm:pt>
    <dgm:pt modelId="{F7C684D4-3F2E-4FA5-9B91-ABC9D00703FA}" type="pres">
      <dgm:prSet presAssocID="{C88C0BFC-4A78-4125-8B8A-13A051B4B996}" presName="horzSpace2" presStyleCnt="0"/>
      <dgm:spPr/>
    </dgm:pt>
    <dgm:pt modelId="{5674B56F-42F4-40E3-BB53-7D502E26EA24}" type="pres">
      <dgm:prSet presAssocID="{C88C0BFC-4A78-4125-8B8A-13A051B4B996}" presName="tx2" presStyleLbl="revTx" presStyleIdx="5" presStyleCnt="16"/>
      <dgm:spPr/>
    </dgm:pt>
    <dgm:pt modelId="{B7A509AF-685E-4153-B0B1-8EB1CA6FAA43}" type="pres">
      <dgm:prSet presAssocID="{C88C0BFC-4A78-4125-8B8A-13A051B4B996}" presName="vert2" presStyleCnt="0"/>
      <dgm:spPr/>
    </dgm:pt>
    <dgm:pt modelId="{227E88E9-6A9A-40ED-8D47-CC57B399BB37}" type="pres">
      <dgm:prSet presAssocID="{C88C0BFC-4A78-4125-8B8A-13A051B4B996}" presName="thinLine2b" presStyleLbl="callout" presStyleIdx="2" presStyleCnt="8"/>
      <dgm:spPr/>
    </dgm:pt>
    <dgm:pt modelId="{4B2F079D-FC3F-43E7-9776-D905FE1E3482}" type="pres">
      <dgm:prSet presAssocID="{C88C0BFC-4A78-4125-8B8A-13A051B4B996}" presName="vertSpace2b" presStyleCnt="0"/>
      <dgm:spPr/>
    </dgm:pt>
    <dgm:pt modelId="{C47878CA-BB71-4C1C-A959-705519A4C44D}" type="pres">
      <dgm:prSet presAssocID="{B1E4FA41-16F3-4A0F-9708-373A6DCBC53A}" presName="thickLine" presStyleLbl="alignNode1" presStyleIdx="3" presStyleCnt="8"/>
      <dgm:spPr/>
    </dgm:pt>
    <dgm:pt modelId="{803CA6A9-C2BC-4D4A-9C73-36570B8FBB20}" type="pres">
      <dgm:prSet presAssocID="{B1E4FA41-16F3-4A0F-9708-373A6DCBC53A}" presName="horz1" presStyleCnt="0"/>
      <dgm:spPr/>
    </dgm:pt>
    <dgm:pt modelId="{4923C33E-5664-46F6-B0A0-CE1958180F53}" type="pres">
      <dgm:prSet presAssocID="{B1E4FA41-16F3-4A0F-9708-373A6DCBC53A}" presName="tx1" presStyleLbl="revTx" presStyleIdx="6" presStyleCnt="16"/>
      <dgm:spPr/>
    </dgm:pt>
    <dgm:pt modelId="{6D805E47-0D38-48D2-A817-1A1386141704}" type="pres">
      <dgm:prSet presAssocID="{B1E4FA41-16F3-4A0F-9708-373A6DCBC53A}" presName="vert1" presStyleCnt="0"/>
      <dgm:spPr/>
    </dgm:pt>
    <dgm:pt modelId="{A1224CAD-329D-407E-8594-17A16FB08195}" type="pres">
      <dgm:prSet presAssocID="{EA4808E8-4EAA-4219-99F6-0EA91C0DC5B7}" presName="vertSpace2a" presStyleCnt="0"/>
      <dgm:spPr/>
    </dgm:pt>
    <dgm:pt modelId="{EEB2F26D-F458-434D-8835-BABC89859B47}" type="pres">
      <dgm:prSet presAssocID="{EA4808E8-4EAA-4219-99F6-0EA91C0DC5B7}" presName="horz2" presStyleCnt="0"/>
      <dgm:spPr/>
    </dgm:pt>
    <dgm:pt modelId="{C3FD37B9-8246-4FEE-9009-A92BA16E28A6}" type="pres">
      <dgm:prSet presAssocID="{EA4808E8-4EAA-4219-99F6-0EA91C0DC5B7}" presName="horzSpace2" presStyleCnt="0"/>
      <dgm:spPr/>
    </dgm:pt>
    <dgm:pt modelId="{5A90BD1D-E6BA-4CE8-A369-7EE6FBB80670}" type="pres">
      <dgm:prSet presAssocID="{EA4808E8-4EAA-4219-99F6-0EA91C0DC5B7}" presName="tx2" presStyleLbl="revTx" presStyleIdx="7" presStyleCnt="16"/>
      <dgm:spPr/>
    </dgm:pt>
    <dgm:pt modelId="{69D38805-13C2-4C62-8D44-5E85598DC770}" type="pres">
      <dgm:prSet presAssocID="{EA4808E8-4EAA-4219-99F6-0EA91C0DC5B7}" presName="vert2" presStyleCnt="0"/>
      <dgm:spPr/>
    </dgm:pt>
    <dgm:pt modelId="{F7EF69A8-4F00-482F-B996-02E36E50790B}" type="pres">
      <dgm:prSet presAssocID="{EA4808E8-4EAA-4219-99F6-0EA91C0DC5B7}" presName="thinLine2b" presStyleLbl="callout" presStyleIdx="3" presStyleCnt="8"/>
      <dgm:spPr/>
    </dgm:pt>
    <dgm:pt modelId="{C771809B-A98F-4F52-BC89-06E70A02F8F5}" type="pres">
      <dgm:prSet presAssocID="{EA4808E8-4EAA-4219-99F6-0EA91C0DC5B7}" presName="vertSpace2b" presStyleCnt="0"/>
      <dgm:spPr/>
    </dgm:pt>
    <dgm:pt modelId="{7B2FD89E-293A-4042-9C06-5855F24DDE53}" type="pres">
      <dgm:prSet presAssocID="{D6E271CA-D923-4AE0-BD18-015262C2B23A}" presName="thickLine" presStyleLbl="alignNode1" presStyleIdx="4" presStyleCnt="8"/>
      <dgm:spPr/>
    </dgm:pt>
    <dgm:pt modelId="{642B66BE-09EE-409A-BEAC-2924DB8A74A9}" type="pres">
      <dgm:prSet presAssocID="{D6E271CA-D923-4AE0-BD18-015262C2B23A}" presName="horz1" presStyleCnt="0"/>
      <dgm:spPr/>
    </dgm:pt>
    <dgm:pt modelId="{343F700E-BDCD-4121-8300-2E8584A1E7D8}" type="pres">
      <dgm:prSet presAssocID="{D6E271CA-D923-4AE0-BD18-015262C2B23A}" presName="tx1" presStyleLbl="revTx" presStyleIdx="8" presStyleCnt="16"/>
      <dgm:spPr/>
    </dgm:pt>
    <dgm:pt modelId="{1A496288-CC0B-4D3B-A2E3-20DE23748542}" type="pres">
      <dgm:prSet presAssocID="{D6E271CA-D923-4AE0-BD18-015262C2B23A}" presName="vert1" presStyleCnt="0"/>
      <dgm:spPr/>
    </dgm:pt>
    <dgm:pt modelId="{DF71370F-CFC8-4589-AE26-29F80E81F044}" type="pres">
      <dgm:prSet presAssocID="{B9F532B8-071F-4EFE-AF75-34531FAC72FF}" presName="vertSpace2a" presStyleCnt="0"/>
      <dgm:spPr/>
    </dgm:pt>
    <dgm:pt modelId="{E1F1F97C-31BD-4BB2-AB2D-7999D8F1F455}" type="pres">
      <dgm:prSet presAssocID="{B9F532B8-071F-4EFE-AF75-34531FAC72FF}" presName="horz2" presStyleCnt="0"/>
      <dgm:spPr/>
    </dgm:pt>
    <dgm:pt modelId="{3DD31A1E-60ED-4156-9BDB-DF9745006720}" type="pres">
      <dgm:prSet presAssocID="{B9F532B8-071F-4EFE-AF75-34531FAC72FF}" presName="horzSpace2" presStyleCnt="0"/>
      <dgm:spPr/>
    </dgm:pt>
    <dgm:pt modelId="{54DC6FBB-37A0-4689-86F2-AFDF0CAEE80F}" type="pres">
      <dgm:prSet presAssocID="{B9F532B8-071F-4EFE-AF75-34531FAC72FF}" presName="tx2" presStyleLbl="revTx" presStyleIdx="9" presStyleCnt="16"/>
      <dgm:spPr/>
    </dgm:pt>
    <dgm:pt modelId="{850CACCA-4628-455A-B61D-56FA62ED2808}" type="pres">
      <dgm:prSet presAssocID="{B9F532B8-071F-4EFE-AF75-34531FAC72FF}" presName="vert2" presStyleCnt="0"/>
      <dgm:spPr/>
    </dgm:pt>
    <dgm:pt modelId="{37343F17-D017-4D74-A7A4-05D40EFE9A58}" type="pres">
      <dgm:prSet presAssocID="{B9F532B8-071F-4EFE-AF75-34531FAC72FF}" presName="thinLine2b" presStyleLbl="callout" presStyleIdx="4" presStyleCnt="8"/>
      <dgm:spPr/>
    </dgm:pt>
    <dgm:pt modelId="{E032ED33-DA9D-4780-A8F6-5CEA7DA4C115}" type="pres">
      <dgm:prSet presAssocID="{B9F532B8-071F-4EFE-AF75-34531FAC72FF}" presName="vertSpace2b" presStyleCnt="0"/>
      <dgm:spPr/>
    </dgm:pt>
    <dgm:pt modelId="{D7EAAAD4-B7E3-464E-BFE6-6A2F9CBA6D0E}" type="pres">
      <dgm:prSet presAssocID="{A0EC5D3E-A99D-4F2F-AE24-D2442200E348}" presName="thickLine" presStyleLbl="alignNode1" presStyleIdx="5" presStyleCnt="8"/>
      <dgm:spPr/>
    </dgm:pt>
    <dgm:pt modelId="{A9909D27-FDBA-4BAF-AF5E-60968C24E612}" type="pres">
      <dgm:prSet presAssocID="{A0EC5D3E-A99D-4F2F-AE24-D2442200E348}" presName="horz1" presStyleCnt="0"/>
      <dgm:spPr/>
    </dgm:pt>
    <dgm:pt modelId="{61A02681-4959-415D-9E6A-1AB98E89B843}" type="pres">
      <dgm:prSet presAssocID="{A0EC5D3E-A99D-4F2F-AE24-D2442200E348}" presName="tx1" presStyleLbl="revTx" presStyleIdx="10" presStyleCnt="16"/>
      <dgm:spPr/>
    </dgm:pt>
    <dgm:pt modelId="{B8FB1B1E-172F-426D-8632-D560163DDA1A}" type="pres">
      <dgm:prSet presAssocID="{A0EC5D3E-A99D-4F2F-AE24-D2442200E348}" presName="vert1" presStyleCnt="0"/>
      <dgm:spPr/>
    </dgm:pt>
    <dgm:pt modelId="{4F10F445-772B-42AE-A11B-973EC8AC79D1}" type="pres">
      <dgm:prSet presAssocID="{10BD9DA0-AA33-4864-BCF8-48B4536A8F22}" presName="vertSpace2a" presStyleCnt="0"/>
      <dgm:spPr/>
    </dgm:pt>
    <dgm:pt modelId="{9D73853B-6C40-466D-B668-8734E4EA936A}" type="pres">
      <dgm:prSet presAssocID="{10BD9DA0-AA33-4864-BCF8-48B4536A8F22}" presName="horz2" presStyleCnt="0"/>
      <dgm:spPr/>
    </dgm:pt>
    <dgm:pt modelId="{426A4A02-1EF9-4BF4-84A2-AC7E0324FE84}" type="pres">
      <dgm:prSet presAssocID="{10BD9DA0-AA33-4864-BCF8-48B4536A8F22}" presName="horzSpace2" presStyleCnt="0"/>
      <dgm:spPr/>
    </dgm:pt>
    <dgm:pt modelId="{FB087642-EA93-4B01-99A3-48CDDE2AADFA}" type="pres">
      <dgm:prSet presAssocID="{10BD9DA0-AA33-4864-BCF8-48B4536A8F22}" presName="tx2" presStyleLbl="revTx" presStyleIdx="11" presStyleCnt="16"/>
      <dgm:spPr/>
    </dgm:pt>
    <dgm:pt modelId="{FC36437A-15B5-4056-BBD3-1BC53C743420}" type="pres">
      <dgm:prSet presAssocID="{10BD9DA0-AA33-4864-BCF8-48B4536A8F22}" presName="vert2" presStyleCnt="0"/>
      <dgm:spPr/>
    </dgm:pt>
    <dgm:pt modelId="{ED61FBF1-064D-4BAC-BA01-DAB4172ACF1F}" type="pres">
      <dgm:prSet presAssocID="{10BD9DA0-AA33-4864-BCF8-48B4536A8F22}" presName="thinLine2b" presStyleLbl="callout" presStyleIdx="5" presStyleCnt="8"/>
      <dgm:spPr/>
    </dgm:pt>
    <dgm:pt modelId="{2C9347A5-12E9-4C86-8EB9-4A43511CAA10}" type="pres">
      <dgm:prSet presAssocID="{10BD9DA0-AA33-4864-BCF8-48B4536A8F22}" presName="vertSpace2b" presStyleCnt="0"/>
      <dgm:spPr/>
    </dgm:pt>
    <dgm:pt modelId="{8B188355-2EA0-45CF-8726-0D9E7D0D748C}" type="pres">
      <dgm:prSet presAssocID="{EC114782-A51C-4FF0-AD4F-717B468B92C9}" presName="thickLine" presStyleLbl="alignNode1" presStyleIdx="6" presStyleCnt="8"/>
      <dgm:spPr/>
    </dgm:pt>
    <dgm:pt modelId="{1029BF35-35EF-4713-B904-D9B2885FAEB8}" type="pres">
      <dgm:prSet presAssocID="{EC114782-A51C-4FF0-AD4F-717B468B92C9}" presName="horz1" presStyleCnt="0"/>
      <dgm:spPr/>
    </dgm:pt>
    <dgm:pt modelId="{EFF77E10-B1F2-4206-883F-7677EC6F1396}" type="pres">
      <dgm:prSet presAssocID="{EC114782-A51C-4FF0-AD4F-717B468B92C9}" presName="tx1" presStyleLbl="revTx" presStyleIdx="12" presStyleCnt="16"/>
      <dgm:spPr/>
    </dgm:pt>
    <dgm:pt modelId="{3FF3B4F0-85DD-4BCA-A635-26F5B1434235}" type="pres">
      <dgm:prSet presAssocID="{EC114782-A51C-4FF0-AD4F-717B468B92C9}" presName="vert1" presStyleCnt="0"/>
      <dgm:spPr/>
    </dgm:pt>
    <dgm:pt modelId="{1662DF84-61EF-46DE-BD46-9F0E34A653AF}" type="pres">
      <dgm:prSet presAssocID="{E258BAB2-2801-440C-A9D3-831DE6A07A1E}" presName="vertSpace2a" presStyleCnt="0"/>
      <dgm:spPr/>
    </dgm:pt>
    <dgm:pt modelId="{259C54E4-E95D-42AF-9A44-803D5813179B}" type="pres">
      <dgm:prSet presAssocID="{E258BAB2-2801-440C-A9D3-831DE6A07A1E}" presName="horz2" presStyleCnt="0"/>
      <dgm:spPr/>
    </dgm:pt>
    <dgm:pt modelId="{CB427650-50AE-4BDA-8071-3E1A6B0CF576}" type="pres">
      <dgm:prSet presAssocID="{E258BAB2-2801-440C-A9D3-831DE6A07A1E}" presName="horzSpace2" presStyleCnt="0"/>
      <dgm:spPr/>
    </dgm:pt>
    <dgm:pt modelId="{8C6CBD6F-793D-4CC4-9D93-3303D5F26462}" type="pres">
      <dgm:prSet presAssocID="{E258BAB2-2801-440C-A9D3-831DE6A07A1E}" presName="tx2" presStyleLbl="revTx" presStyleIdx="13" presStyleCnt="16"/>
      <dgm:spPr/>
    </dgm:pt>
    <dgm:pt modelId="{EFF22660-B845-4C7D-B51A-31DA185C2AE9}" type="pres">
      <dgm:prSet presAssocID="{E258BAB2-2801-440C-A9D3-831DE6A07A1E}" presName="vert2" presStyleCnt="0"/>
      <dgm:spPr/>
    </dgm:pt>
    <dgm:pt modelId="{B655B9DC-30D6-4B89-9804-EAB118506210}" type="pres">
      <dgm:prSet presAssocID="{E258BAB2-2801-440C-A9D3-831DE6A07A1E}" presName="thinLine2b" presStyleLbl="callout" presStyleIdx="6" presStyleCnt="8"/>
      <dgm:spPr/>
    </dgm:pt>
    <dgm:pt modelId="{1076DD9F-6D80-42DD-B11B-2F5EA50FFC02}" type="pres">
      <dgm:prSet presAssocID="{E258BAB2-2801-440C-A9D3-831DE6A07A1E}" presName="vertSpace2b" presStyleCnt="0"/>
      <dgm:spPr/>
    </dgm:pt>
    <dgm:pt modelId="{54075024-2C0E-4770-8FE4-6A840A5A702C}" type="pres">
      <dgm:prSet presAssocID="{E540046D-8267-4D52-AE58-85A9D9D2B0C0}" presName="thickLine" presStyleLbl="alignNode1" presStyleIdx="7" presStyleCnt="8"/>
      <dgm:spPr/>
    </dgm:pt>
    <dgm:pt modelId="{ABDE845F-4AE4-414B-B074-66CFC15550EA}" type="pres">
      <dgm:prSet presAssocID="{E540046D-8267-4D52-AE58-85A9D9D2B0C0}" presName="horz1" presStyleCnt="0"/>
      <dgm:spPr/>
    </dgm:pt>
    <dgm:pt modelId="{7686F7EF-7823-479D-8DAB-D3565252A0F4}" type="pres">
      <dgm:prSet presAssocID="{E540046D-8267-4D52-AE58-85A9D9D2B0C0}" presName="tx1" presStyleLbl="revTx" presStyleIdx="14" presStyleCnt="16"/>
      <dgm:spPr/>
    </dgm:pt>
    <dgm:pt modelId="{4FDEA27F-DFEF-452B-8ED8-62E7A3DCBCAE}" type="pres">
      <dgm:prSet presAssocID="{E540046D-8267-4D52-AE58-85A9D9D2B0C0}" presName="vert1" presStyleCnt="0"/>
      <dgm:spPr/>
    </dgm:pt>
    <dgm:pt modelId="{B3E49E0A-E9E6-4BB4-963B-0D7793A5707B}" type="pres">
      <dgm:prSet presAssocID="{7425960E-E5AF-48C7-8B2B-AB25104D575A}" presName="vertSpace2a" presStyleCnt="0"/>
      <dgm:spPr/>
    </dgm:pt>
    <dgm:pt modelId="{EA68D37E-8E54-41BC-A581-6A44EBC371EC}" type="pres">
      <dgm:prSet presAssocID="{7425960E-E5AF-48C7-8B2B-AB25104D575A}" presName="horz2" presStyleCnt="0"/>
      <dgm:spPr/>
    </dgm:pt>
    <dgm:pt modelId="{5BE7B550-7C62-451A-A58E-7DF584B00945}" type="pres">
      <dgm:prSet presAssocID="{7425960E-E5AF-48C7-8B2B-AB25104D575A}" presName="horzSpace2" presStyleCnt="0"/>
      <dgm:spPr/>
    </dgm:pt>
    <dgm:pt modelId="{68BF49A3-B3B1-4D6C-B385-416066611D6E}" type="pres">
      <dgm:prSet presAssocID="{7425960E-E5AF-48C7-8B2B-AB25104D575A}" presName="tx2" presStyleLbl="revTx" presStyleIdx="15" presStyleCnt="16"/>
      <dgm:spPr/>
    </dgm:pt>
    <dgm:pt modelId="{1D80CD44-FAAB-4A6A-BBBE-2D8E80A91633}" type="pres">
      <dgm:prSet presAssocID="{7425960E-E5AF-48C7-8B2B-AB25104D575A}" presName="vert2" presStyleCnt="0"/>
      <dgm:spPr/>
    </dgm:pt>
    <dgm:pt modelId="{54C53EA5-7644-470A-8177-1885E64CF9B5}" type="pres">
      <dgm:prSet presAssocID="{7425960E-E5AF-48C7-8B2B-AB25104D575A}" presName="thinLine2b" presStyleLbl="callout" presStyleIdx="7" presStyleCnt="8"/>
      <dgm:spPr/>
    </dgm:pt>
    <dgm:pt modelId="{D9D49154-D30C-4363-94E6-6DFFAF6CEB3C}" type="pres">
      <dgm:prSet presAssocID="{7425960E-E5AF-48C7-8B2B-AB25104D575A}" presName="vertSpace2b" presStyleCnt="0"/>
      <dgm:spPr/>
    </dgm:pt>
  </dgm:ptLst>
  <dgm:cxnLst>
    <dgm:cxn modelId="{D5403402-21E0-4E39-81E5-AB35A0B4E477}" type="presOf" srcId="{7425960E-E5AF-48C7-8B2B-AB25104D575A}" destId="{68BF49A3-B3B1-4D6C-B385-416066611D6E}" srcOrd="0" destOrd="0" presId="urn:microsoft.com/office/officeart/2008/layout/LinedList"/>
    <dgm:cxn modelId="{12FD4804-B5FF-450C-A28D-513CE95863B5}" type="presOf" srcId="{68D1EDC3-1857-48ED-AFCF-F6C2DFFF32D9}" destId="{3C297B5C-BD3C-4C9B-BEE7-4BD4E4D54E3D}" srcOrd="0" destOrd="0" presId="urn:microsoft.com/office/officeart/2008/layout/LinedList"/>
    <dgm:cxn modelId="{81267D13-E474-4FDA-906C-2E6FB014BA98}" type="presOf" srcId="{4D0BAC84-0497-497B-8A6A-61029CCA6EB3}" destId="{AD46ED6A-BD53-4BE0-BE40-2F4224F1926F}" srcOrd="0" destOrd="0" presId="urn:microsoft.com/office/officeart/2008/layout/LinedList"/>
    <dgm:cxn modelId="{C6B5F81A-57A5-45C8-9173-FD1EEF22BC07}" srcId="{1CF13D0C-31F1-4C9A-8338-8B2B4BF357F9}" destId="{36605C1A-FE74-43B2-A3D3-D2DC63CAC645}" srcOrd="0" destOrd="0" parTransId="{D957AE4D-59D9-4A5B-A181-AA244E5B8BE1}" sibTransId="{C3E7AB1B-B6DD-4CE7-B5C1-61E3F0C1C8C0}"/>
    <dgm:cxn modelId="{2FDD5D22-7B91-453F-911F-6F90F054CD96}" type="presOf" srcId="{B9F532B8-071F-4EFE-AF75-34531FAC72FF}" destId="{54DC6FBB-37A0-4689-86F2-AFDF0CAEE80F}" srcOrd="0" destOrd="0" presId="urn:microsoft.com/office/officeart/2008/layout/LinedList"/>
    <dgm:cxn modelId="{E55EC823-C7B9-41F1-B844-47EA13D60AC5}" type="presOf" srcId="{A0EC5D3E-A99D-4F2F-AE24-D2442200E348}" destId="{61A02681-4959-415D-9E6A-1AB98E89B843}" srcOrd="0" destOrd="0" presId="urn:microsoft.com/office/officeart/2008/layout/LinedList"/>
    <dgm:cxn modelId="{B48BDA25-0C76-4095-867C-CE83E3B3D08D}" type="presOf" srcId="{C88C0BFC-4A78-4125-8B8A-13A051B4B996}" destId="{5674B56F-42F4-40E3-BB53-7D502E26EA24}" srcOrd="0" destOrd="0" presId="urn:microsoft.com/office/officeart/2008/layout/LinedList"/>
    <dgm:cxn modelId="{87930B26-277B-4AB8-BCCE-FD5F9A19391B}" srcId="{1CF13D0C-31F1-4C9A-8338-8B2B4BF357F9}" destId="{68D1EDC3-1857-48ED-AFCF-F6C2DFFF32D9}" srcOrd="2" destOrd="0" parTransId="{4EFF425C-B196-4E00-BBE7-F91B38ACB9AB}" sibTransId="{21145354-9FEE-4F68-808D-C5C1DA7CDDC3}"/>
    <dgm:cxn modelId="{665C2F27-3C39-47AB-BBFC-5AC65AF9F637}" srcId="{B1E4FA41-16F3-4A0F-9708-373A6DCBC53A}" destId="{EA4808E8-4EAA-4219-99F6-0EA91C0DC5B7}" srcOrd="0" destOrd="0" parTransId="{4508895C-95F9-494D-869B-43014485832D}" sibTransId="{A2EF0FD7-BBED-40FF-8EDB-C3A93A1289BD}"/>
    <dgm:cxn modelId="{8B98F529-E644-45E1-A1E9-34FCACB3B0EC}" srcId="{E540046D-8267-4D52-AE58-85A9D9D2B0C0}" destId="{7425960E-E5AF-48C7-8B2B-AB25104D575A}" srcOrd="0" destOrd="0" parTransId="{97AE7886-4214-473D-A91E-8B8B4CADFD6F}" sibTransId="{17C0E966-C2BB-4335-94BC-CCFA1104E6C6}"/>
    <dgm:cxn modelId="{D89D2930-C4EB-4113-8D04-4D647AB2AAB6}" srcId="{1CF13D0C-31F1-4C9A-8338-8B2B4BF357F9}" destId="{B1E4FA41-16F3-4A0F-9708-373A6DCBC53A}" srcOrd="3" destOrd="0" parTransId="{27098C2A-1E6E-4207-AE36-53ABDFB1B1CB}" sibTransId="{49347AAF-56A3-4CDD-BD4A-C10488C7561D}"/>
    <dgm:cxn modelId="{12F9063B-0629-4B9F-A355-6724A15D8286}" type="presOf" srcId="{D6E271CA-D923-4AE0-BD18-015262C2B23A}" destId="{343F700E-BDCD-4121-8300-2E8584A1E7D8}" srcOrd="0" destOrd="0" presId="urn:microsoft.com/office/officeart/2008/layout/LinedList"/>
    <dgm:cxn modelId="{A4CFCD5B-EF19-4DCB-907A-8517EF59CCDE}" type="presOf" srcId="{E540046D-8267-4D52-AE58-85A9D9D2B0C0}" destId="{7686F7EF-7823-479D-8DAB-D3565252A0F4}" srcOrd="0" destOrd="0" presId="urn:microsoft.com/office/officeart/2008/layout/LinedList"/>
    <dgm:cxn modelId="{316B1948-F003-4018-809E-2AB4AEBAB0C9}" type="presOf" srcId="{10BD9DA0-AA33-4864-BCF8-48B4536A8F22}" destId="{FB087642-EA93-4B01-99A3-48CDDE2AADFA}" srcOrd="0" destOrd="0" presId="urn:microsoft.com/office/officeart/2008/layout/LinedList"/>
    <dgm:cxn modelId="{4A5F7448-3835-4378-9A2C-F7AF75CFEE19}" type="presOf" srcId="{EA4808E8-4EAA-4219-99F6-0EA91C0DC5B7}" destId="{5A90BD1D-E6BA-4CE8-A369-7EE6FBB80670}" srcOrd="0" destOrd="0" presId="urn:microsoft.com/office/officeart/2008/layout/LinedList"/>
    <dgm:cxn modelId="{E5E36D80-04A5-4619-B6DD-8BFD5D044F7B}" type="presOf" srcId="{E258BAB2-2801-440C-A9D3-831DE6A07A1E}" destId="{8C6CBD6F-793D-4CC4-9D93-3303D5F26462}" srcOrd="0" destOrd="0" presId="urn:microsoft.com/office/officeart/2008/layout/LinedList"/>
    <dgm:cxn modelId="{35D51C81-E110-4947-96E1-B47B1DE161DF}" type="presOf" srcId="{5FA3BC7C-AD1B-4457-9A8C-BB56605C60DF}" destId="{29B9650E-8C24-4C21-95C1-76EB604884EB}" srcOrd="0" destOrd="0" presId="urn:microsoft.com/office/officeart/2008/layout/LinedList"/>
    <dgm:cxn modelId="{33494C88-A765-4F54-BE4A-DB5F612296A4}" srcId="{1CF13D0C-31F1-4C9A-8338-8B2B4BF357F9}" destId="{5FA3BC7C-AD1B-4457-9A8C-BB56605C60DF}" srcOrd="1" destOrd="0" parTransId="{AE1001C7-5119-4110-AAB5-C952D7307F07}" sibTransId="{5300166D-B382-41E3-BF0E-98A6C027B39A}"/>
    <dgm:cxn modelId="{205BBB89-4BB4-489A-A377-2CA2D8E1017B}" srcId="{1CF13D0C-31F1-4C9A-8338-8B2B4BF357F9}" destId="{E540046D-8267-4D52-AE58-85A9D9D2B0C0}" srcOrd="7" destOrd="0" parTransId="{7E35A3D7-83D8-4C10-BEE8-D712A409BB8A}" sibTransId="{6984F67D-352E-458F-9F6B-2A5B8A3A3A9E}"/>
    <dgm:cxn modelId="{0F4B888F-A87D-4E73-B981-3BF967FCCAFA}" srcId="{1CF13D0C-31F1-4C9A-8338-8B2B4BF357F9}" destId="{D6E271CA-D923-4AE0-BD18-015262C2B23A}" srcOrd="4" destOrd="0" parTransId="{1C414FC3-4660-44EC-B7CD-05F6BBDAA81D}" sibTransId="{FE2CDDF8-D37A-4B36-B7C4-9EEF7594BED8}"/>
    <dgm:cxn modelId="{C8DAEA98-6F07-4E29-8340-B657E3D768F8}" srcId="{36605C1A-FE74-43B2-A3D3-D2DC63CAC645}" destId="{4D0BAC84-0497-497B-8A6A-61029CCA6EB3}" srcOrd="0" destOrd="0" parTransId="{9AB9640C-68ED-41BA-8292-F7342EEC2C86}" sibTransId="{B72A85A5-554D-4B63-A29C-5D9711093BF7}"/>
    <dgm:cxn modelId="{6AAB3D9D-C182-446E-9B3D-20C1F213ED2A}" srcId="{1CF13D0C-31F1-4C9A-8338-8B2B4BF357F9}" destId="{EC114782-A51C-4FF0-AD4F-717B468B92C9}" srcOrd="6" destOrd="0" parTransId="{49FB6E9A-8B19-4E92-B74A-A52F54B8D495}" sibTransId="{935F41F1-42A1-4774-8C57-BBC4DD67DE38}"/>
    <dgm:cxn modelId="{A1547FA4-CDF6-43C4-9704-28CB0B7F6D61}" srcId="{A0EC5D3E-A99D-4F2F-AE24-D2442200E348}" destId="{10BD9DA0-AA33-4864-BCF8-48B4536A8F22}" srcOrd="0" destOrd="0" parTransId="{C11A424F-D7FF-4211-AA0D-66CBDA44ADF7}" sibTransId="{3306DD5F-F7C6-46EB-B8FB-6DFDD692DE1E}"/>
    <dgm:cxn modelId="{CCE4B9A5-C2DF-4671-9379-6C837051C901}" type="presOf" srcId="{EC114782-A51C-4FF0-AD4F-717B468B92C9}" destId="{EFF77E10-B1F2-4206-883F-7677EC6F1396}" srcOrd="0" destOrd="0" presId="urn:microsoft.com/office/officeart/2008/layout/LinedList"/>
    <dgm:cxn modelId="{E732D2B3-4A36-4DE9-9EA8-3A488C80D07F}" srcId="{1CF13D0C-31F1-4C9A-8338-8B2B4BF357F9}" destId="{A0EC5D3E-A99D-4F2F-AE24-D2442200E348}" srcOrd="5" destOrd="0" parTransId="{B5D30B45-7E5B-4BEF-8E06-56B0DF623602}" sibTransId="{CEB6DBED-052C-421B-9BF7-98A089A481F6}"/>
    <dgm:cxn modelId="{3BD609BF-7D9E-48FC-A7F7-32509B2490BD}" type="presOf" srcId="{1CF13D0C-31F1-4C9A-8338-8B2B4BF357F9}" destId="{8788CE61-06FB-4A4C-B082-53C4F84C7437}" srcOrd="0" destOrd="0" presId="urn:microsoft.com/office/officeart/2008/layout/LinedList"/>
    <dgm:cxn modelId="{D32F60C4-2E9E-4210-8A77-9F6FB2E2DC74}" type="presOf" srcId="{B1E4FA41-16F3-4A0F-9708-373A6DCBC53A}" destId="{4923C33E-5664-46F6-B0A0-CE1958180F53}" srcOrd="0" destOrd="0" presId="urn:microsoft.com/office/officeart/2008/layout/LinedList"/>
    <dgm:cxn modelId="{AC0FAAC4-FAEB-459C-98CE-9BDF50CD9EBB}" type="presOf" srcId="{36605C1A-FE74-43B2-A3D3-D2DC63CAC645}" destId="{02F9E730-2042-4412-9EA1-1AFE6D503EA3}" srcOrd="0" destOrd="0" presId="urn:microsoft.com/office/officeart/2008/layout/LinedList"/>
    <dgm:cxn modelId="{51CAEFD2-6F38-4772-A789-B59492C2B6FA}" srcId="{EC114782-A51C-4FF0-AD4F-717B468B92C9}" destId="{E258BAB2-2801-440C-A9D3-831DE6A07A1E}" srcOrd="0" destOrd="0" parTransId="{29AD95AA-62B0-4D35-8936-05CE5618F578}" sibTransId="{37FEBC4E-B20B-46B2-8CCB-ECB2FCD9E48A}"/>
    <dgm:cxn modelId="{99B706DC-809B-4D9B-98BB-BB4B2F76045F}" srcId="{5FA3BC7C-AD1B-4457-9A8C-BB56605C60DF}" destId="{4AC93FB2-F93A-4998-812E-CFA85D07A99E}" srcOrd="0" destOrd="0" parTransId="{96717C6B-E839-4A96-AFFC-76E9D739E29A}" sibTransId="{282ED40E-0AAA-4D79-99A2-03A220354CD7}"/>
    <dgm:cxn modelId="{00E0CBDF-38AC-476C-ABE6-04927B0CED43}" srcId="{68D1EDC3-1857-48ED-AFCF-F6C2DFFF32D9}" destId="{C88C0BFC-4A78-4125-8B8A-13A051B4B996}" srcOrd="0" destOrd="0" parTransId="{78DB024E-9070-4BBC-8DB1-397F2374079F}" sibTransId="{B3DCA1C7-8514-4363-9B83-4BBBC291ECE2}"/>
    <dgm:cxn modelId="{399364E3-A3A4-44E2-BFA1-7980F12A8D04}" type="presOf" srcId="{4AC93FB2-F93A-4998-812E-CFA85D07A99E}" destId="{443D02E2-8804-4728-B2CA-845A419F9FE6}" srcOrd="0" destOrd="0" presId="urn:microsoft.com/office/officeart/2008/layout/LinedList"/>
    <dgm:cxn modelId="{12EA6AEF-6CCE-4F2D-83A6-D931DB57F700}" srcId="{D6E271CA-D923-4AE0-BD18-015262C2B23A}" destId="{B9F532B8-071F-4EFE-AF75-34531FAC72FF}" srcOrd="0" destOrd="0" parTransId="{53998AA2-6ABE-4FE7-BB8A-A3E0F342DD89}" sibTransId="{845203A0-F1F6-4C25-ACF3-2545DDFF512B}"/>
    <dgm:cxn modelId="{923C8E6B-B681-4536-88FC-1F8202979B10}" type="presParOf" srcId="{8788CE61-06FB-4A4C-B082-53C4F84C7437}" destId="{334CA955-0BA8-4CEF-825A-FF53D3EAE809}" srcOrd="0" destOrd="0" presId="urn:microsoft.com/office/officeart/2008/layout/LinedList"/>
    <dgm:cxn modelId="{BDFCDBE3-B711-468F-B9D0-0E24C2142974}" type="presParOf" srcId="{8788CE61-06FB-4A4C-B082-53C4F84C7437}" destId="{0FDFC797-D72E-4034-8EEC-E6DA3B00EA24}" srcOrd="1" destOrd="0" presId="urn:microsoft.com/office/officeart/2008/layout/LinedList"/>
    <dgm:cxn modelId="{1A85B6EE-CEE5-4075-A4D1-106A67FF64D3}" type="presParOf" srcId="{0FDFC797-D72E-4034-8EEC-E6DA3B00EA24}" destId="{02F9E730-2042-4412-9EA1-1AFE6D503EA3}" srcOrd="0" destOrd="0" presId="urn:microsoft.com/office/officeart/2008/layout/LinedList"/>
    <dgm:cxn modelId="{FBCA40AA-B2C6-4C23-9F73-494AAC8C259E}" type="presParOf" srcId="{0FDFC797-D72E-4034-8EEC-E6DA3B00EA24}" destId="{45DBC22D-8547-4BAB-8059-FB9B5B43774F}" srcOrd="1" destOrd="0" presId="urn:microsoft.com/office/officeart/2008/layout/LinedList"/>
    <dgm:cxn modelId="{EB8AAB42-76CA-44CE-B00A-B09F16A523D6}" type="presParOf" srcId="{45DBC22D-8547-4BAB-8059-FB9B5B43774F}" destId="{F883587E-0671-4562-8A83-3F64EA40E7BC}" srcOrd="0" destOrd="0" presId="urn:microsoft.com/office/officeart/2008/layout/LinedList"/>
    <dgm:cxn modelId="{61674402-A99A-4E43-BE62-8453D209177D}" type="presParOf" srcId="{45DBC22D-8547-4BAB-8059-FB9B5B43774F}" destId="{D203B584-CDE8-46BC-ACC1-9A55FF81AA9C}" srcOrd="1" destOrd="0" presId="urn:microsoft.com/office/officeart/2008/layout/LinedList"/>
    <dgm:cxn modelId="{F9279826-C692-412B-B760-404D6B5E0383}" type="presParOf" srcId="{D203B584-CDE8-46BC-ACC1-9A55FF81AA9C}" destId="{A338C3DA-96B9-4B3B-9268-20A7652D1E77}" srcOrd="0" destOrd="0" presId="urn:microsoft.com/office/officeart/2008/layout/LinedList"/>
    <dgm:cxn modelId="{88E57A88-756B-4FE4-8D66-73FD236DE36E}" type="presParOf" srcId="{D203B584-CDE8-46BC-ACC1-9A55FF81AA9C}" destId="{AD46ED6A-BD53-4BE0-BE40-2F4224F1926F}" srcOrd="1" destOrd="0" presId="urn:microsoft.com/office/officeart/2008/layout/LinedList"/>
    <dgm:cxn modelId="{ACF461AE-94D7-4C95-A840-9C1E580C0483}" type="presParOf" srcId="{D203B584-CDE8-46BC-ACC1-9A55FF81AA9C}" destId="{5F38A9BC-4639-466C-9C02-2564EE565E44}" srcOrd="2" destOrd="0" presId="urn:microsoft.com/office/officeart/2008/layout/LinedList"/>
    <dgm:cxn modelId="{191F6EB8-2BF1-4936-94B8-9CF8F300C0F4}" type="presParOf" srcId="{45DBC22D-8547-4BAB-8059-FB9B5B43774F}" destId="{A49EAD79-7805-468B-B111-66492F2BE0A1}" srcOrd="2" destOrd="0" presId="urn:microsoft.com/office/officeart/2008/layout/LinedList"/>
    <dgm:cxn modelId="{5495101E-28A0-4773-A515-857374CABB34}" type="presParOf" srcId="{45DBC22D-8547-4BAB-8059-FB9B5B43774F}" destId="{95354FA7-8949-4FC6-A483-E5D9C714D4C6}" srcOrd="3" destOrd="0" presId="urn:microsoft.com/office/officeart/2008/layout/LinedList"/>
    <dgm:cxn modelId="{8263179F-D687-4112-A755-68B63DDEF37A}" type="presParOf" srcId="{8788CE61-06FB-4A4C-B082-53C4F84C7437}" destId="{BE80DC12-5047-4EDA-A3DA-3156B3F87DC9}" srcOrd="2" destOrd="0" presId="urn:microsoft.com/office/officeart/2008/layout/LinedList"/>
    <dgm:cxn modelId="{5D33A7FF-FDB4-4480-ABF8-60CE52855D90}" type="presParOf" srcId="{8788CE61-06FB-4A4C-B082-53C4F84C7437}" destId="{41D5A2B2-DC4C-40A5-832D-EE2FC58041C0}" srcOrd="3" destOrd="0" presId="urn:microsoft.com/office/officeart/2008/layout/LinedList"/>
    <dgm:cxn modelId="{F386E358-C9A9-449E-82C8-AF7FDA474842}" type="presParOf" srcId="{41D5A2B2-DC4C-40A5-832D-EE2FC58041C0}" destId="{29B9650E-8C24-4C21-95C1-76EB604884EB}" srcOrd="0" destOrd="0" presId="urn:microsoft.com/office/officeart/2008/layout/LinedList"/>
    <dgm:cxn modelId="{AF84E31F-CBF0-48FA-BFF4-380E282B3946}" type="presParOf" srcId="{41D5A2B2-DC4C-40A5-832D-EE2FC58041C0}" destId="{C33E7219-1C68-449B-924E-9CEBF93D62AD}" srcOrd="1" destOrd="0" presId="urn:microsoft.com/office/officeart/2008/layout/LinedList"/>
    <dgm:cxn modelId="{2734769B-A1C2-43E5-8B4B-DE108C4DD3B6}" type="presParOf" srcId="{C33E7219-1C68-449B-924E-9CEBF93D62AD}" destId="{7E2E1E5C-C94E-462F-A7A6-30DF61B6B7D0}" srcOrd="0" destOrd="0" presId="urn:microsoft.com/office/officeart/2008/layout/LinedList"/>
    <dgm:cxn modelId="{596C2AE1-4644-426C-9BF6-EF87FE68F048}" type="presParOf" srcId="{C33E7219-1C68-449B-924E-9CEBF93D62AD}" destId="{C9309563-75FF-4023-A37B-AF77950B57EC}" srcOrd="1" destOrd="0" presId="urn:microsoft.com/office/officeart/2008/layout/LinedList"/>
    <dgm:cxn modelId="{CBE23B62-2106-465E-828C-69F6B1758DD5}" type="presParOf" srcId="{C9309563-75FF-4023-A37B-AF77950B57EC}" destId="{E55E1D70-2753-4FAD-BC4A-C63385147DCE}" srcOrd="0" destOrd="0" presId="urn:microsoft.com/office/officeart/2008/layout/LinedList"/>
    <dgm:cxn modelId="{A7A3E93B-CE43-4D40-BAD8-85842F71DED5}" type="presParOf" srcId="{C9309563-75FF-4023-A37B-AF77950B57EC}" destId="{443D02E2-8804-4728-B2CA-845A419F9FE6}" srcOrd="1" destOrd="0" presId="urn:microsoft.com/office/officeart/2008/layout/LinedList"/>
    <dgm:cxn modelId="{F1AD3A8D-41CF-4185-811C-B406EEE00232}" type="presParOf" srcId="{C9309563-75FF-4023-A37B-AF77950B57EC}" destId="{2805C768-E9DB-4835-B92A-D27DA651A944}" srcOrd="2" destOrd="0" presId="urn:microsoft.com/office/officeart/2008/layout/LinedList"/>
    <dgm:cxn modelId="{FF7FC39B-8295-4DEC-9519-05E7F815EDD5}" type="presParOf" srcId="{C33E7219-1C68-449B-924E-9CEBF93D62AD}" destId="{99431385-E47E-4CA0-A48B-3A8C99487253}" srcOrd="2" destOrd="0" presId="urn:microsoft.com/office/officeart/2008/layout/LinedList"/>
    <dgm:cxn modelId="{5DE88E30-B636-4856-B28D-1838AD777D87}" type="presParOf" srcId="{C33E7219-1C68-449B-924E-9CEBF93D62AD}" destId="{2DA5BE7F-44FC-4A39-9142-DB5FF22146EA}" srcOrd="3" destOrd="0" presId="urn:microsoft.com/office/officeart/2008/layout/LinedList"/>
    <dgm:cxn modelId="{7156A83A-60F8-4B1B-AD82-6C0A6CCC8011}" type="presParOf" srcId="{8788CE61-06FB-4A4C-B082-53C4F84C7437}" destId="{0790A9E1-B651-4960-9DEE-2C14680B5060}" srcOrd="4" destOrd="0" presId="urn:microsoft.com/office/officeart/2008/layout/LinedList"/>
    <dgm:cxn modelId="{C4B3E696-6BD2-4909-B905-3F4391740CCC}" type="presParOf" srcId="{8788CE61-06FB-4A4C-B082-53C4F84C7437}" destId="{FB6583CF-17F5-45EA-A734-51B06BB56A17}" srcOrd="5" destOrd="0" presId="urn:microsoft.com/office/officeart/2008/layout/LinedList"/>
    <dgm:cxn modelId="{0D81211C-8389-4178-A276-D75710B5776C}" type="presParOf" srcId="{FB6583CF-17F5-45EA-A734-51B06BB56A17}" destId="{3C297B5C-BD3C-4C9B-BEE7-4BD4E4D54E3D}" srcOrd="0" destOrd="0" presId="urn:microsoft.com/office/officeart/2008/layout/LinedList"/>
    <dgm:cxn modelId="{4AC6FEA7-C2DD-45F4-9138-2C8B7BB04280}" type="presParOf" srcId="{FB6583CF-17F5-45EA-A734-51B06BB56A17}" destId="{FDF8E568-AB63-433D-96A3-DF509306B34C}" srcOrd="1" destOrd="0" presId="urn:microsoft.com/office/officeart/2008/layout/LinedList"/>
    <dgm:cxn modelId="{2EB8F1D0-A4E1-45E5-BEA4-71574A9F0FE2}" type="presParOf" srcId="{FDF8E568-AB63-433D-96A3-DF509306B34C}" destId="{93D81709-3F05-45FE-8A98-295F9DE23A9B}" srcOrd="0" destOrd="0" presId="urn:microsoft.com/office/officeart/2008/layout/LinedList"/>
    <dgm:cxn modelId="{7FBA28E9-B68A-4D08-A64E-EF8C7A5085CC}" type="presParOf" srcId="{FDF8E568-AB63-433D-96A3-DF509306B34C}" destId="{C2BC00FE-2B41-46C7-A585-CBA76B957B22}" srcOrd="1" destOrd="0" presId="urn:microsoft.com/office/officeart/2008/layout/LinedList"/>
    <dgm:cxn modelId="{89339190-FDF1-4D35-AA0A-519BDA5136DB}" type="presParOf" srcId="{C2BC00FE-2B41-46C7-A585-CBA76B957B22}" destId="{F7C684D4-3F2E-4FA5-9B91-ABC9D00703FA}" srcOrd="0" destOrd="0" presId="urn:microsoft.com/office/officeart/2008/layout/LinedList"/>
    <dgm:cxn modelId="{8F8EA9A8-7B74-4184-82DE-99D06818FC3D}" type="presParOf" srcId="{C2BC00FE-2B41-46C7-A585-CBA76B957B22}" destId="{5674B56F-42F4-40E3-BB53-7D502E26EA24}" srcOrd="1" destOrd="0" presId="urn:microsoft.com/office/officeart/2008/layout/LinedList"/>
    <dgm:cxn modelId="{01724AA9-ECE6-4CD4-8374-3DFC9C444270}" type="presParOf" srcId="{C2BC00FE-2B41-46C7-A585-CBA76B957B22}" destId="{B7A509AF-685E-4153-B0B1-8EB1CA6FAA43}" srcOrd="2" destOrd="0" presId="urn:microsoft.com/office/officeart/2008/layout/LinedList"/>
    <dgm:cxn modelId="{705E017B-11F4-4884-BA8B-BB0745E46ACB}" type="presParOf" srcId="{FDF8E568-AB63-433D-96A3-DF509306B34C}" destId="{227E88E9-6A9A-40ED-8D47-CC57B399BB37}" srcOrd="2" destOrd="0" presId="urn:microsoft.com/office/officeart/2008/layout/LinedList"/>
    <dgm:cxn modelId="{55BC59E3-6A96-4E8A-B646-39DB0A2BDC7C}" type="presParOf" srcId="{FDF8E568-AB63-433D-96A3-DF509306B34C}" destId="{4B2F079D-FC3F-43E7-9776-D905FE1E3482}" srcOrd="3" destOrd="0" presId="urn:microsoft.com/office/officeart/2008/layout/LinedList"/>
    <dgm:cxn modelId="{0473B28B-32E2-4738-A0A0-47683B6B3C54}" type="presParOf" srcId="{8788CE61-06FB-4A4C-B082-53C4F84C7437}" destId="{C47878CA-BB71-4C1C-A959-705519A4C44D}" srcOrd="6" destOrd="0" presId="urn:microsoft.com/office/officeart/2008/layout/LinedList"/>
    <dgm:cxn modelId="{C9AB2003-9006-4A8B-BE9F-C4CB6EA701B1}" type="presParOf" srcId="{8788CE61-06FB-4A4C-B082-53C4F84C7437}" destId="{803CA6A9-C2BC-4D4A-9C73-36570B8FBB20}" srcOrd="7" destOrd="0" presId="urn:microsoft.com/office/officeart/2008/layout/LinedList"/>
    <dgm:cxn modelId="{1A7C1F26-6300-41D4-AB2E-7DB066C21F94}" type="presParOf" srcId="{803CA6A9-C2BC-4D4A-9C73-36570B8FBB20}" destId="{4923C33E-5664-46F6-B0A0-CE1958180F53}" srcOrd="0" destOrd="0" presId="urn:microsoft.com/office/officeart/2008/layout/LinedList"/>
    <dgm:cxn modelId="{870054AB-A4A9-4D2D-8C69-CA9FF3875005}" type="presParOf" srcId="{803CA6A9-C2BC-4D4A-9C73-36570B8FBB20}" destId="{6D805E47-0D38-48D2-A817-1A1386141704}" srcOrd="1" destOrd="0" presId="urn:microsoft.com/office/officeart/2008/layout/LinedList"/>
    <dgm:cxn modelId="{C19CE9CB-31FE-4934-8AF8-D0C66B61E3B1}" type="presParOf" srcId="{6D805E47-0D38-48D2-A817-1A1386141704}" destId="{A1224CAD-329D-407E-8594-17A16FB08195}" srcOrd="0" destOrd="0" presId="urn:microsoft.com/office/officeart/2008/layout/LinedList"/>
    <dgm:cxn modelId="{4A921920-FA2D-4B45-BF1F-752440EEFE2D}" type="presParOf" srcId="{6D805E47-0D38-48D2-A817-1A1386141704}" destId="{EEB2F26D-F458-434D-8835-BABC89859B47}" srcOrd="1" destOrd="0" presId="urn:microsoft.com/office/officeart/2008/layout/LinedList"/>
    <dgm:cxn modelId="{BDA1EE4F-E95C-4795-9D5D-2CED1C99B185}" type="presParOf" srcId="{EEB2F26D-F458-434D-8835-BABC89859B47}" destId="{C3FD37B9-8246-4FEE-9009-A92BA16E28A6}" srcOrd="0" destOrd="0" presId="urn:microsoft.com/office/officeart/2008/layout/LinedList"/>
    <dgm:cxn modelId="{81D70B5C-5231-44C9-80F6-71FF7BFBE810}" type="presParOf" srcId="{EEB2F26D-F458-434D-8835-BABC89859B47}" destId="{5A90BD1D-E6BA-4CE8-A369-7EE6FBB80670}" srcOrd="1" destOrd="0" presId="urn:microsoft.com/office/officeart/2008/layout/LinedList"/>
    <dgm:cxn modelId="{276055EB-EB9F-4FF9-9504-012CB6BF3D66}" type="presParOf" srcId="{EEB2F26D-F458-434D-8835-BABC89859B47}" destId="{69D38805-13C2-4C62-8D44-5E85598DC770}" srcOrd="2" destOrd="0" presId="urn:microsoft.com/office/officeart/2008/layout/LinedList"/>
    <dgm:cxn modelId="{4A390718-D761-4264-B07E-13D87A7A7C5B}" type="presParOf" srcId="{6D805E47-0D38-48D2-A817-1A1386141704}" destId="{F7EF69A8-4F00-482F-B996-02E36E50790B}" srcOrd="2" destOrd="0" presId="urn:microsoft.com/office/officeart/2008/layout/LinedList"/>
    <dgm:cxn modelId="{B8F42BC8-074E-46F8-8522-6AAD33824704}" type="presParOf" srcId="{6D805E47-0D38-48D2-A817-1A1386141704}" destId="{C771809B-A98F-4F52-BC89-06E70A02F8F5}" srcOrd="3" destOrd="0" presId="urn:microsoft.com/office/officeart/2008/layout/LinedList"/>
    <dgm:cxn modelId="{1317B8C9-DE6B-4EC1-8FCA-8D80AD7B6E37}" type="presParOf" srcId="{8788CE61-06FB-4A4C-B082-53C4F84C7437}" destId="{7B2FD89E-293A-4042-9C06-5855F24DDE53}" srcOrd="8" destOrd="0" presId="urn:microsoft.com/office/officeart/2008/layout/LinedList"/>
    <dgm:cxn modelId="{8B94DABA-3A09-4AEF-9B5B-61A67C871F9F}" type="presParOf" srcId="{8788CE61-06FB-4A4C-B082-53C4F84C7437}" destId="{642B66BE-09EE-409A-BEAC-2924DB8A74A9}" srcOrd="9" destOrd="0" presId="urn:microsoft.com/office/officeart/2008/layout/LinedList"/>
    <dgm:cxn modelId="{5A2FF69A-3AE4-475A-96BC-6535A4DEF9A6}" type="presParOf" srcId="{642B66BE-09EE-409A-BEAC-2924DB8A74A9}" destId="{343F700E-BDCD-4121-8300-2E8584A1E7D8}" srcOrd="0" destOrd="0" presId="urn:microsoft.com/office/officeart/2008/layout/LinedList"/>
    <dgm:cxn modelId="{BF011EF9-7F12-4BA1-A67C-D241653EE261}" type="presParOf" srcId="{642B66BE-09EE-409A-BEAC-2924DB8A74A9}" destId="{1A496288-CC0B-4D3B-A2E3-20DE23748542}" srcOrd="1" destOrd="0" presId="urn:microsoft.com/office/officeart/2008/layout/LinedList"/>
    <dgm:cxn modelId="{31A916A5-2B24-44B7-B31D-90FD82811815}" type="presParOf" srcId="{1A496288-CC0B-4D3B-A2E3-20DE23748542}" destId="{DF71370F-CFC8-4589-AE26-29F80E81F044}" srcOrd="0" destOrd="0" presId="urn:microsoft.com/office/officeart/2008/layout/LinedList"/>
    <dgm:cxn modelId="{7C0BFA47-3531-4E04-9477-4EBBD1C49242}" type="presParOf" srcId="{1A496288-CC0B-4D3B-A2E3-20DE23748542}" destId="{E1F1F97C-31BD-4BB2-AB2D-7999D8F1F455}" srcOrd="1" destOrd="0" presId="urn:microsoft.com/office/officeart/2008/layout/LinedList"/>
    <dgm:cxn modelId="{79F339D6-EF4A-451A-A6DB-8A12742B1165}" type="presParOf" srcId="{E1F1F97C-31BD-4BB2-AB2D-7999D8F1F455}" destId="{3DD31A1E-60ED-4156-9BDB-DF9745006720}" srcOrd="0" destOrd="0" presId="urn:microsoft.com/office/officeart/2008/layout/LinedList"/>
    <dgm:cxn modelId="{33687B97-6495-4BD9-8C9C-D7CC25F3A50B}" type="presParOf" srcId="{E1F1F97C-31BD-4BB2-AB2D-7999D8F1F455}" destId="{54DC6FBB-37A0-4689-86F2-AFDF0CAEE80F}" srcOrd="1" destOrd="0" presId="urn:microsoft.com/office/officeart/2008/layout/LinedList"/>
    <dgm:cxn modelId="{1078B576-15AC-49E6-9684-4A55CB78E7B3}" type="presParOf" srcId="{E1F1F97C-31BD-4BB2-AB2D-7999D8F1F455}" destId="{850CACCA-4628-455A-B61D-56FA62ED2808}" srcOrd="2" destOrd="0" presId="urn:microsoft.com/office/officeart/2008/layout/LinedList"/>
    <dgm:cxn modelId="{D87B6BFE-2E05-434B-9FFC-8655F6B1A714}" type="presParOf" srcId="{1A496288-CC0B-4D3B-A2E3-20DE23748542}" destId="{37343F17-D017-4D74-A7A4-05D40EFE9A58}" srcOrd="2" destOrd="0" presId="urn:microsoft.com/office/officeart/2008/layout/LinedList"/>
    <dgm:cxn modelId="{D8941CDE-145B-467E-A739-48E97C1A8758}" type="presParOf" srcId="{1A496288-CC0B-4D3B-A2E3-20DE23748542}" destId="{E032ED33-DA9D-4780-A8F6-5CEA7DA4C115}" srcOrd="3" destOrd="0" presId="urn:microsoft.com/office/officeart/2008/layout/LinedList"/>
    <dgm:cxn modelId="{54D5F4DC-D429-4F8E-8510-BF3BB6F5AA52}" type="presParOf" srcId="{8788CE61-06FB-4A4C-B082-53C4F84C7437}" destId="{D7EAAAD4-B7E3-464E-BFE6-6A2F9CBA6D0E}" srcOrd="10" destOrd="0" presId="urn:microsoft.com/office/officeart/2008/layout/LinedList"/>
    <dgm:cxn modelId="{64EE1D7A-AED8-44FB-9BD7-997E2033E187}" type="presParOf" srcId="{8788CE61-06FB-4A4C-B082-53C4F84C7437}" destId="{A9909D27-FDBA-4BAF-AF5E-60968C24E612}" srcOrd="11" destOrd="0" presId="urn:microsoft.com/office/officeart/2008/layout/LinedList"/>
    <dgm:cxn modelId="{8B08D8B8-C001-4A73-A404-EC1A79A8A3FE}" type="presParOf" srcId="{A9909D27-FDBA-4BAF-AF5E-60968C24E612}" destId="{61A02681-4959-415D-9E6A-1AB98E89B843}" srcOrd="0" destOrd="0" presId="urn:microsoft.com/office/officeart/2008/layout/LinedList"/>
    <dgm:cxn modelId="{EBAC5A5D-6FF3-4BAB-AAF4-FFB303D374F1}" type="presParOf" srcId="{A9909D27-FDBA-4BAF-AF5E-60968C24E612}" destId="{B8FB1B1E-172F-426D-8632-D560163DDA1A}" srcOrd="1" destOrd="0" presId="urn:microsoft.com/office/officeart/2008/layout/LinedList"/>
    <dgm:cxn modelId="{8959AA26-0BC6-4DCF-8B1F-CF7119AAE4AF}" type="presParOf" srcId="{B8FB1B1E-172F-426D-8632-D560163DDA1A}" destId="{4F10F445-772B-42AE-A11B-973EC8AC79D1}" srcOrd="0" destOrd="0" presId="urn:microsoft.com/office/officeart/2008/layout/LinedList"/>
    <dgm:cxn modelId="{936F883C-9A7F-44D6-AAB6-F1C6AD07763B}" type="presParOf" srcId="{B8FB1B1E-172F-426D-8632-D560163DDA1A}" destId="{9D73853B-6C40-466D-B668-8734E4EA936A}" srcOrd="1" destOrd="0" presId="urn:microsoft.com/office/officeart/2008/layout/LinedList"/>
    <dgm:cxn modelId="{E53B8162-89E6-42A8-88F5-B2702D9172DC}" type="presParOf" srcId="{9D73853B-6C40-466D-B668-8734E4EA936A}" destId="{426A4A02-1EF9-4BF4-84A2-AC7E0324FE84}" srcOrd="0" destOrd="0" presId="urn:microsoft.com/office/officeart/2008/layout/LinedList"/>
    <dgm:cxn modelId="{6FEACDB5-F10C-453A-843B-1662658342D0}" type="presParOf" srcId="{9D73853B-6C40-466D-B668-8734E4EA936A}" destId="{FB087642-EA93-4B01-99A3-48CDDE2AADFA}" srcOrd="1" destOrd="0" presId="urn:microsoft.com/office/officeart/2008/layout/LinedList"/>
    <dgm:cxn modelId="{B426DDC1-E501-4C9F-882C-6D04E8AEF0DC}" type="presParOf" srcId="{9D73853B-6C40-466D-B668-8734E4EA936A}" destId="{FC36437A-15B5-4056-BBD3-1BC53C743420}" srcOrd="2" destOrd="0" presId="urn:microsoft.com/office/officeart/2008/layout/LinedList"/>
    <dgm:cxn modelId="{D4CFFF7C-B37F-435F-9B37-684425688369}" type="presParOf" srcId="{B8FB1B1E-172F-426D-8632-D560163DDA1A}" destId="{ED61FBF1-064D-4BAC-BA01-DAB4172ACF1F}" srcOrd="2" destOrd="0" presId="urn:microsoft.com/office/officeart/2008/layout/LinedList"/>
    <dgm:cxn modelId="{7271277A-14D4-40C8-8133-DA284B20B742}" type="presParOf" srcId="{B8FB1B1E-172F-426D-8632-D560163DDA1A}" destId="{2C9347A5-12E9-4C86-8EB9-4A43511CAA10}" srcOrd="3" destOrd="0" presId="urn:microsoft.com/office/officeart/2008/layout/LinedList"/>
    <dgm:cxn modelId="{64347485-EC3F-436C-B302-59FC5A4566C3}" type="presParOf" srcId="{8788CE61-06FB-4A4C-B082-53C4F84C7437}" destId="{8B188355-2EA0-45CF-8726-0D9E7D0D748C}" srcOrd="12" destOrd="0" presId="urn:microsoft.com/office/officeart/2008/layout/LinedList"/>
    <dgm:cxn modelId="{15648B72-219C-4310-A237-A43362097745}" type="presParOf" srcId="{8788CE61-06FB-4A4C-B082-53C4F84C7437}" destId="{1029BF35-35EF-4713-B904-D9B2885FAEB8}" srcOrd="13" destOrd="0" presId="urn:microsoft.com/office/officeart/2008/layout/LinedList"/>
    <dgm:cxn modelId="{5101E37F-A48A-4E0F-A7DF-6586FAC34F2D}" type="presParOf" srcId="{1029BF35-35EF-4713-B904-D9B2885FAEB8}" destId="{EFF77E10-B1F2-4206-883F-7677EC6F1396}" srcOrd="0" destOrd="0" presId="urn:microsoft.com/office/officeart/2008/layout/LinedList"/>
    <dgm:cxn modelId="{0B9FC12A-5C18-4DD1-814A-9F2F6765D90E}" type="presParOf" srcId="{1029BF35-35EF-4713-B904-D9B2885FAEB8}" destId="{3FF3B4F0-85DD-4BCA-A635-26F5B1434235}" srcOrd="1" destOrd="0" presId="urn:microsoft.com/office/officeart/2008/layout/LinedList"/>
    <dgm:cxn modelId="{A743792A-ED40-4E1A-8337-A9310130ADE1}" type="presParOf" srcId="{3FF3B4F0-85DD-4BCA-A635-26F5B1434235}" destId="{1662DF84-61EF-46DE-BD46-9F0E34A653AF}" srcOrd="0" destOrd="0" presId="urn:microsoft.com/office/officeart/2008/layout/LinedList"/>
    <dgm:cxn modelId="{2C35B27C-0AAC-451A-849F-3DA075CA16A8}" type="presParOf" srcId="{3FF3B4F0-85DD-4BCA-A635-26F5B1434235}" destId="{259C54E4-E95D-42AF-9A44-803D5813179B}" srcOrd="1" destOrd="0" presId="urn:microsoft.com/office/officeart/2008/layout/LinedList"/>
    <dgm:cxn modelId="{B1D784E5-40C8-4910-9DDE-7647F4C82194}" type="presParOf" srcId="{259C54E4-E95D-42AF-9A44-803D5813179B}" destId="{CB427650-50AE-4BDA-8071-3E1A6B0CF576}" srcOrd="0" destOrd="0" presId="urn:microsoft.com/office/officeart/2008/layout/LinedList"/>
    <dgm:cxn modelId="{13040814-91B5-41D4-A965-1E51D0EFB9B9}" type="presParOf" srcId="{259C54E4-E95D-42AF-9A44-803D5813179B}" destId="{8C6CBD6F-793D-4CC4-9D93-3303D5F26462}" srcOrd="1" destOrd="0" presId="urn:microsoft.com/office/officeart/2008/layout/LinedList"/>
    <dgm:cxn modelId="{3F428CEC-E267-4BF7-9BE6-EEAEBDF7E158}" type="presParOf" srcId="{259C54E4-E95D-42AF-9A44-803D5813179B}" destId="{EFF22660-B845-4C7D-B51A-31DA185C2AE9}" srcOrd="2" destOrd="0" presId="urn:microsoft.com/office/officeart/2008/layout/LinedList"/>
    <dgm:cxn modelId="{A46BA84F-C094-41FF-9173-F3A1D4E3C9BF}" type="presParOf" srcId="{3FF3B4F0-85DD-4BCA-A635-26F5B1434235}" destId="{B655B9DC-30D6-4B89-9804-EAB118506210}" srcOrd="2" destOrd="0" presId="urn:microsoft.com/office/officeart/2008/layout/LinedList"/>
    <dgm:cxn modelId="{F0658AAF-97E8-42D5-BE36-2BA2739B6EEB}" type="presParOf" srcId="{3FF3B4F0-85DD-4BCA-A635-26F5B1434235}" destId="{1076DD9F-6D80-42DD-B11B-2F5EA50FFC02}" srcOrd="3" destOrd="0" presId="urn:microsoft.com/office/officeart/2008/layout/LinedList"/>
    <dgm:cxn modelId="{422638CB-A899-4C64-A84F-E38E55BE2C19}" type="presParOf" srcId="{8788CE61-06FB-4A4C-B082-53C4F84C7437}" destId="{54075024-2C0E-4770-8FE4-6A840A5A702C}" srcOrd="14" destOrd="0" presId="urn:microsoft.com/office/officeart/2008/layout/LinedList"/>
    <dgm:cxn modelId="{CC602BE9-B539-4BA8-9932-1C2843DAA05C}" type="presParOf" srcId="{8788CE61-06FB-4A4C-B082-53C4F84C7437}" destId="{ABDE845F-4AE4-414B-B074-66CFC15550EA}" srcOrd="15" destOrd="0" presId="urn:microsoft.com/office/officeart/2008/layout/LinedList"/>
    <dgm:cxn modelId="{E2269BFF-0E4E-434A-9101-F9E7B84289C9}" type="presParOf" srcId="{ABDE845F-4AE4-414B-B074-66CFC15550EA}" destId="{7686F7EF-7823-479D-8DAB-D3565252A0F4}" srcOrd="0" destOrd="0" presId="urn:microsoft.com/office/officeart/2008/layout/LinedList"/>
    <dgm:cxn modelId="{7A7E186B-65FF-420B-8C44-C09769B4755D}" type="presParOf" srcId="{ABDE845F-4AE4-414B-B074-66CFC15550EA}" destId="{4FDEA27F-DFEF-452B-8ED8-62E7A3DCBCAE}" srcOrd="1" destOrd="0" presId="urn:microsoft.com/office/officeart/2008/layout/LinedList"/>
    <dgm:cxn modelId="{41E151D8-7F29-4034-8861-A0C1FD16E1FE}" type="presParOf" srcId="{4FDEA27F-DFEF-452B-8ED8-62E7A3DCBCAE}" destId="{B3E49E0A-E9E6-4BB4-963B-0D7793A5707B}" srcOrd="0" destOrd="0" presId="urn:microsoft.com/office/officeart/2008/layout/LinedList"/>
    <dgm:cxn modelId="{939619C2-AAC1-4C62-95CF-79D420DCD6C8}" type="presParOf" srcId="{4FDEA27F-DFEF-452B-8ED8-62E7A3DCBCAE}" destId="{EA68D37E-8E54-41BC-A581-6A44EBC371EC}" srcOrd="1" destOrd="0" presId="urn:microsoft.com/office/officeart/2008/layout/LinedList"/>
    <dgm:cxn modelId="{0D54A23A-BDEE-4733-8086-6A58F6C2FCF9}" type="presParOf" srcId="{EA68D37E-8E54-41BC-A581-6A44EBC371EC}" destId="{5BE7B550-7C62-451A-A58E-7DF584B00945}" srcOrd="0" destOrd="0" presId="urn:microsoft.com/office/officeart/2008/layout/LinedList"/>
    <dgm:cxn modelId="{5AB3FAC4-1B71-4FDF-A6C8-06E5F113CD2B}" type="presParOf" srcId="{EA68D37E-8E54-41BC-A581-6A44EBC371EC}" destId="{68BF49A3-B3B1-4D6C-B385-416066611D6E}" srcOrd="1" destOrd="0" presId="urn:microsoft.com/office/officeart/2008/layout/LinedList"/>
    <dgm:cxn modelId="{F55BACF1-1D4E-4C6F-938C-8398E94BADAC}" type="presParOf" srcId="{EA68D37E-8E54-41BC-A581-6A44EBC371EC}" destId="{1D80CD44-FAAB-4A6A-BBBE-2D8E80A91633}" srcOrd="2" destOrd="0" presId="urn:microsoft.com/office/officeart/2008/layout/LinedList"/>
    <dgm:cxn modelId="{FE9F60D0-96DA-4B43-9896-D7C63336B93D}" type="presParOf" srcId="{4FDEA27F-DFEF-452B-8ED8-62E7A3DCBCAE}" destId="{54C53EA5-7644-470A-8177-1885E64CF9B5}" srcOrd="2" destOrd="0" presId="urn:microsoft.com/office/officeart/2008/layout/LinedList"/>
    <dgm:cxn modelId="{2D97D15C-8EF4-402C-B819-3980CD51F030}" type="presParOf" srcId="{4FDEA27F-DFEF-452B-8ED8-62E7A3DCBCAE}" destId="{D9D49154-D30C-4363-94E6-6DFFAF6CEB3C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C0F5BB4-75E7-4DDB-BF7E-8E78047BD972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A7ED3C2-707E-4D0E-AA04-4FCAD49028C5}">
      <dgm:prSet/>
      <dgm:spPr/>
      <dgm:t>
        <a:bodyPr/>
        <a:lstStyle/>
        <a:p>
          <a:r>
            <a:rPr lang="en-US"/>
            <a:t>Lowercasing</a:t>
          </a:r>
        </a:p>
      </dgm:t>
    </dgm:pt>
    <dgm:pt modelId="{3D25778D-5C02-42A0-B852-EF59BE3D8C69}" type="parTrans" cxnId="{090A2223-17CB-472D-BCE2-52E7F4F53636}">
      <dgm:prSet/>
      <dgm:spPr/>
      <dgm:t>
        <a:bodyPr/>
        <a:lstStyle/>
        <a:p>
          <a:endParaRPr lang="en-US"/>
        </a:p>
      </dgm:t>
    </dgm:pt>
    <dgm:pt modelId="{AF8469A1-42C2-4CB6-8911-59303A11AE47}" type="sibTrans" cxnId="{090A2223-17CB-472D-BCE2-52E7F4F53636}">
      <dgm:prSet/>
      <dgm:spPr/>
      <dgm:t>
        <a:bodyPr/>
        <a:lstStyle/>
        <a:p>
          <a:endParaRPr lang="en-US"/>
        </a:p>
      </dgm:t>
    </dgm:pt>
    <dgm:pt modelId="{6F061C47-AFA7-4EAD-8DD2-BD223728FDFF}">
      <dgm:prSet/>
      <dgm:spPr/>
      <dgm:t>
        <a:bodyPr/>
        <a:lstStyle/>
        <a:p>
          <a:r>
            <a:rPr lang="en-US"/>
            <a:t>Stemming: reduces word to rough root</a:t>
          </a:r>
        </a:p>
      </dgm:t>
    </dgm:pt>
    <dgm:pt modelId="{9F7308D8-7503-4048-9456-B93601F879F6}" type="parTrans" cxnId="{274A626D-E41C-4B12-AF16-F4F2911B1504}">
      <dgm:prSet/>
      <dgm:spPr/>
      <dgm:t>
        <a:bodyPr/>
        <a:lstStyle/>
        <a:p>
          <a:endParaRPr lang="en-US"/>
        </a:p>
      </dgm:t>
    </dgm:pt>
    <dgm:pt modelId="{75270640-D123-4F2B-8112-FEDCABE16639}" type="sibTrans" cxnId="{274A626D-E41C-4B12-AF16-F4F2911B1504}">
      <dgm:prSet/>
      <dgm:spPr/>
      <dgm:t>
        <a:bodyPr/>
        <a:lstStyle/>
        <a:p>
          <a:endParaRPr lang="en-US"/>
        </a:p>
      </dgm:t>
    </dgm:pt>
    <dgm:pt modelId="{6F957E6B-AD7B-497C-99F5-AF8C40C965F8}">
      <dgm:prSet/>
      <dgm:spPr/>
      <dgm:t>
        <a:bodyPr/>
        <a:lstStyle/>
        <a:p>
          <a:r>
            <a:rPr lang="en-US"/>
            <a:t>Lemmatization: reduces word to dictionary base</a:t>
          </a:r>
        </a:p>
      </dgm:t>
    </dgm:pt>
    <dgm:pt modelId="{6B8E086E-D009-4B1F-B3E9-E43308C0A2CA}" type="parTrans" cxnId="{1A46C516-94F3-48C6-A3AE-95D62E223E82}">
      <dgm:prSet/>
      <dgm:spPr/>
      <dgm:t>
        <a:bodyPr/>
        <a:lstStyle/>
        <a:p>
          <a:endParaRPr lang="en-US"/>
        </a:p>
      </dgm:t>
    </dgm:pt>
    <dgm:pt modelId="{0EB443C2-EB43-41EF-B6BD-60B67FC9FDE7}" type="sibTrans" cxnId="{1A46C516-94F3-48C6-A3AE-95D62E223E82}">
      <dgm:prSet/>
      <dgm:spPr/>
      <dgm:t>
        <a:bodyPr/>
        <a:lstStyle/>
        <a:p>
          <a:endParaRPr lang="en-US"/>
        </a:p>
      </dgm:t>
    </dgm:pt>
    <dgm:pt modelId="{BE8A333B-7C95-408E-8804-91F39701E94D}">
      <dgm:prSet/>
      <dgm:spPr/>
      <dgm:t>
        <a:bodyPr/>
        <a:lstStyle/>
        <a:p>
          <a:r>
            <a:rPr lang="en-US"/>
            <a:t>Removing diacritics: “café → cafe”</a:t>
          </a:r>
        </a:p>
      </dgm:t>
    </dgm:pt>
    <dgm:pt modelId="{ADAD6782-96F3-4D2E-BAC9-FEBEE8D416CA}" type="parTrans" cxnId="{64D3B19C-0092-47D7-8624-66C026CFAA20}">
      <dgm:prSet/>
      <dgm:spPr/>
      <dgm:t>
        <a:bodyPr/>
        <a:lstStyle/>
        <a:p>
          <a:endParaRPr lang="en-US"/>
        </a:p>
      </dgm:t>
    </dgm:pt>
    <dgm:pt modelId="{B05DD779-84F9-4D9B-9421-8456E06F1BCA}" type="sibTrans" cxnId="{64D3B19C-0092-47D7-8624-66C026CFAA20}">
      <dgm:prSet/>
      <dgm:spPr/>
      <dgm:t>
        <a:bodyPr/>
        <a:lstStyle/>
        <a:p>
          <a:endParaRPr lang="en-US"/>
        </a:p>
      </dgm:t>
    </dgm:pt>
    <dgm:pt modelId="{001FB011-13F4-464C-982E-8CF13FD66239}">
      <dgm:prSet/>
      <dgm:spPr/>
      <dgm:t>
        <a:bodyPr/>
        <a:lstStyle/>
        <a:p>
          <a:r>
            <a:rPr lang="en-US"/>
            <a:t>Expanding contractions: “don’t → do not”</a:t>
          </a:r>
        </a:p>
      </dgm:t>
    </dgm:pt>
    <dgm:pt modelId="{2BD9F4B2-3FED-46BA-9508-825522ABF2D5}" type="parTrans" cxnId="{089947F7-B6C2-468E-A443-ED765A78BA89}">
      <dgm:prSet/>
      <dgm:spPr/>
      <dgm:t>
        <a:bodyPr/>
        <a:lstStyle/>
        <a:p>
          <a:endParaRPr lang="en-US"/>
        </a:p>
      </dgm:t>
    </dgm:pt>
    <dgm:pt modelId="{88DC9AED-7BEB-49E9-BB52-CF90537F54DD}" type="sibTrans" cxnId="{089947F7-B6C2-468E-A443-ED765A78BA89}">
      <dgm:prSet/>
      <dgm:spPr/>
      <dgm:t>
        <a:bodyPr/>
        <a:lstStyle/>
        <a:p>
          <a:endParaRPr lang="en-US"/>
        </a:p>
      </dgm:t>
    </dgm:pt>
    <dgm:pt modelId="{5EB9BE2B-7D4F-416B-BE17-9064D2FB6711}" type="pres">
      <dgm:prSet presAssocID="{4C0F5BB4-75E7-4DDB-BF7E-8E78047BD972}" presName="linear" presStyleCnt="0">
        <dgm:presLayoutVars>
          <dgm:animLvl val="lvl"/>
          <dgm:resizeHandles val="exact"/>
        </dgm:presLayoutVars>
      </dgm:prSet>
      <dgm:spPr/>
    </dgm:pt>
    <dgm:pt modelId="{3D4B21BF-4E4E-4885-8B8F-644B2D7442D7}" type="pres">
      <dgm:prSet presAssocID="{0A7ED3C2-707E-4D0E-AA04-4FCAD49028C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435A28C-283F-4DBF-806D-4C606832F780}" type="pres">
      <dgm:prSet presAssocID="{AF8469A1-42C2-4CB6-8911-59303A11AE47}" presName="spacer" presStyleCnt="0"/>
      <dgm:spPr/>
    </dgm:pt>
    <dgm:pt modelId="{1D41364F-C842-46A4-992D-822006F33A1E}" type="pres">
      <dgm:prSet presAssocID="{6F061C47-AFA7-4EAD-8DD2-BD223728FDF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74CB6DB-6031-4072-93D0-A0C65C281C37}" type="pres">
      <dgm:prSet presAssocID="{75270640-D123-4F2B-8112-FEDCABE16639}" presName="spacer" presStyleCnt="0"/>
      <dgm:spPr/>
    </dgm:pt>
    <dgm:pt modelId="{9E3B0EAB-5B80-4F38-A9F6-B6E8151FEE47}" type="pres">
      <dgm:prSet presAssocID="{6F957E6B-AD7B-497C-99F5-AF8C40C965F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194376B-14C4-409A-97A0-022D36EC1BD7}" type="pres">
      <dgm:prSet presAssocID="{0EB443C2-EB43-41EF-B6BD-60B67FC9FDE7}" presName="spacer" presStyleCnt="0"/>
      <dgm:spPr/>
    </dgm:pt>
    <dgm:pt modelId="{FF3250E3-3E5A-4CFE-9ABA-9C4533933522}" type="pres">
      <dgm:prSet presAssocID="{BE8A333B-7C95-408E-8804-91F39701E94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28948C1-5CF7-4F17-90AB-13DCD9C6B374}" type="pres">
      <dgm:prSet presAssocID="{B05DD779-84F9-4D9B-9421-8456E06F1BCA}" presName="spacer" presStyleCnt="0"/>
      <dgm:spPr/>
    </dgm:pt>
    <dgm:pt modelId="{DBD143E0-B7CF-4555-AA8F-51C8064A72B1}" type="pres">
      <dgm:prSet presAssocID="{001FB011-13F4-464C-982E-8CF13FD6623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9795E0D-84D0-45F0-AF82-8464ADCE5404}" type="presOf" srcId="{6F061C47-AFA7-4EAD-8DD2-BD223728FDFF}" destId="{1D41364F-C842-46A4-992D-822006F33A1E}" srcOrd="0" destOrd="0" presId="urn:microsoft.com/office/officeart/2005/8/layout/vList2"/>
    <dgm:cxn modelId="{1A46C516-94F3-48C6-A3AE-95D62E223E82}" srcId="{4C0F5BB4-75E7-4DDB-BF7E-8E78047BD972}" destId="{6F957E6B-AD7B-497C-99F5-AF8C40C965F8}" srcOrd="2" destOrd="0" parTransId="{6B8E086E-D009-4B1F-B3E9-E43308C0A2CA}" sibTransId="{0EB443C2-EB43-41EF-B6BD-60B67FC9FDE7}"/>
    <dgm:cxn modelId="{97B0DB1D-16F6-4CCB-80E2-4F18A1929D38}" type="presOf" srcId="{6F957E6B-AD7B-497C-99F5-AF8C40C965F8}" destId="{9E3B0EAB-5B80-4F38-A9F6-B6E8151FEE47}" srcOrd="0" destOrd="0" presId="urn:microsoft.com/office/officeart/2005/8/layout/vList2"/>
    <dgm:cxn modelId="{090A2223-17CB-472D-BCE2-52E7F4F53636}" srcId="{4C0F5BB4-75E7-4DDB-BF7E-8E78047BD972}" destId="{0A7ED3C2-707E-4D0E-AA04-4FCAD49028C5}" srcOrd="0" destOrd="0" parTransId="{3D25778D-5C02-42A0-B852-EF59BE3D8C69}" sibTransId="{AF8469A1-42C2-4CB6-8911-59303A11AE47}"/>
    <dgm:cxn modelId="{86495D35-6DFF-4B11-B9E1-A7FAC50AF46A}" type="presOf" srcId="{0A7ED3C2-707E-4D0E-AA04-4FCAD49028C5}" destId="{3D4B21BF-4E4E-4885-8B8F-644B2D7442D7}" srcOrd="0" destOrd="0" presId="urn:microsoft.com/office/officeart/2005/8/layout/vList2"/>
    <dgm:cxn modelId="{57055339-4448-47D6-827F-CC65A1CE1790}" type="presOf" srcId="{BE8A333B-7C95-408E-8804-91F39701E94D}" destId="{FF3250E3-3E5A-4CFE-9ABA-9C4533933522}" srcOrd="0" destOrd="0" presId="urn:microsoft.com/office/officeart/2005/8/layout/vList2"/>
    <dgm:cxn modelId="{274A626D-E41C-4B12-AF16-F4F2911B1504}" srcId="{4C0F5BB4-75E7-4DDB-BF7E-8E78047BD972}" destId="{6F061C47-AFA7-4EAD-8DD2-BD223728FDFF}" srcOrd="1" destOrd="0" parTransId="{9F7308D8-7503-4048-9456-B93601F879F6}" sibTransId="{75270640-D123-4F2B-8112-FEDCABE16639}"/>
    <dgm:cxn modelId="{BE4D417A-B914-4037-84B0-AC96B1B3A7EE}" type="presOf" srcId="{001FB011-13F4-464C-982E-8CF13FD66239}" destId="{DBD143E0-B7CF-4555-AA8F-51C8064A72B1}" srcOrd="0" destOrd="0" presId="urn:microsoft.com/office/officeart/2005/8/layout/vList2"/>
    <dgm:cxn modelId="{0B4FEF8E-85A3-4632-8B9F-E8DF6D887172}" type="presOf" srcId="{4C0F5BB4-75E7-4DDB-BF7E-8E78047BD972}" destId="{5EB9BE2B-7D4F-416B-BE17-9064D2FB6711}" srcOrd="0" destOrd="0" presId="urn:microsoft.com/office/officeart/2005/8/layout/vList2"/>
    <dgm:cxn modelId="{64D3B19C-0092-47D7-8624-66C026CFAA20}" srcId="{4C0F5BB4-75E7-4DDB-BF7E-8E78047BD972}" destId="{BE8A333B-7C95-408E-8804-91F39701E94D}" srcOrd="3" destOrd="0" parTransId="{ADAD6782-96F3-4D2E-BAC9-FEBEE8D416CA}" sibTransId="{B05DD779-84F9-4D9B-9421-8456E06F1BCA}"/>
    <dgm:cxn modelId="{089947F7-B6C2-468E-A443-ED765A78BA89}" srcId="{4C0F5BB4-75E7-4DDB-BF7E-8E78047BD972}" destId="{001FB011-13F4-464C-982E-8CF13FD66239}" srcOrd="4" destOrd="0" parTransId="{2BD9F4B2-3FED-46BA-9508-825522ABF2D5}" sibTransId="{88DC9AED-7BEB-49E9-BB52-CF90537F54DD}"/>
    <dgm:cxn modelId="{50764016-864D-41E0-9F1D-95D92A0E26BA}" type="presParOf" srcId="{5EB9BE2B-7D4F-416B-BE17-9064D2FB6711}" destId="{3D4B21BF-4E4E-4885-8B8F-644B2D7442D7}" srcOrd="0" destOrd="0" presId="urn:microsoft.com/office/officeart/2005/8/layout/vList2"/>
    <dgm:cxn modelId="{158E7AB0-B8CF-49FF-AD12-F11EE40502EE}" type="presParOf" srcId="{5EB9BE2B-7D4F-416B-BE17-9064D2FB6711}" destId="{6435A28C-283F-4DBF-806D-4C606832F780}" srcOrd="1" destOrd="0" presId="urn:microsoft.com/office/officeart/2005/8/layout/vList2"/>
    <dgm:cxn modelId="{4B4DEDC2-0E98-4468-B1FD-8E47E33D5551}" type="presParOf" srcId="{5EB9BE2B-7D4F-416B-BE17-9064D2FB6711}" destId="{1D41364F-C842-46A4-992D-822006F33A1E}" srcOrd="2" destOrd="0" presId="urn:microsoft.com/office/officeart/2005/8/layout/vList2"/>
    <dgm:cxn modelId="{D79D25E3-8C3D-491D-9996-0B4B3C809985}" type="presParOf" srcId="{5EB9BE2B-7D4F-416B-BE17-9064D2FB6711}" destId="{A74CB6DB-6031-4072-93D0-A0C65C281C37}" srcOrd="3" destOrd="0" presId="urn:microsoft.com/office/officeart/2005/8/layout/vList2"/>
    <dgm:cxn modelId="{36F6F870-D704-4CC5-9C7C-7DA634DE1D53}" type="presParOf" srcId="{5EB9BE2B-7D4F-416B-BE17-9064D2FB6711}" destId="{9E3B0EAB-5B80-4F38-A9F6-B6E8151FEE47}" srcOrd="4" destOrd="0" presId="urn:microsoft.com/office/officeart/2005/8/layout/vList2"/>
    <dgm:cxn modelId="{083B7A59-E594-4A0F-8B4D-4451599F9989}" type="presParOf" srcId="{5EB9BE2B-7D4F-416B-BE17-9064D2FB6711}" destId="{2194376B-14C4-409A-97A0-022D36EC1BD7}" srcOrd="5" destOrd="0" presId="urn:microsoft.com/office/officeart/2005/8/layout/vList2"/>
    <dgm:cxn modelId="{AC6839F6-D145-4B11-92CE-DDDFA95CF6E5}" type="presParOf" srcId="{5EB9BE2B-7D4F-416B-BE17-9064D2FB6711}" destId="{FF3250E3-3E5A-4CFE-9ABA-9C4533933522}" srcOrd="6" destOrd="0" presId="urn:microsoft.com/office/officeart/2005/8/layout/vList2"/>
    <dgm:cxn modelId="{B8872174-A343-4223-ACCD-FFA40535CD57}" type="presParOf" srcId="{5EB9BE2B-7D4F-416B-BE17-9064D2FB6711}" destId="{828948C1-5CF7-4F17-90AB-13DCD9C6B374}" srcOrd="7" destOrd="0" presId="urn:microsoft.com/office/officeart/2005/8/layout/vList2"/>
    <dgm:cxn modelId="{A8B8886F-CE95-4D70-A297-D424108271F8}" type="presParOf" srcId="{5EB9BE2B-7D4F-416B-BE17-9064D2FB6711}" destId="{DBD143E0-B7CF-4555-AA8F-51C8064A72B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51CB33-287B-45CF-926E-EBE98866629A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B0F448E-F1B1-491D-B7DF-3130999D501F}">
      <dgm:prSet/>
      <dgm:spPr/>
      <dgm:t>
        <a:bodyPr/>
        <a:lstStyle/>
        <a:p>
          <a:r>
            <a:rPr lang="en-US"/>
            <a:t>Creates vocabulary from corpus</a:t>
          </a:r>
        </a:p>
      </dgm:t>
    </dgm:pt>
    <dgm:pt modelId="{67769963-90C7-4E45-83F7-482AA51AD927}" type="parTrans" cxnId="{ABC99CF9-C7BB-4687-930F-93E0BBD066C6}">
      <dgm:prSet/>
      <dgm:spPr/>
      <dgm:t>
        <a:bodyPr/>
        <a:lstStyle/>
        <a:p>
          <a:endParaRPr lang="en-US"/>
        </a:p>
      </dgm:t>
    </dgm:pt>
    <dgm:pt modelId="{B1E7990D-7190-4EE2-8FCC-AB03E8DE4F3F}" type="sibTrans" cxnId="{ABC99CF9-C7BB-4687-930F-93E0BBD066C6}">
      <dgm:prSet/>
      <dgm:spPr/>
      <dgm:t>
        <a:bodyPr/>
        <a:lstStyle/>
        <a:p>
          <a:endParaRPr lang="en-US"/>
        </a:p>
      </dgm:t>
    </dgm:pt>
    <dgm:pt modelId="{9C0472DE-3448-4FB0-9ECA-649AE28D36B6}">
      <dgm:prSet/>
      <dgm:spPr/>
      <dgm:t>
        <a:bodyPr/>
        <a:lstStyle/>
        <a:p>
          <a:r>
            <a:rPr lang="en-US"/>
            <a:t>Represents text as </a:t>
          </a:r>
          <a:r>
            <a:rPr lang="en-US" b="1"/>
            <a:t>word count vectors</a:t>
          </a:r>
          <a:endParaRPr lang="en-US"/>
        </a:p>
      </dgm:t>
    </dgm:pt>
    <dgm:pt modelId="{6DB046F7-60E3-4BA4-A12A-A3A392B57EB9}" type="parTrans" cxnId="{08ABEFF8-566F-42E3-8D32-33333EEA078C}">
      <dgm:prSet/>
      <dgm:spPr/>
      <dgm:t>
        <a:bodyPr/>
        <a:lstStyle/>
        <a:p>
          <a:endParaRPr lang="en-US"/>
        </a:p>
      </dgm:t>
    </dgm:pt>
    <dgm:pt modelId="{11EF9697-6C9A-4486-BAA4-E96025090A89}" type="sibTrans" cxnId="{08ABEFF8-566F-42E3-8D32-33333EEA078C}">
      <dgm:prSet/>
      <dgm:spPr/>
      <dgm:t>
        <a:bodyPr/>
        <a:lstStyle/>
        <a:p>
          <a:endParaRPr lang="en-US"/>
        </a:p>
      </dgm:t>
    </dgm:pt>
    <dgm:pt modelId="{79857E09-D6F2-4A32-877C-B4E88A61837A}">
      <dgm:prSet/>
      <dgm:spPr/>
      <dgm:t>
        <a:bodyPr/>
        <a:lstStyle/>
        <a:p>
          <a:r>
            <a:rPr lang="en-US"/>
            <a:t>Simple &amp; fast</a:t>
          </a:r>
        </a:p>
      </dgm:t>
    </dgm:pt>
    <dgm:pt modelId="{1581B8C7-E0C1-4116-9BD2-28091293A2EE}" type="parTrans" cxnId="{809DFA70-A833-4E9C-A91C-DED424E07198}">
      <dgm:prSet/>
      <dgm:spPr/>
      <dgm:t>
        <a:bodyPr/>
        <a:lstStyle/>
        <a:p>
          <a:endParaRPr lang="en-US"/>
        </a:p>
      </dgm:t>
    </dgm:pt>
    <dgm:pt modelId="{E67514C3-6F58-4257-AD02-BD1B8CC53091}" type="sibTrans" cxnId="{809DFA70-A833-4E9C-A91C-DED424E07198}">
      <dgm:prSet/>
      <dgm:spPr/>
      <dgm:t>
        <a:bodyPr/>
        <a:lstStyle/>
        <a:p>
          <a:endParaRPr lang="en-US"/>
        </a:p>
      </dgm:t>
    </dgm:pt>
    <dgm:pt modelId="{380BF2BA-39A0-4225-81EE-6ACF345B3AEA}">
      <dgm:prSet/>
      <dgm:spPr/>
      <dgm:t>
        <a:bodyPr/>
        <a:lstStyle/>
        <a:p>
          <a:r>
            <a:rPr lang="en-US"/>
            <a:t>Issues:</a:t>
          </a:r>
        </a:p>
      </dgm:t>
    </dgm:pt>
    <dgm:pt modelId="{17E7F702-8E87-4918-B52B-8C5A561EA09A}" type="parTrans" cxnId="{119C9802-AE9B-405F-B853-BC2DFF68DEBA}">
      <dgm:prSet/>
      <dgm:spPr/>
      <dgm:t>
        <a:bodyPr/>
        <a:lstStyle/>
        <a:p>
          <a:endParaRPr lang="en-US"/>
        </a:p>
      </dgm:t>
    </dgm:pt>
    <dgm:pt modelId="{DD0EEDA2-29E7-4493-BC71-340B9699C8ED}" type="sibTrans" cxnId="{119C9802-AE9B-405F-B853-BC2DFF68DEBA}">
      <dgm:prSet/>
      <dgm:spPr/>
      <dgm:t>
        <a:bodyPr/>
        <a:lstStyle/>
        <a:p>
          <a:endParaRPr lang="en-US"/>
        </a:p>
      </dgm:t>
    </dgm:pt>
    <dgm:pt modelId="{E1AB8E3F-6313-4BC0-9008-7DA7904D0A6A}">
      <dgm:prSet/>
      <dgm:spPr/>
      <dgm:t>
        <a:bodyPr/>
        <a:lstStyle/>
        <a:p>
          <a:r>
            <a:rPr lang="en-US"/>
            <a:t>Sparse vectors</a:t>
          </a:r>
        </a:p>
      </dgm:t>
    </dgm:pt>
    <dgm:pt modelId="{8A718B2F-3C51-4B73-AA16-626C1859A5D4}" type="parTrans" cxnId="{1DDC1B2A-1005-4B41-BA57-32DB1CFC0C27}">
      <dgm:prSet/>
      <dgm:spPr/>
      <dgm:t>
        <a:bodyPr/>
        <a:lstStyle/>
        <a:p>
          <a:endParaRPr lang="en-US"/>
        </a:p>
      </dgm:t>
    </dgm:pt>
    <dgm:pt modelId="{426D38AC-76CD-4F6F-9448-780DF8B1BDC2}" type="sibTrans" cxnId="{1DDC1B2A-1005-4B41-BA57-32DB1CFC0C27}">
      <dgm:prSet/>
      <dgm:spPr/>
      <dgm:t>
        <a:bodyPr/>
        <a:lstStyle/>
        <a:p>
          <a:endParaRPr lang="en-US"/>
        </a:p>
      </dgm:t>
    </dgm:pt>
    <dgm:pt modelId="{62B9D5C2-7921-4848-B5CD-5F122A901EFD}">
      <dgm:prSet/>
      <dgm:spPr/>
      <dgm:t>
        <a:bodyPr/>
        <a:lstStyle/>
        <a:p>
          <a:r>
            <a:rPr lang="en-US"/>
            <a:t>No context</a:t>
          </a:r>
        </a:p>
      </dgm:t>
    </dgm:pt>
    <dgm:pt modelId="{647745CD-37FF-467F-B3A0-5EF2432E7FFB}" type="parTrans" cxnId="{DF8B87A7-8C61-4383-9E87-F395F1CC3842}">
      <dgm:prSet/>
      <dgm:spPr/>
      <dgm:t>
        <a:bodyPr/>
        <a:lstStyle/>
        <a:p>
          <a:endParaRPr lang="en-US"/>
        </a:p>
      </dgm:t>
    </dgm:pt>
    <dgm:pt modelId="{F28F9D88-6C9F-4FB7-8D88-DF5F10A74633}" type="sibTrans" cxnId="{DF8B87A7-8C61-4383-9E87-F395F1CC3842}">
      <dgm:prSet/>
      <dgm:spPr/>
      <dgm:t>
        <a:bodyPr/>
        <a:lstStyle/>
        <a:p>
          <a:endParaRPr lang="en-US"/>
        </a:p>
      </dgm:t>
    </dgm:pt>
    <dgm:pt modelId="{238E8EF5-6313-454E-91AE-7AC1BB0E1C22}">
      <dgm:prSet/>
      <dgm:spPr/>
      <dgm:t>
        <a:bodyPr/>
        <a:lstStyle/>
        <a:p>
          <a:r>
            <a:rPr lang="en-US"/>
            <a:t>No word meaning</a:t>
          </a:r>
        </a:p>
      </dgm:t>
    </dgm:pt>
    <dgm:pt modelId="{6F077E93-0D19-41C9-9DB1-4539004ABBFD}" type="parTrans" cxnId="{484E8BB6-FD04-4A81-B76F-BB282F589E07}">
      <dgm:prSet/>
      <dgm:spPr/>
      <dgm:t>
        <a:bodyPr/>
        <a:lstStyle/>
        <a:p>
          <a:endParaRPr lang="en-US"/>
        </a:p>
      </dgm:t>
    </dgm:pt>
    <dgm:pt modelId="{4A6CD9A5-7BEE-4B99-B74D-48E9CA25B19C}" type="sibTrans" cxnId="{484E8BB6-FD04-4A81-B76F-BB282F589E07}">
      <dgm:prSet/>
      <dgm:spPr/>
      <dgm:t>
        <a:bodyPr/>
        <a:lstStyle/>
        <a:p>
          <a:endParaRPr lang="en-US"/>
        </a:p>
      </dgm:t>
    </dgm:pt>
    <dgm:pt modelId="{574C6F63-D4B8-470F-96D8-835CFBB5ECA4}" type="pres">
      <dgm:prSet presAssocID="{3651CB33-287B-45CF-926E-EBE98866629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FAAF186-50F5-45C4-A172-3B04E571FF07}" type="pres">
      <dgm:prSet presAssocID="{0B0F448E-F1B1-491D-B7DF-3130999D501F}" presName="hierRoot1" presStyleCnt="0">
        <dgm:presLayoutVars>
          <dgm:hierBranch val="init"/>
        </dgm:presLayoutVars>
      </dgm:prSet>
      <dgm:spPr/>
    </dgm:pt>
    <dgm:pt modelId="{D8BF18EA-B3DF-44EA-A590-5D2E056B66FD}" type="pres">
      <dgm:prSet presAssocID="{0B0F448E-F1B1-491D-B7DF-3130999D501F}" presName="rootComposite1" presStyleCnt="0"/>
      <dgm:spPr/>
    </dgm:pt>
    <dgm:pt modelId="{DCE359DF-6C54-430A-A897-F5EB0E780D64}" type="pres">
      <dgm:prSet presAssocID="{0B0F448E-F1B1-491D-B7DF-3130999D501F}" presName="rootText1" presStyleLbl="node0" presStyleIdx="0" presStyleCnt="4">
        <dgm:presLayoutVars>
          <dgm:chPref val="3"/>
        </dgm:presLayoutVars>
      </dgm:prSet>
      <dgm:spPr/>
    </dgm:pt>
    <dgm:pt modelId="{65DC8D5D-4D47-472B-9CE2-BC86FE1A973A}" type="pres">
      <dgm:prSet presAssocID="{0B0F448E-F1B1-491D-B7DF-3130999D501F}" presName="rootConnector1" presStyleLbl="node1" presStyleIdx="0" presStyleCnt="0"/>
      <dgm:spPr/>
    </dgm:pt>
    <dgm:pt modelId="{47E8722E-E8B8-4170-8C80-906008B4BE43}" type="pres">
      <dgm:prSet presAssocID="{0B0F448E-F1B1-491D-B7DF-3130999D501F}" presName="hierChild2" presStyleCnt="0"/>
      <dgm:spPr/>
    </dgm:pt>
    <dgm:pt modelId="{AD1A858B-51DD-4B3E-9222-FFD19C4EAE79}" type="pres">
      <dgm:prSet presAssocID="{0B0F448E-F1B1-491D-B7DF-3130999D501F}" presName="hierChild3" presStyleCnt="0"/>
      <dgm:spPr/>
    </dgm:pt>
    <dgm:pt modelId="{9CC1B9AD-081C-42CF-9B5B-EC8FB491A16F}" type="pres">
      <dgm:prSet presAssocID="{9C0472DE-3448-4FB0-9ECA-649AE28D36B6}" presName="hierRoot1" presStyleCnt="0">
        <dgm:presLayoutVars>
          <dgm:hierBranch val="init"/>
        </dgm:presLayoutVars>
      </dgm:prSet>
      <dgm:spPr/>
    </dgm:pt>
    <dgm:pt modelId="{95615842-F4D5-4CBD-AB9C-C46E1F145542}" type="pres">
      <dgm:prSet presAssocID="{9C0472DE-3448-4FB0-9ECA-649AE28D36B6}" presName="rootComposite1" presStyleCnt="0"/>
      <dgm:spPr/>
    </dgm:pt>
    <dgm:pt modelId="{839C0420-B100-4263-B882-1B8C12179E01}" type="pres">
      <dgm:prSet presAssocID="{9C0472DE-3448-4FB0-9ECA-649AE28D36B6}" presName="rootText1" presStyleLbl="node0" presStyleIdx="1" presStyleCnt="4">
        <dgm:presLayoutVars>
          <dgm:chPref val="3"/>
        </dgm:presLayoutVars>
      </dgm:prSet>
      <dgm:spPr/>
    </dgm:pt>
    <dgm:pt modelId="{0F72CC47-8915-449A-B84F-893EA47EA14C}" type="pres">
      <dgm:prSet presAssocID="{9C0472DE-3448-4FB0-9ECA-649AE28D36B6}" presName="rootConnector1" presStyleLbl="node1" presStyleIdx="0" presStyleCnt="0"/>
      <dgm:spPr/>
    </dgm:pt>
    <dgm:pt modelId="{5E5742FB-A928-4B43-949B-469C743A9E07}" type="pres">
      <dgm:prSet presAssocID="{9C0472DE-3448-4FB0-9ECA-649AE28D36B6}" presName="hierChild2" presStyleCnt="0"/>
      <dgm:spPr/>
    </dgm:pt>
    <dgm:pt modelId="{D3B8C9EC-C16F-48A0-B465-54BF8836268D}" type="pres">
      <dgm:prSet presAssocID="{9C0472DE-3448-4FB0-9ECA-649AE28D36B6}" presName="hierChild3" presStyleCnt="0"/>
      <dgm:spPr/>
    </dgm:pt>
    <dgm:pt modelId="{73E855D0-CD14-4FED-9D57-FD8CFA14DC2C}" type="pres">
      <dgm:prSet presAssocID="{79857E09-D6F2-4A32-877C-B4E88A61837A}" presName="hierRoot1" presStyleCnt="0">
        <dgm:presLayoutVars>
          <dgm:hierBranch val="init"/>
        </dgm:presLayoutVars>
      </dgm:prSet>
      <dgm:spPr/>
    </dgm:pt>
    <dgm:pt modelId="{C0CBBF75-0EF7-4A01-AF69-3DECA9133712}" type="pres">
      <dgm:prSet presAssocID="{79857E09-D6F2-4A32-877C-B4E88A61837A}" presName="rootComposite1" presStyleCnt="0"/>
      <dgm:spPr/>
    </dgm:pt>
    <dgm:pt modelId="{B3523E49-E713-479F-AA6E-5707AC43CD1B}" type="pres">
      <dgm:prSet presAssocID="{79857E09-D6F2-4A32-877C-B4E88A61837A}" presName="rootText1" presStyleLbl="node0" presStyleIdx="2" presStyleCnt="4">
        <dgm:presLayoutVars>
          <dgm:chPref val="3"/>
        </dgm:presLayoutVars>
      </dgm:prSet>
      <dgm:spPr/>
    </dgm:pt>
    <dgm:pt modelId="{9D60A90A-12DD-46BB-9D8A-EBCAE5CBD2EB}" type="pres">
      <dgm:prSet presAssocID="{79857E09-D6F2-4A32-877C-B4E88A61837A}" presName="rootConnector1" presStyleLbl="node1" presStyleIdx="0" presStyleCnt="0"/>
      <dgm:spPr/>
    </dgm:pt>
    <dgm:pt modelId="{81B26EA4-8410-488D-8F86-172186C31F48}" type="pres">
      <dgm:prSet presAssocID="{79857E09-D6F2-4A32-877C-B4E88A61837A}" presName="hierChild2" presStyleCnt="0"/>
      <dgm:spPr/>
    </dgm:pt>
    <dgm:pt modelId="{EF900D11-90A4-4364-A3D6-500BFB75A5C2}" type="pres">
      <dgm:prSet presAssocID="{79857E09-D6F2-4A32-877C-B4E88A61837A}" presName="hierChild3" presStyleCnt="0"/>
      <dgm:spPr/>
    </dgm:pt>
    <dgm:pt modelId="{80E1BBBE-7466-47F4-B972-F9A5273B5074}" type="pres">
      <dgm:prSet presAssocID="{380BF2BA-39A0-4225-81EE-6ACF345B3AEA}" presName="hierRoot1" presStyleCnt="0">
        <dgm:presLayoutVars>
          <dgm:hierBranch val="init"/>
        </dgm:presLayoutVars>
      </dgm:prSet>
      <dgm:spPr/>
    </dgm:pt>
    <dgm:pt modelId="{2E09872B-F26F-46A7-AD2D-BE37500353D5}" type="pres">
      <dgm:prSet presAssocID="{380BF2BA-39A0-4225-81EE-6ACF345B3AEA}" presName="rootComposite1" presStyleCnt="0"/>
      <dgm:spPr/>
    </dgm:pt>
    <dgm:pt modelId="{ACF41E79-4417-409B-80EF-4C5E9CC51316}" type="pres">
      <dgm:prSet presAssocID="{380BF2BA-39A0-4225-81EE-6ACF345B3AEA}" presName="rootText1" presStyleLbl="node0" presStyleIdx="3" presStyleCnt="4">
        <dgm:presLayoutVars>
          <dgm:chPref val="3"/>
        </dgm:presLayoutVars>
      </dgm:prSet>
      <dgm:spPr/>
    </dgm:pt>
    <dgm:pt modelId="{42AB7F92-E39A-4512-8CDD-A06822B84E69}" type="pres">
      <dgm:prSet presAssocID="{380BF2BA-39A0-4225-81EE-6ACF345B3AEA}" presName="rootConnector1" presStyleLbl="node1" presStyleIdx="0" presStyleCnt="0"/>
      <dgm:spPr/>
    </dgm:pt>
    <dgm:pt modelId="{CF10BDC3-2174-46AA-9C3B-1BB46ACEBD7B}" type="pres">
      <dgm:prSet presAssocID="{380BF2BA-39A0-4225-81EE-6ACF345B3AEA}" presName="hierChild2" presStyleCnt="0"/>
      <dgm:spPr/>
    </dgm:pt>
    <dgm:pt modelId="{0D62F1DE-4E4D-47EE-95E5-809EC933E033}" type="pres">
      <dgm:prSet presAssocID="{8A718B2F-3C51-4B73-AA16-626C1859A5D4}" presName="Name64" presStyleLbl="parChTrans1D2" presStyleIdx="0" presStyleCnt="3"/>
      <dgm:spPr/>
    </dgm:pt>
    <dgm:pt modelId="{5221C7A7-54F4-4E76-803F-FC521FFB84C5}" type="pres">
      <dgm:prSet presAssocID="{E1AB8E3F-6313-4BC0-9008-7DA7904D0A6A}" presName="hierRoot2" presStyleCnt="0">
        <dgm:presLayoutVars>
          <dgm:hierBranch val="init"/>
        </dgm:presLayoutVars>
      </dgm:prSet>
      <dgm:spPr/>
    </dgm:pt>
    <dgm:pt modelId="{0AF68C46-502C-49CD-8EF6-AAB2FE87F7BE}" type="pres">
      <dgm:prSet presAssocID="{E1AB8E3F-6313-4BC0-9008-7DA7904D0A6A}" presName="rootComposite" presStyleCnt="0"/>
      <dgm:spPr/>
    </dgm:pt>
    <dgm:pt modelId="{78EEAB90-E50A-4D85-8E03-F29FA18E4B16}" type="pres">
      <dgm:prSet presAssocID="{E1AB8E3F-6313-4BC0-9008-7DA7904D0A6A}" presName="rootText" presStyleLbl="node2" presStyleIdx="0" presStyleCnt="3">
        <dgm:presLayoutVars>
          <dgm:chPref val="3"/>
        </dgm:presLayoutVars>
      </dgm:prSet>
      <dgm:spPr/>
    </dgm:pt>
    <dgm:pt modelId="{63E5FF05-736D-4AA7-921B-AE3AF0EF57BD}" type="pres">
      <dgm:prSet presAssocID="{E1AB8E3F-6313-4BC0-9008-7DA7904D0A6A}" presName="rootConnector" presStyleLbl="node2" presStyleIdx="0" presStyleCnt="3"/>
      <dgm:spPr/>
    </dgm:pt>
    <dgm:pt modelId="{655EB61C-C5A8-4273-A2F0-64E4B38460AD}" type="pres">
      <dgm:prSet presAssocID="{E1AB8E3F-6313-4BC0-9008-7DA7904D0A6A}" presName="hierChild4" presStyleCnt="0"/>
      <dgm:spPr/>
    </dgm:pt>
    <dgm:pt modelId="{D4BFE837-3BBE-42D9-AA9F-EFD7AE132B71}" type="pres">
      <dgm:prSet presAssocID="{E1AB8E3F-6313-4BC0-9008-7DA7904D0A6A}" presName="hierChild5" presStyleCnt="0"/>
      <dgm:spPr/>
    </dgm:pt>
    <dgm:pt modelId="{46F428C9-D2E7-4AB7-B4D3-5C1EE37B9F2C}" type="pres">
      <dgm:prSet presAssocID="{647745CD-37FF-467F-B3A0-5EF2432E7FFB}" presName="Name64" presStyleLbl="parChTrans1D2" presStyleIdx="1" presStyleCnt="3"/>
      <dgm:spPr/>
    </dgm:pt>
    <dgm:pt modelId="{9FA723B5-65F3-461A-A4F5-A11C0072B8F1}" type="pres">
      <dgm:prSet presAssocID="{62B9D5C2-7921-4848-B5CD-5F122A901EFD}" presName="hierRoot2" presStyleCnt="0">
        <dgm:presLayoutVars>
          <dgm:hierBranch val="init"/>
        </dgm:presLayoutVars>
      </dgm:prSet>
      <dgm:spPr/>
    </dgm:pt>
    <dgm:pt modelId="{8F411058-061D-4EF8-A7DE-F8B0B81084E9}" type="pres">
      <dgm:prSet presAssocID="{62B9D5C2-7921-4848-B5CD-5F122A901EFD}" presName="rootComposite" presStyleCnt="0"/>
      <dgm:spPr/>
    </dgm:pt>
    <dgm:pt modelId="{DB979ADD-BDE9-49F7-A8CC-E65981CA2406}" type="pres">
      <dgm:prSet presAssocID="{62B9D5C2-7921-4848-B5CD-5F122A901EFD}" presName="rootText" presStyleLbl="node2" presStyleIdx="1" presStyleCnt="3">
        <dgm:presLayoutVars>
          <dgm:chPref val="3"/>
        </dgm:presLayoutVars>
      </dgm:prSet>
      <dgm:spPr/>
    </dgm:pt>
    <dgm:pt modelId="{7F71CE3E-EE93-45B4-89E4-87819C536376}" type="pres">
      <dgm:prSet presAssocID="{62B9D5C2-7921-4848-B5CD-5F122A901EFD}" presName="rootConnector" presStyleLbl="node2" presStyleIdx="1" presStyleCnt="3"/>
      <dgm:spPr/>
    </dgm:pt>
    <dgm:pt modelId="{B51D1B02-0464-4738-BF9A-4493451F5E27}" type="pres">
      <dgm:prSet presAssocID="{62B9D5C2-7921-4848-B5CD-5F122A901EFD}" presName="hierChild4" presStyleCnt="0"/>
      <dgm:spPr/>
    </dgm:pt>
    <dgm:pt modelId="{68FE80F7-7343-4F6A-8F98-472026782B37}" type="pres">
      <dgm:prSet presAssocID="{62B9D5C2-7921-4848-B5CD-5F122A901EFD}" presName="hierChild5" presStyleCnt="0"/>
      <dgm:spPr/>
    </dgm:pt>
    <dgm:pt modelId="{EC68BB50-F24C-4B11-87CF-5D81D589AFE2}" type="pres">
      <dgm:prSet presAssocID="{6F077E93-0D19-41C9-9DB1-4539004ABBFD}" presName="Name64" presStyleLbl="parChTrans1D2" presStyleIdx="2" presStyleCnt="3"/>
      <dgm:spPr/>
    </dgm:pt>
    <dgm:pt modelId="{55B1271C-C31D-407D-BC5A-629BF28B57FE}" type="pres">
      <dgm:prSet presAssocID="{238E8EF5-6313-454E-91AE-7AC1BB0E1C22}" presName="hierRoot2" presStyleCnt="0">
        <dgm:presLayoutVars>
          <dgm:hierBranch val="init"/>
        </dgm:presLayoutVars>
      </dgm:prSet>
      <dgm:spPr/>
    </dgm:pt>
    <dgm:pt modelId="{8D01E9DD-9DD4-437F-A882-B87CEA0D5D54}" type="pres">
      <dgm:prSet presAssocID="{238E8EF5-6313-454E-91AE-7AC1BB0E1C22}" presName="rootComposite" presStyleCnt="0"/>
      <dgm:spPr/>
    </dgm:pt>
    <dgm:pt modelId="{E8914670-667A-4E77-B190-C26892CCC3EE}" type="pres">
      <dgm:prSet presAssocID="{238E8EF5-6313-454E-91AE-7AC1BB0E1C22}" presName="rootText" presStyleLbl="node2" presStyleIdx="2" presStyleCnt="3">
        <dgm:presLayoutVars>
          <dgm:chPref val="3"/>
        </dgm:presLayoutVars>
      </dgm:prSet>
      <dgm:spPr/>
    </dgm:pt>
    <dgm:pt modelId="{66C39F5C-3B06-48D3-9320-F724AD4B1BF6}" type="pres">
      <dgm:prSet presAssocID="{238E8EF5-6313-454E-91AE-7AC1BB0E1C22}" presName="rootConnector" presStyleLbl="node2" presStyleIdx="2" presStyleCnt="3"/>
      <dgm:spPr/>
    </dgm:pt>
    <dgm:pt modelId="{90AA87B0-7327-4D15-858B-BDB8CE840703}" type="pres">
      <dgm:prSet presAssocID="{238E8EF5-6313-454E-91AE-7AC1BB0E1C22}" presName="hierChild4" presStyleCnt="0"/>
      <dgm:spPr/>
    </dgm:pt>
    <dgm:pt modelId="{B7B91AF8-1AB1-4895-81DE-BF90F4F1A48D}" type="pres">
      <dgm:prSet presAssocID="{238E8EF5-6313-454E-91AE-7AC1BB0E1C22}" presName="hierChild5" presStyleCnt="0"/>
      <dgm:spPr/>
    </dgm:pt>
    <dgm:pt modelId="{755E6B5F-C80A-4720-8859-60017BCDDD4F}" type="pres">
      <dgm:prSet presAssocID="{380BF2BA-39A0-4225-81EE-6ACF345B3AEA}" presName="hierChild3" presStyleCnt="0"/>
      <dgm:spPr/>
    </dgm:pt>
  </dgm:ptLst>
  <dgm:cxnLst>
    <dgm:cxn modelId="{119C9802-AE9B-405F-B853-BC2DFF68DEBA}" srcId="{3651CB33-287B-45CF-926E-EBE98866629A}" destId="{380BF2BA-39A0-4225-81EE-6ACF345B3AEA}" srcOrd="3" destOrd="0" parTransId="{17E7F702-8E87-4918-B52B-8C5A561EA09A}" sibTransId="{DD0EEDA2-29E7-4493-BC71-340B9699C8ED}"/>
    <dgm:cxn modelId="{0367120C-3A45-4685-993B-B245B4D07B5C}" type="presOf" srcId="{9C0472DE-3448-4FB0-9ECA-649AE28D36B6}" destId="{839C0420-B100-4263-B882-1B8C12179E01}" srcOrd="0" destOrd="0" presId="urn:microsoft.com/office/officeart/2009/3/layout/HorizontalOrganizationChart"/>
    <dgm:cxn modelId="{C26C7A22-2ADF-4F33-875A-D4D0F2D9E483}" type="presOf" srcId="{E1AB8E3F-6313-4BC0-9008-7DA7904D0A6A}" destId="{63E5FF05-736D-4AA7-921B-AE3AF0EF57BD}" srcOrd="1" destOrd="0" presId="urn:microsoft.com/office/officeart/2009/3/layout/HorizontalOrganizationChart"/>
    <dgm:cxn modelId="{1DDC1B2A-1005-4B41-BA57-32DB1CFC0C27}" srcId="{380BF2BA-39A0-4225-81EE-6ACF345B3AEA}" destId="{E1AB8E3F-6313-4BC0-9008-7DA7904D0A6A}" srcOrd="0" destOrd="0" parTransId="{8A718B2F-3C51-4B73-AA16-626C1859A5D4}" sibTransId="{426D38AC-76CD-4F6F-9448-780DF8B1BDC2}"/>
    <dgm:cxn modelId="{1CBBCC41-D76B-447D-9E49-8E7A83DFBADF}" type="presOf" srcId="{62B9D5C2-7921-4848-B5CD-5F122A901EFD}" destId="{DB979ADD-BDE9-49F7-A8CC-E65981CA2406}" srcOrd="0" destOrd="0" presId="urn:microsoft.com/office/officeart/2009/3/layout/HorizontalOrganizationChart"/>
    <dgm:cxn modelId="{9365B062-FA9B-4F6C-A43F-BE9D7BF7DB6A}" type="presOf" srcId="{238E8EF5-6313-454E-91AE-7AC1BB0E1C22}" destId="{66C39F5C-3B06-48D3-9320-F724AD4B1BF6}" srcOrd="1" destOrd="0" presId="urn:microsoft.com/office/officeart/2009/3/layout/HorizontalOrganizationChart"/>
    <dgm:cxn modelId="{76FE6569-AA28-4941-B694-8634E0691C2E}" type="presOf" srcId="{3651CB33-287B-45CF-926E-EBE98866629A}" destId="{574C6F63-D4B8-470F-96D8-835CFBB5ECA4}" srcOrd="0" destOrd="0" presId="urn:microsoft.com/office/officeart/2009/3/layout/HorizontalOrganizationChart"/>
    <dgm:cxn modelId="{105A856A-DF74-4E67-A79E-09AF9034F88F}" type="presOf" srcId="{0B0F448E-F1B1-491D-B7DF-3130999D501F}" destId="{65DC8D5D-4D47-472B-9CE2-BC86FE1A973A}" srcOrd="1" destOrd="0" presId="urn:microsoft.com/office/officeart/2009/3/layout/HorizontalOrganizationChart"/>
    <dgm:cxn modelId="{D332996C-A8B6-415E-80F2-1AF10E76A730}" type="presOf" srcId="{9C0472DE-3448-4FB0-9ECA-649AE28D36B6}" destId="{0F72CC47-8915-449A-B84F-893EA47EA14C}" srcOrd="1" destOrd="0" presId="urn:microsoft.com/office/officeart/2009/3/layout/HorizontalOrganizationChart"/>
    <dgm:cxn modelId="{927F946D-911E-4529-8A8D-1ED6CB5EC18E}" type="presOf" srcId="{0B0F448E-F1B1-491D-B7DF-3130999D501F}" destId="{DCE359DF-6C54-430A-A897-F5EB0E780D64}" srcOrd="0" destOrd="0" presId="urn:microsoft.com/office/officeart/2009/3/layout/HorizontalOrganizationChart"/>
    <dgm:cxn modelId="{809DFA70-A833-4E9C-A91C-DED424E07198}" srcId="{3651CB33-287B-45CF-926E-EBE98866629A}" destId="{79857E09-D6F2-4A32-877C-B4E88A61837A}" srcOrd="2" destOrd="0" parTransId="{1581B8C7-E0C1-4116-9BD2-28091293A2EE}" sibTransId="{E67514C3-6F58-4257-AD02-BD1B8CC53091}"/>
    <dgm:cxn modelId="{46114774-EA64-438D-909F-E9CDCFDF98D2}" type="presOf" srcId="{238E8EF5-6313-454E-91AE-7AC1BB0E1C22}" destId="{E8914670-667A-4E77-B190-C26892CCC3EE}" srcOrd="0" destOrd="0" presId="urn:microsoft.com/office/officeart/2009/3/layout/HorizontalOrganizationChart"/>
    <dgm:cxn modelId="{E3058784-6EB0-4AF3-A11D-2FA1E1DAF053}" type="presOf" srcId="{380BF2BA-39A0-4225-81EE-6ACF345B3AEA}" destId="{42AB7F92-E39A-4512-8CDD-A06822B84E69}" srcOrd="1" destOrd="0" presId="urn:microsoft.com/office/officeart/2009/3/layout/HorizontalOrganizationChart"/>
    <dgm:cxn modelId="{9BBBA198-A3A7-4020-9D59-FB98B637A65F}" type="presOf" srcId="{8A718B2F-3C51-4B73-AA16-626C1859A5D4}" destId="{0D62F1DE-4E4D-47EE-95E5-809EC933E033}" srcOrd="0" destOrd="0" presId="urn:microsoft.com/office/officeart/2009/3/layout/HorizontalOrganizationChart"/>
    <dgm:cxn modelId="{5EA7379C-AF23-4771-AED3-58C58C431068}" type="presOf" srcId="{647745CD-37FF-467F-B3A0-5EF2432E7FFB}" destId="{46F428C9-D2E7-4AB7-B4D3-5C1EE37B9F2C}" srcOrd="0" destOrd="0" presId="urn:microsoft.com/office/officeart/2009/3/layout/HorizontalOrganizationChart"/>
    <dgm:cxn modelId="{50BD079D-2805-47A9-9692-566A7B8B641E}" type="presOf" srcId="{62B9D5C2-7921-4848-B5CD-5F122A901EFD}" destId="{7F71CE3E-EE93-45B4-89E4-87819C536376}" srcOrd="1" destOrd="0" presId="urn:microsoft.com/office/officeart/2009/3/layout/HorizontalOrganizationChart"/>
    <dgm:cxn modelId="{DF8B87A7-8C61-4383-9E87-F395F1CC3842}" srcId="{380BF2BA-39A0-4225-81EE-6ACF345B3AEA}" destId="{62B9D5C2-7921-4848-B5CD-5F122A901EFD}" srcOrd="1" destOrd="0" parTransId="{647745CD-37FF-467F-B3A0-5EF2432E7FFB}" sibTransId="{F28F9D88-6C9F-4FB7-8D88-DF5F10A74633}"/>
    <dgm:cxn modelId="{C489F4A9-CBAF-429F-B1B7-5FD82786F607}" type="presOf" srcId="{E1AB8E3F-6313-4BC0-9008-7DA7904D0A6A}" destId="{78EEAB90-E50A-4D85-8E03-F29FA18E4B16}" srcOrd="0" destOrd="0" presId="urn:microsoft.com/office/officeart/2009/3/layout/HorizontalOrganizationChart"/>
    <dgm:cxn modelId="{7EE643AB-D1BF-4D89-A602-7D9D27C004F9}" type="presOf" srcId="{6F077E93-0D19-41C9-9DB1-4539004ABBFD}" destId="{EC68BB50-F24C-4B11-87CF-5D81D589AFE2}" srcOrd="0" destOrd="0" presId="urn:microsoft.com/office/officeart/2009/3/layout/HorizontalOrganizationChart"/>
    <dgm:cxn modelId="{484E8BB6-FD04-4A81-B76F-BB282F589E07}" srcId="{380BF2BA-39A0-4225-81EE-6ACF345B3AEA}" destId="{238E8EF5-6313-454E-91AE-7AC1BB0E1C22}" srcOrd="2" destOrd="0" parTransId="{6F077E93-0D19-41C9-9DB1-4539004ABBFD}" sibTransId="{4A6CD9A5-7BEE-4B99-B74D-48E9CA25B19C}"/>
    <dgm:cxn modelId="{606426BB-77DF-471D-A67F-C643CC666DAD}" type="presOf" srcId="{380BF2BA-39A0-4225-81EE-6ACF345B3AEA}" destId="{ACF41E79-4417-409B-80EF-4C5E9CC51316}" srcOrd="0" destOrd="0" presId="urn:microsoft.com/office/officeart/2009/3/layout/HorizontalOrganizationChart"/>
    <dgm:cxn modelId="{CDC570BF-EF0A-4C27-BD11-CFAC9CD8E779}" type="presOf" srcId="{79857E09-D6F2-4A32-877C-B4E88A61837A}" destId="{9D60A90A-12DD-46BB-9D8A-EBCAE5CBD2EB}" srcOrd="1" destOrd="0" presId="urn:microsoft.com/office/officeart/2009/3/layout/HorizontalOrganizationChart"/>
    <dgm:cxn modelId="{5FB8D1DD-80B8-446D-B085-81F5C0FB0EA7}" type="presOf" srcId="{79857E09-D6F2-4A32-877C-B4E88A61837A}" destId="{B3523E49-E713-479F-AA6E-5707AC43CD1B}" srcOrd="0" destOrd="0" presId="urn:microsoft.com/office/officeart/2009/3/layout/HorizontalOrganizationChart"/>
    <dgm:cxn modelId="{08ABEFF8-566F-42E3-8D32-33333EEA078C}" srcId="{3651CB33-287B-45CF-926E-EBE98866629A}" destId="{9C0472DE-3448-4FB0-9ECA-649AE28D36B6}" srcOrd="1" destOrd="0" parTransId="{6DB046F7-60E3-4BA4-A12A-A3A392B57EB9}" sibTransId="{11EF9697-6C9A-4486-BAA4-E96025090A89}"/>
    <dgm:cxn modelId="{ABC99CF9-C7BB-4687-930F-93E0BBD066C6}" srcId="{3651CB33-287B-45CF-926E-EBE98866629A}" destId="{0B0F448E-F1B1-491D-B7DF-3130999D501F}" srcOrd="0" destOrd="0" parTransId="{67769963-90C7-4E45-83F7-482AA51AD927}" sibTransId="{B1E7990D-7190-4EE2-8FCC-AB03E8DE4F3F}"/>
    <dgm:cxn modelId="{BCEBD0EC-3620-4BBC-9FF9-860324B176C9}" type="presParOf" srcId="{574C6F63-D4B8-470F-96D8-835CFBB5ECA4}" destId="{1FAAF186-50F5-45C4-A172-3B04E571FF07}" srcOrd="0" destOrd="0" presId="urn:microsoft.com/office/officeart/2009/3/layout/HorizontalOrganizationChart"/>
    <dgm:cxn modelId="{1C36A346-1A5F-4B1D-87CF-9785227B122C}" type="presParOf" srcId="{1FAAF186-50F5-45C4-A172-3B04E571FF07}" destId="{D8BF18EA-B3DF-44EA-A590-5D2E056B66FD}" srcOrd="0" destOrd="0" presId="urn:microsoft.com/office/officeart/2009/3/layout/HorizontalOrganizationChart"/>
    <dgm:cxn modelId="{AA9837F3-3F39-49CC-980D-C3377B8E8BD0}" type="presParOf" srcId="{D8BF18EA-B3DF-44EA-A590-5D2E056B66FD}" destId="{DCE359DF-6C54-430A-A897-F5EB0E780D64}" srcOrd="0" destOrd="0" presId="urn:microsoft.com/office/officeart/2009/3/layout/HorizontalOrganizationChart"/>
    <dgm:cxn modelId="{673C6B29-74C2-4E0A-BD8C-BFDCC11554E5}" type="presParOf" srcId="{D8BF18EA-B3DF-44EA-A590-5D2E056B66FD}" destId="{65DC8D5D-4D47-472B-9CE2-BC86FE1A973A}" srcOrd="1" destOrd="0" presId="urn:microsoft.com/office/officeart/2009/3/layout/HorizontalOrganizationChart"/>
    <dgm:cxn modelId="{6E77E764-B118-4599-9E0A-0DD3B7F41230}" type="presParOf" srcId="{1FAAF186-50F5-45C4-A172-3B04E571FF07}" destId="{47E8722E-E8B8-4170-8C80-906008B4BE43}" srcOrd="1" destOrd="0" presId="urn:microsoft.com/office/officeart/2009/3/layout/HorizontalOrganizationChart"/>
    <dgm:cxn modelId="{46061ECF-3941-4B80-9DFC-04752986C030}" type="presParOf" srcId="{1FAAF186-50F5-45C4-A172-3B04E571FF07}" destId="{AD1A858B-51DD-4B3E-9222-FFD19C4EAE79}" srcOrd="2" destOrd="0" presId="urn:microsoft.com/office/officeart/2009/3/layout/HorizontalOrganizationChart"/>
    <dgm:cxn modelId="{3771BA37-6BB8-4BE0-9291-758EF5D5964D}" type="presParOf" srcId="{574C6F63-D4B8-470F-96D8-835CFBB5ECA4}" destId="{9CC1B9AD-081C-42CF-9B5B-EC8FB491A16F}" srcOrd="1" destOrd="0" presId="urn:microsoft.com/office/officeart/2009/3/layout/HorizontalOrganizationChart"/>
    <dgm:cxn modelId="{A44FF862-8616-4DDF-9E46-14DF9A6ABAF6}" type="presParOf" srcId="{9CC1B9AD-081C-42CF-9B5B-EC8FB491A16F}" destId="{95615842-F4D5-4CBD-AB9C-C46E1F145542}" srcOrd="0" destOrd="0" presId="urn:microsoft.com/office/officeart/2009/3/layout/HorizontalOrganizationChart"/>
    <dgm:cxn modelId="{56B9A8BA-F0FE-4EC7-A7EF-C4530DB45E12}" type="presParOf" srcId="{95615842-F4D5-4CBD-AB9C-C46E1F145542}" destId="{839C0420-B100-4263-B882-1B8C12179E01}" srcOrd="0" destOrd="0" presId="urn:microsoft.com/office/officeart/2009/3/layout/HorizontalOrganizationChart"/>
    <dgm:cxn modelId="{AF4ECC9E-993A-4F70-82DB-80AF000771FA}" type="presParOf" srcId="{95615842-F4D5-4CBD-AB9C-C46E1F145542}" destId="{0F72CC47-8915-449A-B84F-893EA47EA14C}" srcOrd="1" destOrd="0" presId="urn:microsoft.com/office/officeart/2009/3/layout/HorizontalOrganizationChart"/>
    <dgm:cxn modelId="{F188247B-1F24-4D07-83CC-594D04ABC1BA}" type="presParOf" srcId="{9CC1B9AD-081C-42CF-9B5B-EC8FB491A16F}" destId="{5E5742FB-A928-4B43-949B-469C743A9E07}" srcOrd="1" destOrd="0" presId="urn:microsoft.com/office/officeart/2009/3/layout/HorizontalOrganizationChart"/>
    <dgm:cxn modelId="{D46E67CD-B722-4671-A8B3-5CD00FAD4C6B}" type="presParOf" srcId="{9CC1B9AD-081C-42CF-9B5B-EC8FB491A16F}" destId="{D3B8C9EC-C16F-48A0-B465-54BF8836268D}" srcOrd="2" destOrd="0" presId="urn:microsoft.com/office/officeart/2009/3/layout/HorizontalOrganizationChart"/>
    <dgm:cxn modelId="{4990D4C0-203B-40EF-8C01-355FB147201C}" type="presParOf" srcId="{574C6F63-D4B8-470F-96D8-835CFBB5ECA4}" destId="{73E855D0-CD14-4FED-9D57-FD8CFA14DC2C}" srcOrd="2" destOrd="0" presId="urn:microsoft.com/office/officeart/2009/3/layout/HorizontalOrganizationChart"/>
    <dgm:cxn modelId="{C83C1078-47B4-46EF-9812-B5D835F651D9}" type="presParOf" srcId="{73E855D0-CD14-4FED-9D57-FD8CFA14DC2C}" destId="{C0CBBF75-0EF7-4A01-AF69-3DECA9133712}" srcOrd="0" destOrd="0" presId="urn:microsoft.com/office/officeart/2009/3/layout/HorizontalOrganizationChart"/>
    <dgm:cxn modelId="{50D5B9D7-2665-45CC-A0A3-EBC79D85C03C}" type="presParOf" srcId="{C0CBBF75-0EF7-4A01-AF69-3DECA9133712}" destId="{B3523E49-E713-479F-AA6E-5707AC43CD1B}" srcOrd="0" destOrd="0" presId="urn:microsoft.com/office/officeart/2009/3/layout/HorizontalOrganizationChart"/>
    <dgm:cxn modelId="{D246F071-7961-45B4-8A60-670811C42F5B}" type="presParOf" srcId="{C0CBBF75-0EF7-4A01-AF69-3DECA9133712}" destId="{9D60A90A-12DD-46BB-9D8A-EBCAE5CBD2EB}" srcOrd="1" destOrd="0" presId="urn:microsoft.com/office/officeart/2009/3/layout/HorizontalOrganizationChart"/>
    <dgm:cxn modelId="{550C5A5A-60AA-4DFC-AEE2-47A8FE045390}" type="presParOf" srcId="{73E855D0-CD14-4FED-9D57-FD8CFA14DC2C}" destId="{81B26EA4-8410-488D-8F86-172186C31F48}" srcOrd="1" destOrd="0" presId="urn:microsoft.com/office/officeart/2009/3/layout/HorizontalOrganizationChart"/>
    <dgm:cxn modelId="{17C72E92-50E4-4239-8573-5B1EBF54F5F9}" type="presParOf" srcId="{73E855D0-CD14-4FED-9D57-FD8CFA14DC2C}" destId="{EF900D11-90A4-4364-A3D6-500BFB75A5C2}" srcOrd="2" destOrd="0" presId="urn:microsoft.com/office/officeart/2009/3/layout/HorizontalOrganizationChart"/>
    <dgm:cxn modelId="{B9C2722E-6ABB-417B-9059-1BD76A59E7C0}" type="presParOf" srcId="{574C6F63-D4B8-470F-96D8-835CFBB5ECA4}" destId="{80E1BBBE-7466-47F4-B972-F9A5273B5074}" srcOrd="3" destOrd="0" presId="urn:microsoft.com/office/officeart/2009/3/layout/HorizontalOrganizationChart"/>
    <dgm:cxn modelId="{6141286B-2561-4670-82A7-1DE2E57132E2}" type="presParOf" srcId="{80E1BBBE-7466-47F4-B972-F9A5273B5074}" destId="{2E09872B-F26F-46A7-AD2D-BE37500353D5}" srcOrd="0" destOrd="0" presId="urn:microsoft.com/office/officeart/2009/3/layout/HorizontalOrganizationChart"/>
    <dgm:cxn modelId="{6EE57179-5231-4502-90E7-756809797732}" type="presParOf" srcId="{2E09872B-F26F-46A7-AD2D-BE37500353D5}" destId="{ACF41E79-4417-409B-80EF-4C5E9CC51316}" srcOrd="0" destOrd="0" presId="urn:microsoft.com/office/officeart/2009/3/layout/HorizontalOrganizationChart"/>
    <dgm:cxn modelId="{65B0C277-C7C1-448A-9C75-A33C3D736702}" type="presParOf" srcId="{2E09872B-F26F-46A7-AD2D-BE37500353D5}" destId="{42AB7F92-E39A-4512-8CDD-A06822B84E69}" srcOrd="1" destOrd="0" presId="urn:microsoft.com/office/officeart/2009/3/layout/HorizontalOrganizationChart"/>
    <dgm:cxn modelId="{370D7505-7A7A-4C1A-BDBB-88FB5D294592}" type="presParOf" srcId="{80E1BBBE-7466-47F4-B972-F9A5273B5074}" destId="{CF10BDC3-2174-46AA-9C3B-1BB46ACEBD7B}" srcOrd="1" destOrd="0" presId="urn:microsoft.com/office/officeart/2009/3/layout/HorizontalOrganizationChart"/>
    <dgm:cxn modelId="{1E94FB85-3C13-4023-974F-90EC66F0D112}" type="presParOf" srcId="{CF10BDC3-2174-46AA-9C3B-1BB46ACEBD7B}" destId="{0D62F1DE-4E4D-47EE-95E5-809EC933E033}" srcOrd="0" destOrd="0" presId="urn:microsoft.com/office/officeart/2009/3/layout/HorizontalOrganizationChart"/>
    <dgm:cxn modelId="{663AB8EA-8ECF-4661-906A-762CA81C5EDB}" type="presParOf" srcId="{CF10BDC3-2174-46AA-9C3B-1BB46ACEBD7B}" destId="{5221C7A7-54F4-4E76-803F-FC521FFB84C5}" srcOrd="1" destOrd="0" presId="urn:microsoft.com/office/officeart/2009/3/layout/HorizontalOrganizationChart"/>
    <dgm:cxn modelId="{F1725B8C-D6A6-40E9-8769-69B63A0AB17A}" type="presParOf" srcId="{5221C7A7-54F4-4E76-803F-FC521FFB84C5}" destId="{0AF68C46-502C-49CD-8EF6-AAB2FE87F7BE}" srcOrd="0" destOrd="0" presId="urn:microsoft.com/office/officeart/2009/3/layout/HorizontalOrganizationChart"/>
    <dgm:cxn modelId="{FFA509E4-7B41-41CC-98EA-36DE089C8CB7}" type="presParOf" srcId="{0AF68C46-502C-49CD-8EF6-AAB2FE87F7BE}" destId="{78EEAB90-E50A-4D85-8E03-F29FA18E4B16}" srcOrd="0" destOrd="0" presId="urn:microsoft.com/office/officeart/2009/3/layout/HorizontalOrganizationChart"/>
    <dgm:cxn modelId="{B1049748-11D7-4A67-8AF4-791000E0097B}" type="presParOf" srcId="{0AF68C46-502C-49CD-8EF6-AAB2FE87F7BE}" destId="{63E5FF05-736D-4AA7-921B-AE3AF0EF57BD}" srcOrd="1" destOrd="0" presId="urn:microsoft.com/office/officeart/2009/3/layout/HorizontalOrganizationChart"/>
    <dgm:cxn modelId="{7DEAE526-538D-4D37-B878-F9B9A6193576}" type="presParOf" srcId="{5221C7A7-54F4-4E76-803F-FC521FFB84C5}" destId="{655EB61C-C5A8-4273-A2F0-64E4B38460AD}" srcOrd="1" destOrd="0" presId="urn:microsoft.com/office/officeart/2009/3/layout/HorizontalOrganizationChart"/>
    <dgm:cxn modelId="{DBD78AEA-D21D-47B6-8CA7-1DEAF94455C1}" type="presParOf" srcId="{5221C7A7-54F4-4E76-803F-FC521FFB84C5}" destId="{D4BFE837-3BBE-42D9-AA9F-EFD7AE132B71}" srcOrd="2" destOrd="0" presId="urn:microsoft.com/office/officeart/2009/3/layout/HorizontalOrganizationChart"/>
    <dgm:cxn modelId="{E4378449-608A-4B61-8861-2C1487FC0701}" type="presParOf" srcId="{CF10BDC3-2174-46AA-9C3B-1BB46ACEBD7B}" destId="{46F428C9-D2E7-4AB7-B4D3-5C1EE37B9F2C}" srcOrd="2" destOrd="0" presId="urn:microsoft.com/office/officeart/2009/3/layout/HorizontalOrganizationChart"/>
    <dgm:cxn modelId="{846EAF98-E151-4693-81F3-43A052B0AEEF}" type="presParOf" srcId="{CF10BDC3-2174-46AA-9C3B-1BB46ACEBD7B}" destId="{9FA723B5-65F3-461A-A4F5-A11C0072B8F1}" srcOrd="3" destOrd="0" presId="urn:microsoft.com/office/officeart/2009/3/layout/HorizontalOrganizationChart"/>
    <dgm:cxn modelId="{3AB6BEAA-AEAC-43E0-84AA-3E76EAB0B254}" type="presParOf" srcId="{9FA723B5-65F3-461A-A4F5-A11C0072B8F1}" destId="{8F411058-061D-4EF8-A7DE-F8B0B81084E9}" srcOrd="0" destOrd="0" presId="urn:microsoft.com/office/officeart/2009/3/layout/HorizontalOrganizationChart"/>
    <dgm:cxn modelId="{92799AAE-705E-44D1-972E-618B44ABDE36}" type="presParOf" srcId="{8F411058-061D-4EF8-A7DE-F8B0B81084E9}" destId="{DB979ADD-BDE9-49F7-A8CC-E65981CA2406}" srcOrd="0" destOrd="0" presId="urn:microsoft.com/office/officeart/2009/3/layout/HorizontalOrganizationChart"/>
    <dgm:cxn modelId="{B713FF7C-02DC-4BE4-8222-0AB54F0F0A8C}" type="presParOf" srcId="{8F411058-061D-4EF8-A7DE-F8B0B81084E9}" destId="{7F71CE3E-EE93-45B4-89E4-87819C536376}" srcOrd="1" destOrd="0" presId="urn:microsoft.com/office/officeart/2009/3/layout/HorizontalOrganizationChart"/>
    <dgm:cxn modelId="{C37BB2FA-75E2-4692-96CF-57A5FFEECB2C}" type="presParOf" srcId="{9FA723B5-65F3-461A-A4F5-A11C0072B8F1}" destId="{B51D1B02-0464-4738-BF9A-4493451F5E27}" srcOrd="1" destOrd="0" presId="urn:microsoft.com/office/officeart/2009/3/layout/HorizontalOrganizationChart"/>
    <dgm:cxn modelId="{5BEA8DCE-3F24-4A13-84F0-3340F6CF412C}" type="presParOf" srcId="{9FA723B5-65F3-461A-A4F5-A11C0072B8F1}" destId="{68FE80F7-7343-4F6A-8F98-472026782B37}" srcOrd="2" destOrd="0" presId="urn:microsoft.com/office/officeart/2009/3/layout/HorizontalOrganizationChart"/>
    <dgm:cxn modelId="{28A8F934-74A4-4DDD-A377-0B6B862368A3}" type="presParOf" srcId="{CF10BDC3-2174-46AA-9C3B-1BB46ACEBD7B}" destId="{EC68BB50-F24C-4B11-87CF-5D81D589AFE2}" srcOrd="4" destOrd="0" presId="urn:microsoft.com/office/officeart/2009/3/layout/HorizontalOrganizationChart"/>
    <dgm:cxn modelId="{0FD30ECB-88B3-474A-87E0-5EF1618A7349}" type="presParOf" srcId="{CF10BDC3-2174-46AA-9C3B-1BB46ACEBD7B}" destId="{55B1271C-C31D-407D-BC5A-629BF28B57FE}" srcOrd="5" destOrd="0" presId="urn:microsoft.com/office/officeart/2009/3/layout/HorizontalOrganizationChart"/>
    <dgm:cxn modelId="{D001D797-51D4-4DEB-9EEB-0829A5215DB5}" type="presParOf" srcId="{55B1271C-C31D-407D-BC5A-629BF28B57FE}" destId="{8D01E9DD-9DD4-437F-A882-B87CEA0D5D54}" srcOrd="0" destOrd="0" presId="urn:microsoft.com/office/officeart/2009/3/layout/HorizontalOrganizationChart"/>
    <dgm:cxn modelId="{593FA5FC-5258-41C5-A1F1-402B26A94527}" type="presParOf" srcId="{8D01E9DD-9DD4-437F-A882-B87CEA0D5D54}" destId="{E8914670-667A-4E77-B190-C26892CCC3EE}" srcOrd="0" destOrd="0" presId="urn:microsoft.com/office/officeart/2009/3/layout/HorizontalOrganizationChart"/>
    <dgm:cxn modelId="{BBF7E70F-4B22-4B89-A7BE-8CDEDD7758AA}" type="presParOf" srcId="{8D01E9DD-9DD4-437F-A882-B87CEA0D5D54}" destId="{66C39F5C-3B06-48D3-9320-F724AD4B1BF6}" srcOrd="1" destOrd="0" presId="urn:microsoft.com/office/officeart/2009/3/layout/HorizontalOrganizationChart"/>
    <dgm:cxn modelId="{87C00335-0528-46FD-A2D4-69627D040F1C}" type="presParOf" srcId="{55B1271C-C31D-407D-BC5A-629BF28B57FE}" destId="{90AA87B0-7327-4D15-858B-BDB8CE840703}" srcOrd="1" destOrd="0" presId="urn:microsoft.com/office/officeart/2009/3/layout/HorizontalOrganizationChart"/>
    <dgm:cxn modelId="{F690841F-2DD2-4A71-B40A-F3FB2E5E7916}" type="presParOf" srcId="{55B1271C-C31D-407D-BC5A-629BF28B57FE}" destId="{B7B91AF8-1AB1-4895-81DE-BF90F4F1A48D}" srcOrd="2" destOrd="0" presId="urn:microsoft.com/office/officeart/2009/3/layout/HorizontalOrganizationChart"/>
    <dgm:cxn modelId="{D6F3F66A-7346-4F8D-B2E8-8004D0D31936}" type="presParOf" srcId="{80E1BBBE-7466-47F4-B972-F9A5273B5074}" destId="{755E6B5F-C80A-4720-8859-60017BCDDD4F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16A6CE6-56F6-410B-958A-37CDA3BDF91A}" type="doc">
      <dgm:prSet loTypeId="urn:microsoft.com/office/officeart/2005/8/layout/list1" loCatId="list" qsTypeId="urn:microsoft.com/office/officeart/2005/8/quickstyle/simple4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9BAD6997-00D6-4A93-BB95-1C19361C7B99}">
      <dgm:prSet/>
      <dgm:spPr/>
      <dgm:t>
        <a:bodyPr/>
        <a:lstStyle/>
        <a:p>
          <a:r>
            <a:rPr lang="en-US" b="1"/>
            <a:t>Architecture</a:t>
          </a:r>
          <a:endParaRPr lang="en-US"/>
        </a:p>
      </dgm:t>
    </dgm:pt>
    <dgm:pt modelId="{F2C4F5CE-BDF6-439A-9FBF-93B41EAEA98D}" type="parTrans" cxnId="{424E2429-7B9E-4571-BF91-EC0B5C2B5AAE}">
      <dgm:prSet/>
      <dgm:spPr/>
      <dgm:t>
        <a:bodyPr/>
        <a:lstStyle/>
        <a:p>
          <a:endParaRPr lang="en-US"/>
        </a:p>
      </dgm:t>
    </dgm:pt>
    <dgm:pt modelId="{BCEB4290-5F79-41EF-B69A-1D8D9E32508E}" type="sibTrans" cxnId="{424E2429-7B9E-4571-BF91-EC0B5C2B5AAE}">
      <dgm:prSet/>
      <dgm:spPr/>
      <dgm:t>
        <a:bodyPr/>
        <a:lstStyle/>
        <a:p>
          <a:endParaRPr lang="en-US"/>
        </a:p>
      </dgm:t>
    </dgm:pt>
    <dgm:pt modelId="{21B2BCCD-F238-4799-9B4F-C0DDC8406315}">
      <dgm:prSet/>
      <dgm:spPr/>
      <dgm:t>
        <a:bodyPr/>
        <a:lstStyle/>
        <a:p>
          <a:r>
            <a:rPr lang="en-US"/>
            <a:t>CBOW (predict target word from context)</a:t>
          </a:r>
        </a:p>
      </dgm:t>
    </dgm:pt>
    <dgm:pt modelId="{8146B164-0B0B-4492-991F-9E7C2DF26896}" type="parTrans" cxnId="{BF2BDA97-9F61-4E3E-857D-4183ED489526}">
      <dgm:prSet/>
      <dgm:spPr/>
      <dgm:t>
        <a:bodyPr/>
        <a:lstStyle/>
        <a:p>
          <a:endParaRPr lang="en-US"/>
        </a:p>
      </dgm:t>
    </dgm:pt>
    <dgm:pt modelId="{8BC29DC0-33DB-4F4E-9FEA-D0CC88A2CD06}" type="sibTrans" cxnId="{BF2BDA97-9F61-4E3E-857D-4183ED489526}">
      <dgm:prSet/>
      <dgm:spPr/>
      <dgm:t>
        <a:bodyPr/>
        <a:lstStyle/>
        <a:p>
          <a:endParaRPr lang="en-US"/>
        </a:p>
      </dgm:t>
    </dgm:pt>
    <dgm:pt modelId="{046C08F3-2256-4782-875A-4DE98CD157DE}">
      <dgm:prSet/>
      <dgm:spPr/>
      <dgm:t>
        <a:bodyPr/>
        <a:lstStyle/>
        <a:p>
          <a:r>
            <a:rPr lang="en-US"/>
            <a:t>Skip-gram (predict context from target word)</a:t>
          </a:r>
        </a:p>
      </dgm:t>
    </dgm:pt>
    <dgm:pt modelId="{3DA80FCC-9BB9-4EE2-9CD8-B1FD8930D99E}" type="parTrans" cxnId="{FD405676-AD09-455F-8B2E-03C35EA0B5F7}">
      <dgm:prSet/>
      <dgm:spPr/>
      <dgm:t>
        <a:bodyPr/>
        <a:lstStyle/>
        <a:p>
          <a:endParaRPr lang="en-US"/>
        </a:p>
      </dgm:t>
    </dgm:pt>
    <dgm:pt modelId="{788B4A16-2D48-4446-8B14-6BF8CE431FC6}" type="sibTrans" cxnId="{FD405676-AD09-455F-8B2E-03C35EA0B5F7}">
      <dgm:prSet/>
      <dgm:spPr/>
      <dgm:t>
        <a:bodyPr/>
        <a:lstStyle/>
        <a:p>
          <a:endParaRPr lang="en-US"/>
        </a:p>
      </dgm:t>
    </dgm:pt>
    <dgm:pt modelId="{13AFDAFD-DE80-4E3F-9B9D-5F2C5789B64C}">
      <dgm:prSet/>
      <dgm:spPr/>
      <dgm:t>
        <a:bodyPr/>
        <a:lstStyle/>
        <a:p>
          <a:r>
            <a:rPr lang="en-US" b="1"/>
            <a:t>Key Features</a:t>
          </a:r>
          <a:endParaRPr lang="en-US"/>
        </a:p>
      </dgm:t>
    </dgm:pt>
    <dgm:pt modelId="{AF33A338-8863-46A2-AD6B-3DA8D33E50EF}" type="parTrans" cxnId="{C616E592-EE0E-4833-91BC-FC238A432851}">
      <dgm:prSet/>
      <dgm:spPr/>
      <dgm:t>
        <a:bodyPr/>
        <a:lstStyle/>
        <a:p>
          <a:endParaRPr lang="en-US"/>
        </a:p>
      </dgm:t>
    </dgm:pt>
    <dgm:pt modelId="{69389D0F-5D9A-4B04-815D-B969E83C8544}" type="sibTrans" cxnId="{C616E592-EE0E-4833-91BC-FC238A432851}">
      <dgm:prSet/>
      <dgm:spPr/>
      <dgm:t>
        <a:bodyPr/>
        <a:lstStyle/>
        <a:p>
          <a:endParaRPr lang="en-US"/>
        </a:p>
      </dgm:t>
    </dgm:pt>
    <dgm:pt modelId="{F0CD76B1-A558-4AA9-9EAE-9C224A2611EC}">
      <dgm:prSet/>
      <dgm:spPr/>
      <dgm:t>
        <a:bodyPr/>
        <a:lstStyle/>
        <a:p>
          <a:r>
            <a:rPr lang="en-US"/>
            <a:t>Learns continuous vector representations</a:t>
          </a:r>
        </a:p>
      </dgm:t>
    </dgm:pt>
    <dgm:pt modelId="{79274FF0-0AC2-4160-B335-8E4E316C24E4}" type="parTrans" cxnId="{767F3041-3905-47A8-A2AB-6E32FCC75F7D}">
      <dgm:prSet/>
      <dgm:spPr/>
      <dgm:t>
        <a:bodyPr/>
        <a:lstStyle/>
        <a:p>
          <a:endParaRPr lang="en-US"/>
        </a:p>
      </dgm:t>
    </dgm:pt>
    <dgm:pt modelId="{255CEE64-9DDF-49FE-86A1-EE49B1D2DDEE}" type="sibTrans" cxnId="{767F3041-3905-47A8-A2AB-6E32FCC75F7D}">
      <dgm:prSet/>
      <dgm:spPr/>
      <dgm:t>
        <a:bodyPr/>
        <a:lstStyle/>
        <a:p>
          <a:endParaRPr lang="en-US"/>
        </a:p>
      </dgm:t>
    </dgm:pt>
    <dgm:pt modelId="{40E1560F-D712-41D1-B7EA-B9FCB8B327C2}">
      <dgm:prSet/>
      <dgm:spPr/>
      <dgm:t>
        <a:bodyPr/>
        <a:lstStyle/>
        <a:p>
          <a:r>
            <a:rPr lang="en-US"/>
            <a:t>Captures semantic relationships</a:t>
          </a:r>
        </a:p>
      </dgm:t>
    </dgm:pt>
    <dgm:pt modelId="{9ABF3D98-042A-4BA5-A378-58A4E9C35FB8}" type="parTrans" cxnId="{CC4599F3-C1E5-47C6-8995-B8F0FCAFD1C4}">
      <dgm:prSet/>
      <dgm:spPr/>
      <dgm:t>
        <a:bodyPr/>
        <a:lstStyle/>
        <a:p>
          <a:endParaRPr lang="en-US"/>
        </a:p>
      </dgm:t>
    </dgm:pt>
    <dgm:pt modelId="{228181F1-0CA2-4A19-A4C6-48F875CDA9A9}" type="sibTrans" cxnId="{CC4599F3-C1E5-47C6-8995-B8F0FCAFD1C4}">
      <dgm:prSet/>
      <dgm:spPr/>
      <dgm:t>
        <a:bodyPr/>
        <a:lstStyle/>
        <a:p>
          <a:endParaRPr lang="en-US"/>
        </a:p>
      </dgm:t>
    </dgm:pt>
    <dgm:pt modelId="{778CFF63-43F0-4078-A87B-3B7FB29CF867}">
      <dgm:prSet/>
      <dgm:spPr/>
      <dgm:t>
        <a:bodyPr/>
        <a:lstStyle/>
        <a:p>
          <a:r>
            <a:rPr lang="en-US"/>
            <a:t>Uses shallow neural networks</a:t>
          </a:r>
        </a:p>
      </dgm:t>
    </dgm:pt>
    <dgm:pt modelId="{3B81F034-AAF6-46A6-8CE9-A940AA4E3640}" type="parTrans" cxnId="{F4FDA1D4-64C6-4DCA-BD64-605C841E9157}">
      <dgm:prSet/>
      <dgm:spPr/>
      <dgm:t>
        <a:bodyPr/>
        <a:lstStyle/>
        <a:p>
          <a:endParaRPr lang="en-US"/>
        </a:p>
      </dgm:t>
    </dgm:pt>
    <dgm:pt modelId="{9F0FF6F8-F5A2-478D-83AF-BCA4927B11FE}" type="sibTrans" cxnId="{F4FDA1D4-64C6-4DCA-BD64-605C841E9157}">
      <dgm:prSet/>
      <dgm:spPr/>
      <dgm:t>
        <a:bodyPr/>
        <a:lstStyle/>
        <a:p>
          <a:endParaRPr lang="en-US"/>
        </a:p>
      </dgm:t>
    </dgm:pt>
    <dgm:pt modelId="{C86C9606-FC36-4555-9C91-7E7622844F05}" type="pres">
      <dgm:prSet presAssocID="{B16A6CE6-56F6-410B-958A-37CDA3BDF91A}" presName="linear" presStyleCnt="0">
        <dgm:presLayoutVars>
          <dgm:dir/>
          <dgm:animLvl val="lvl"/>
          <dgm:resizeHandles val="exact"/>
        </dgm:presLayoutVars>
      </dgm:prSet>
      <dgm:spPr/>
    </dgm:pt>
    <dgm:pt modelId="{2EB1460E-526B-4E16-B20A-AFA5467D239C}" type="pres">
      <dgm:prSet presAssocID="{9BAD6997-00D6-4A93-BB95-1C19361C7B99}" presName="parentLin" presStyleCnt="0"/>
      <dgm:spPr/>
    </dgm:pt>
    <dgm:pt modelId="{9E56C518-3F2C-487A-8464-3A0EB9C72E0E}" type="pres">
      <dgm:prSet presAssocID="{9BAD6997-00D6-4A93-BB95-1C19361C7B99}" presName="parentLeftMargin" presStyleLbl="node1" presStyleIdx="0" presStyleCnt="2"/>
      <dgm:spPr/>
    </dgm:pt>
    <dgm:pt modelId="{B6F2D983-8C58-4EA0-A9CD-E233B5D9767C}" type="pres">
      <dgm:prSet presAssocID="{9BAD6997-00D6-4A93-BB95-1C19361C7B9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7C31BE5-F8A5-4152-B35C-B898A14A8649}" type="pres">
      <dgm:prSet presAssocID="{9BAD6997-00D6-4A93-BB95-1C19361C7B99}" presName="negativeSpace" presStyleCnt="0"/>
      <dgm:spPr/>
    </dgm:pt>
    <dgm:pt modelId="{E2145FBA-847D-4F76-9303-CF75EC4E47DD}" type="pres">
      <dgm:prSet presAssocID="{9BAD6997-00D6-4A93-BB95-1C19361C7B99}" presName="childText" presStyleLbl="conFgAcc1" presStyleIdx="0" presStyleCnt="2">
        <dgm:presLayoutVars>
          <dgm:bulletEnabled val="1"/>
        </dgm:presLayoutVars>
      </dgm:prSet>
      <dgm:spPr/>
    </dgm:pt>
    <dgm:pt modelId="{091ED4D4-728C-4777-AFFD-825290AEF622}" type="pres">
      <dgm:prSet presAssocID="{BCEB4290-5F79-41EF-B69A-1D8D9E32508E}" presName="spaceBetweenRectangles" presStyleCnt="0"/>
      <dgm:spPr/>
    </dgm:pt>
    <dgm:pt modelId="{6E5DC2F2-75B4-4408-9261-5033402E05A5}" type="pres">
      <dgm:prSet presAssocID="{13AFDAFD-DE80-4E3F-9B9D-5F2C5789B64C}" presName="parentLin" presStyleCnt="0"/>
      <dgm:spPr/>
    </dgm:pt>
    <dgm:pt modelId="{8495A986-75E9-49DF-9DDC-323F14267222}" type="pres">
      <dgm:prSet presAssocID="{13AFDAFD-DE80-4E3F-9B9D-5F2C5789B64C}" presName="parentLeftMargin" presStyleLbl="node1" presStyleIdx="0" presStyleCnt="2"/>
      <dgm:spPr/>
    </dgm:pt>
    <dgm:pt modelId="{204F2280-69C8-4A2F-BE79-6571273F2B14}" type="pres">
      <dgm:prSet presAssocID="{13AFDAFD-DE80-4E3F-9B9D-5F2C5789B64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F32B6AB-C8F2-449C-B83D-7BBEB87C93FD}" type="pres">
      <dgm:prSet presAssocID="{13AFDAFD-DE80-4E3F-9B9D-5F2C5789B64C}" presName="negativeSpace" presStyleCnt="0"/>
      <dgm:spPr/>
    </dgm:pt>
    <dgm:pt modelId="{07517E07-A013-4F48-B797-77259E1E10B1}" type="pres">
      <dgm:prSet presAssocID="{13AFDAFD-DE80-4E3F-9B9D-5F2C5789B64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A9AC806-1D2A-4A76-A027-9FFDA2D69833}" type="presOf" srcId="{21B2BCCD-F238-4799-9B4F-C0DDC8406315}" destId="{E2145FBA-847D-4F76-9303-CF75EC4E47DD}" srcOrd="0" destOrd="0" presId="urn:microsoft.com/office/officeart/2005/8/layout/list1"/>
    <dgm:cxn modelId="{8D8E270F-F20A-4A13-818A-96C19E60A3BE}" type="presOf" srcId="{046C08F3-2256-4782-875A-4DE98CD157DE}" destId="{E2145FBA-847D-4F76-9303-CF75EC4E47DD}" srcOrd="0" destOrd="1" presId="urn:microsoft.com/office/officeart/2005/8/layout/list1"/>
    <dgm:cxn modelId="{424E2429-7B9E-4571-BF91-EC0B5C2B5AAE}" srcId="{B16A6CE6-56F6-410B-958A-37CDA3BDF91A}" destId="{9BAD6997-00D6-4A93-BB95-1C19361C7B99}" srcOrd="0" destOrd="0" parTransId="{F2C4F5CE-BDF6-439A-9FBF-93B41EAEA98D}" sibTransId="{BCEB4290-5F79-41EF-B69A-1D8D9E32508E}"/>
    <dgm:cxn modelId="{ABD0B131-B18D-4C1E-857A-E292B63EF3D8}" type="presOf" srcId="{9BAD6997-00D6-4A93-BB95-1C19361C7B99}" destId="{9E56C518-3F2C-487A-8464-3A0EB9C72E0E}" srcOrd="0" destOrd="0" presId="urn:microsoft.com/office/officeart/2005/8/layout/list1"/>
    <dgm:cxn modelId="{08602C37-202D-4E22-8F5D-9095DACB3432}" type="presOf" srcId="{778CFF63-43F0-4078-A87B-3B7FB29CF867}" destId="{07517E07-A013-4F48-B797-77259E1E10B1}" srcOrd="0" destOrd="2" presId="urn:microsoft.com/office/officeart/2005/8/layout/list1"/>
    <dgm:cxn modelId="{767F3041-3905-47A8-A2AB-6E32FCC75F7D}" srcId="{13AFDAFD-DE80-4E3F-9B9D-5F2C5789B64C}" destId="{F0CD76B1-A558-4AA9-9EAE-9C224A2611EC}" srcOrd="0" destOrd="0" parTransId="{79274FF0-0AC2-4160-B335-8E4E316C24E4}" sibTransId="{255CEE64-9DDF-49FE-86A1-EE49B1D2DDEE}"/>
    <dgm:cxn modelId="{B61D604D-8B40-41A0-ABE7-4AF3BE03705C}" type="presOf" srcId="{F0CD76B1-A558-4AA9-9EAE-9C224A2611EC}" destId="{07517E07-A013-4F48-B797-77259E1E10B1}" srcOrd="0" destOrd="0" presId="urn:microsoft.com/office/officeart/2005/8/layout/list1"/>
    <dgm:cxn modelId="{FD405676-AD09-455F-8B2E-03C35EA0B5F7}" srcId="{9BAD6997-00D6-4A93-BB95-1C19361C7B99}" destId="{046C08F3-2256-4782-875A-4DE98CD157DE}" srcOrd="1" destOrd="0" parTransId="{3DA80FCC-9BB9-4EE2-9CD8-B1FD8930D99E}" sibTransId="{788B4A16-2D48-4446-8B14-6BF8CE431FC6}"/>
    <dgm:cxn modelId="{BBC71492-4FB4-4112-8744-4EA6ACAD7212}" type="presOf" srcId="{40E1560F-D712-41D1-B7EA-B9FCB8B327C2}" destId="{07517E07-A013-4F48-B797-77259E1E10B1}" srcOrd="0" destOrd="1" presId="urn:microsoft.com/office/officeart/2005/8/layout/list1"/>
    <dgm:cxn modelId="{C616E592-EE0E-4833-91BC-FC238A432851}" srcId="{B16A6CE6-56F6-410B-958A-37CDA3BDF91A}" destId="{13AFDAFD-DE80-4E3F-9B9D-5F2C5789B64C}" srcOrd="1" destOrd="0" parTransId="{AF33A338-8863-46A2-AD6B-3DA8D33E50EF}" sibTransId="{69389D0F-5D9A-4B04-815D-B969E83C8544}"/>
    <dgm:cxn modelId="{BF2BDA97-9F61-4E3E-857D-4183ED489526}" srcId="{9BAD6997-00D6-4A93-BB95-1C19361C7B99}" destId="{21B2BCCD-F238-4799-9B4F-C0DDC8406315}" srcOrd="0" destOrd="0" parTransId="{8146B164-0B0B-4492-991F-9E7C2DF26896}" sibTransId="{8BC29DC0-33DB-4F4E-9FEA-D0CC88A2CD06}"/>
    <dgm:cxn modelId="{5841FAA5-1265-4BB1-A860-01438DF0F2C6}" type="presOf" srcId="{B16A6CE6-56F6-410B-958A-37CDA3BDF91A}" destId="{C86C9606-FC36-4555-9C91-7E7622844F05}" srcOrd="0" destOrd="0" presId="urn:microsoft.com/office/officeart/2005/8/layout/list1"/>
    <dgm:cxn modelId="{BF98CFB7-675C-4E03-A33B-6166BB1E482C}" type="presOf" srcId="{9BAD6997-00D6-4A93-BB95-1C19361C7B99}" destId="{B6F2D983-8C58-4EA0-A9CD-E233B5D9767C}" srcOrd="1" destOrd="0" presId="urn:microsoft.com/office/officeart/2005/8/layout/list1"/>
    <dgm:cxn modelId="{F4FDA1D4-64C6-4DCA-BD64-605C841E9157}" srcId="{13AFDAFD-DE80-4E3F-9B9D-5F2C5789B64C}" destId="{778CFF63-43F0-4078-A87B-3B7FB29CF867}" srcOrd="2" destOrd="0" parTransId="{3B81F034-AAF6-46A6-8CE9-A940AA4E3640}" sibTransId="{9F0FF6F8-F5A2-478D-83AF-BCA4927B11FE}"/>
    <dgm:cxn modelId="{CC4599F3-C1E5-47C6-8995-B8F0FCAFD1C4}" srcId="{13AFDAFD-DE80-4E3F-9B9D-5F2C5789B64C}" destId="{40E1560F-D712-41D1-B7EA-B9FCB8B327C2}" srcOrd="1" destOrd="0" parTransId="{9ABF3D98-042A-4BA5-A378-58A4E9C35FB8}" sibTransId="{228181F1-0CA2-4A19-A4C6-48F875CDA9A9}"/>
    <dgm:cxn modelId="{76F508F5-07AF-43A6-881C-0445223E2D5D}" type="presOf" srcId="{13AFDAFD-DE80-4E3F-9B9D-5F2C5789B64C}" destId="{8495A986-75E9-49DF-9DDC-323F14267222}" srcOrd="0" destOrd="0" presId="urn:microsoft.com/office/officeart/2005/8/layout/list1"/>
    <dgm:cxn modelId="{016BACF7-BBFD-40CA-8B46-EC4BFE1CBD27}" type="presOf" srcId="{13AFDAFD-DE80-4E3F-9B9D-5F2C5789B64C}" destId="{204F2280-69C8-4A2F-BE79-6571273F2B14}" srcOrd="1" destOrd="0" presId="urn:microsoft.com/office/officeart/2005/8/layout/list1"/>
    <dgm:cxn modelId="{B36E1999-FD0B-4A32-A452-5B797855DC15}" type="presParOf" srcId="{C86C9606-FC36-4555-9C91-7E7622844F05}" destId="{2EB1460E-526B-4E16-B20A-AFA5467D239C}" srcOrd="0" destOrd="0" presId="urn:microsoft.com/office/officeart/2005/8/layout/list1"/>
    <dgm:cxn modelId="{9AF7E260-00AD-440D-AC35-735EBCB62873}" type="presParOf" srcId="{2EB1460E-526B-4E16-B20A-AFA5467D239C}" destId="{9E56C518-3F2C-487A-8464-3A0EB9C72E0E}" srcOrd="0" destOrd="0" presId="urn:microsoft.com/office/officeart/2005/8/layout/list1"/>
    <dgm:cxn modelId="{3AF752EE-6691-4BC1-83B2-B4F939EF7ADC}" type="presParOf" srcId="{2EB1460E-526B-4E16-B20A-AFA5467D239C}" destId="{B6F2D983-8C58-4EA0-A9CD-E233B5D9767C}" srcOrd="1" destOrd="0" presId="urn:microsoft.com/office/officeart/2005/8/layout/list1"/>
    <dgm:cxn modelId="{0CC88711-B331-4F5B-8800-746579F1E1A8}" type="presParOf" srcId="{C86C9606-FC36-4555-9C91-7E7622844F05}" destId="{B7C31BE5-F8A5-4152-B35C-B898A14A8649}" srcOrd="1" destOrd="0" presId="urn:microsoft.com/office/officeart/2005/8/layout/list1"/>
    <dgm:cxn modelId="{0F72DDA7-E784-45DF-A5D6-65DEB22EE3D0}" type="presParOf" srcId="{C86C9606-FC36-4555-9C91-7E7622844F05}" destId="{E2145FBA-847D-4F76-9303-CF75EC4E47DD}" srcOrd="2" destOrd="0" presId="urn:microsoft.com/office/officeart/2005/8/layout/list1"/>
    <dgm:cxn modelId="{0552F1B0-7FB2-4AEE-AC13-12F9DC209A4B}" type="presParOf" srcId="{C86C9606-FC36-4555-9C91-7E7622844F05}" destId="{091ED4D4-728C-4777-AFFD-825290AEF622}" srcOrd="3" destOrd="0" presId="urn:microsoft.com/office/officeart/2005/8/layout/list1"/>
    <dgm:cxn modelId="{35D66DA9-493F-4EA3-AA97-D2D227F0D7B4}" type="presParOf" srcId="{C86C9606-FC36-4555-9C91-7E7622844F05}" destId="{6E5DC2F2-75B4-4408-9261-5033402E05A5}" srcOrd="4" destOrd="0" presId="urn:microsoft.com/office/officeart/2005/8/layout/list1"/>
    <dgm:cxn modelId="{77CC1FB0-5FF9-4B92-AC8F-EF46130E9C46}" type="presParOf" srcId="{6E5DC2F2-75B4-4408-9261-5033402E05A5}" destId="{8495A986-75E9-49DF-9DDC-323F14267222}" srcOrd="0" destOrd="0" presId="urn:microsoft.com/office/officeart/2005/8/layout/list1"/>
    <dgm:cxn modelId="{7EC6121A-7C1A-4D56-9A01-64529FE8EFF6}" type="presParOf" srcId="{6E5DC2F2-75B4-4408-9261-5033402E05A5}" destId="{204F2280-69C8-4A2F-BE79-6571273F2B14}" srcOrd="1" destOrd="0" presId="urn:microsoft.com/office/officeart/2005/8/layout/list1"/>
    <dgm:cxn modelId="{8FC2B6CE-93C1-4188-91B0-5302949336E2}" type="presParOf" srcId="{C86C9606-FC36-4555-9C91-7E7622844F05}" destId="{DF32B6AB-C8F2-449C-B83D-7BBEB87C93FD}" srcOrd="5" destOrd="0" presId="urn:microsoft.com/office/officeart/2005/8/layout/list1"/>
    <dgm:cxn modelId="{C9274245-20A6-43B5-8963-A7EE2AFDD159}" type="presParOf" srcId="{C86C9606-FC36-4555-9C91-7E7622844F05}" destId="{07517E07-A013-4F48-B797-77259E1E10B1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8028656-97C9-4FBD-B861-75C45D1D9C1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66A266F-288C-449D-8FAC-4E7487D0D782}">
      <dgm:prSet/>
      <dgm:spPr/>
      <dgm:t>
        <a:bodyPr/>
        <a:lstStyle/>
        <a:p>
          <a:r>
            <a:rPr lang="en-US"/>
            <a:t>Based on </a:t>
          </a:r>
          <a:r>
            <a:rPr lang="en-US" b="1"/>
            <a:t>global word co-occurrence statistics</a:t>
          </a:r>
          <a:endParaRPr lang="en-US"/>
        </a:p>
      </dgm:t>
    </dgm:pt>
    <dgm:pt modelId="{0B8F95ED-3C6A-4AE0-AFA4-01BEFE1C5F2C}" type="parTrans" cxnId="{A22A02CF-B73E-43AC-9164-E6C31AE5E219}">
      <dgm:prSet/>
      <dgm:spPr/>
      <dgm:t>
        <a:bodyPr/>
        <a:lstStyle/>
        <a:p>
          <a:endParaRPr lang="en-US"/>
        </a:p>
      </dgm:t>
    </dgm:pt>
    <dgm:pt modelId="{DA4D8A6E-96AA-4EAD-BD86-333E1AC4607A}" type="sibTrans" cxnId="{A22A02CF-B73E-43AC-9164-E6C31AE5E219}">
      <dgm:prSet/>
      <dgm:spPr/>
      <dgm:t>
        <a:bodyPr/>
        <a:lstStyle/>
        <a:p>
          <a:endParaRPr lang="en-US"/>
        </a:p>
      </dgm:t>
    </dgm:pt>
    <dgm:pt modelId="{A2F978DD-B145-4198-A728-E2777A02C9EF}">
      <dgm:prSet/>
      <dgm:spPr/>
      <dgm:t>
        <a:bodyPr/>
        <a:lstStyle/>
        <a:p>
          <a:r>
            <a:rPr lang="en-US"/>
            <a:t>Captures both local + global word meaning</a:t>
          </a:r>
        </a:p>
      </dgm:t>
    </dgm:pt>
    <dgm:pt modelId="{31497BAF-90AC-43C1-ACDB-E7BE686BB411}" type="parTrans" cxnId="{D5995964-F56D-4DE8-9632-1188D006A9A8}">
      <dgm:prSet/>
      <dgm:spPr/>
      <dgm:t>
        <a:bodyPr/>
        <a:lstStyle/>
        <a:p>
          <a:endParaRPr lang="en-US"/>
        </a:p>
      </dgm:t>
    </dgm:pt>
    <dgm:pt modelId="{135B519E-E7CD-4812-A51A-7ECA9D93B87E}" type="sibTrans" cxnId="{D5995964-F56D-4DE8-9632-1188D006A9A8}">
      <dgm:prSet/>
      <dgm:spPr/>
      <dgm:t>
        <a:bodyPr/>
        <a:lstStyle/>
        <a:p>
          <a:endParaRPr lang="en-US"/>
        </a:p>
      </dgm:t>
    </dgm:pt>
    <dgm:pt modelId="{15999A04-9C51-4A73-ACE2-536874E237B5}">
      <dgm:prSet/>
      <dgm:spPr/>
      <dgm:t>
        <a:bodyPr/>
        <a:lstStyle/>
        <a:p>
          <a:r>
            <a:rPr lang="en-US"/>
            <a:t>Example: "ice" closer to “cold”, “winter” than “fire”</a:t>
          </a:r>
        </a:p>
      </dgm:t>
    </dgm:pt>
    <dgm:pt modelId="{F8D69181-9C9D-4E3D-82DE-AE90BD452F9F}" type="parTrans" cxnId="{4B75777B-AB23-43D9-BCD4-FCDF967BB5A3}">
      <dgm:prSet/>
      <dgm:spPr/>
      <dgm:t>
        <a:bodyPr/>
        <a:lstStyle/>
        <a:p>
          <a:endParaRPr lang="en-US"/>
        </a:p>
      </dgm:t>
    </dgm:pt>
    <dgm:pt modelId="{C2C7B2AA-F131-4934-A51A-FEB2169F71AB}" type="sibTrans" cxnId="{4B75777B-AB23-43D9-BCD4-FCDF967BB5A3}">
      <dgm:prSet/>
      <dgm:spPr/>
      <dgm:t>
        <a:bodyPr/>
        <a:lstStyle/>
        <a:p>
          <a:endParaRPr lang="en-US"/>
        </a:p>
      </dgm:t>
    </dgm:pt>
    <dgm:pt modelId="{3F5DE74B-EE94-4269-AD5A-4ACE704CD4CE}" type="pres">
      <dgm:prSet presAssocID="{C8028656-97C9-4FBD-B861-75C45D1D9C1F}" presName="root" presStyleCnt="0">
        <dgm:presLayoutVars>
          <dgm:dir/>
          <dgm:resizeHandles val="exact"/>
        </dgm:presLayoutVars>
      </dgm:prSet>
      <dgm:spPr/>
    </dgm:pt>
    <dgm:pt modelId="{3A4C9BF1-3A7A-4BB9-B5D3-245651D856E5}" type="pres">
      <dgm:prSet presAssocID="{966A266F-288C-449D-8FAC-4E7487D0D782}" presName="compNode" presStyleCnt="0"/>
      <dgm:spPr/>
    </dgm:pt>
    <dgm:pt modelId="{B032F994-1753-4973-9EEB-35613BFB6E8D}" type="pres">
      <dgm:prSet presAssocID="{966A266F-288C-449D-8FAC-4E7487D0D782}" presName="bgRect" presStyleLbl="bgShp" presStyleIdx="0" presStyleCnt="3"/>
      <dgm:spPr/>
    </dgm:pt>
    <dgm:pt modelId="{7D3BACD6-CC8E-4DD7-9BCF-A7BFDA27C759}" type="pres">
      <dgm:prSet presAssocID="{966A266F-288C-449D-8FAC-4E7487D0D78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8926942-F14C-4E65-9BED-310EC8FE066A}" type="pres">
      <dgm:prSet presAssocID="{966A266F-288C-449D-8FAC-4E7487D0D782}" presName="spaceRect" presStyleCnt="0"/>
      <dgm:spPr/>
    </dgm:pt>
    <dgm:pt modelId="{E6BC2EE7-AEE9-4339-BF66-B5AF645D8CBB}" type="pres">
      <dgm:prSet presAssocID="{966A266F-288C-449D-8FAC-4E7487D0D782}" presName="parTx" presStyleLbl="revTx" presStyleIdx="0" presStyleCnt="3">
        <dgm:presLayoutVars>
          <dgm:chMax val="0"/>
          <dgm:chPref val="0"/>
        </dgm:presLayoutVars>
      </dgm:prSet>
      <dgm:spPr/>
    </dgm:pt>
    <dgm:pt modelId="{C671670B-3091-4D62-8A81-57697FA2979F}" type="pres">
      <dgm:prSet presAssocID="{DA4D8A6E-96AA-4EAD-BD86-333E1AC4607A}" presName="sibTrans" presStyleCnt="0"/>
      <dgm:spPr/>
    </dgm:pt>
    <dgm:pt modelId="{431859C9-2ACA-458C-B6C8-DB56CD8657CB}" type="pres">
      <dgm:prSet presAssocID="{A2F978DD-B145-4198-A728-E2777A02C9EF}" presName="compNode" presStyleCnt="0"/>
      <dgm:spPr/>
    </dgm:pt>
    <dgm:pt modelId="{B3729402-3C1A-4A4B-97DC-D28BF4FEEC88}" type="pres">
      <dgm:prSet presAssocID="{A2F978DD-B145-4198-A728-E2777A02C9EF}" presName="bgRect" presStyleLbl="bgShp" presStyleIdx="1" presStyleCnt="3"/>
      <dgm:spPr/>
    </dgm:pt>
    <dgm:pt modelId="{986176AE-925C-4763-9B18-73FA83EBF73A}" type="pres">
      <dgm:prSet presAssocID="{A2F978DD-B145-4198-A728-E2777A02C9E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4A63CD4C-F325-47F5-85A9-226D3867200A}" type="pres">
      <dgm:prSet presAssocID="{A2F978DD-B145-4198-A728-E2777A02C9EF}" presName="spaceRect" presStyleCnt="0"/>
      <dgm:spPr/>
    </dgm:pt>
    <dgm:pt modelId="{26F6F3A0-93D7-41B3-B4C0-987C5EBC35F5}" type="pres">
      <dgm:prSet presAssocID="{A2F978DD-B145-4198-A728-E2777A02C9EF}" presName="parTx" presStyleLbl="revTx" presStyleIdx="1" presStyleCnt="3">
        <dgm:presLayoutVars>
          <dgm:chMax val="0"/>
          <dgm:chPref val="0"/>
        </dgm:presLayoutVars>
      </dgm:prSet>
      <dgm:spPr/>
    </dgm:pt>
    <dgm:pt modelId="{08B1CE27-F6F6-462C-9644-14BEE8905142}" type="pres">
      <dgm:prSet presAssocID="{135B519E-E7CD-4812-A51A-7ECA9D93B87E}" presName="sibTrans" presStyleCnt="0"/>
      <dgm:spPr/>
    </dgm:pt>
    <dgm:pt modelId="{EFCC799C-80F1-4E0A-9838-F7D0A43A9A35}" type="pres">
      <dgm:prSet presAssocID="{15999A04-9C51-4A73-ACE2-536874E237B5}" presName="compNode" presStyleCnt="0"/>
      <dgm:spPr/>
    </dgm:pt>
    <dgm:pt modelId="{F3E27EE6-085E-44FE-A60B-48C4AFFBB6A2}" type="pres">
      <dgm:prSet presAssocID="{15999A04-9C51-4A73-ACE2-536874E237B5}" presName="bgRect" presStyleLbl="bgShp" presStyleIdx="2" presStyleCnt="3"/>
      <dgm:spPr/>
    </dgm:pt>
    <dgm:pt modelId="{37E39490-DB77-4395-8D95-1B9EEC662C2D}" type="pres">
      <dgm:prSet presAssocID="{15999A04-9C51-4A73-ACE2-536874E237B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t Air Balloon"/>
        </a:ext>
      </dgm:extLst>
    </dgm:pt>
    <dgm:pt modelId="{B99BE6C3-6D60-410C-9809-2E79691BC027}" type="pres">
      <dgm:prSet presAssocID="{15999A04-9C51-4A73-ACE2-536874E237B5}" presName="spaceRect" presStyleCnt="0"/>
      <dgm:spPr/>
    </dgm:pt>
    <dgm:pt modelId="{C797C021-4418-435C-A438-34848D164523}" type="pres">
      <dgm:prSet presAssocID="{15999A04-9C51-4A73-ACE2-536874E237B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5995964-F56D-4DE8-9632-1188D006A9A8}" srcId="{C8028656-97C9-4FBD-B861-75C45D1D9C1F}" destId="{A2F978DD-B145-4198-A728-E2777A02C9EF}" srcOrd="1" destOrd="0" parTransId="{31497BAF-90AC-43C1-ACDB-E7BE686BB411}" sibTransId="{135B519E-E7CD-4812-A51A-7ECA9D93B87E}"/>
    <dgm:cxn modelId="{1B0F2B52-8C0D-4B7A-9285-9A6C25688BCC}" type="presOf" srcId="{15999A04-9C51-4A73-ACE2-536874E237B5}" destId="{C797C021-4418-435C-A438-34848D164523}" srcOrd="0" destOrd="0" presId="urn:microsoft.com/office/officeart/2018/2/layout/IconVerticalSolidList"/>
    <dgm:cxn modelId="{2BA2CF53-43A0-4FD3-AF3D-B551174D8C7A}" type="presOf" srcId="{966A266F-288C-449D-8FAC-4E7487D0D782}" destId="{E6BC2EE7-AEE9-4339-BF66-B5AF645D8CBB}" srcOrd="0" destOrd="0" presId="urn:microsoft.com/office/officeart/2018/2/layout/IconVerticalSolidList"/>
    <dgm:cxn modelId="{74859074-1A6A-4661-917B-0E28D1C7F85A}" type="presOf" srcId="{A2F978DD-B145-4198-A728-E2777A02C9EF}" destId="{26F6F3A0-93D7-41B3-B4C0-987C5EBC35F5}" srcOrd="0" destOrd="0" presId="urn:microsoft.com/office/officeart/2018/2/layout/IconVerticalSolidList"/>
    <dgm:cxn modelId="{4B75777B-AB23-43D9-BCD4-FCDF967BB5A3}" srcId="{C8028656-97C9-4FBD-B861-75C45D1D9C1F}" destId="{15999A04-9C51-4A73-ACE2-536874E237B5}" srcOrd="2" destOrd="0" parTransId="{F8D69181-9C9D-4E3D-82DE-AE90BD452F9F}" sibTransId="{C2C7B2AA-F131-4934-A51A-FEB2169F71AB}"/>
    <dgm:cxn modelId="{0E5FFCB7-EE90-49C9-A61E-F6B824AE85D0}" type="presOf" srcId="{C8028656-97C9-4FBD-B861-75C45D1D9C1F}" destId="{3F5DE74B-EE94-4269-AD5A-4ACE704CD4CE}" srcOrd="0" destOrd="0" presId="urn:microsoft.com/office/officeart/2018/2/layout/IconVerticalSolidList"/>
    <dgm:cxn modelId="{A22A02CF-B73E-43AC-9164-E6C31AE5E219}" srcId="{C8028656-97C9-4FBD-B861-75C45D1D9C1F}" destId="{966A266F-288C-449D-8FAC-4E7487D0D782}" srcOrd="0" destOrd="0" parTransId="{0B8F95ED-3C6A-4AE0-AFA4-01BEFE1C5F2C}" sibTransId="{DA4D8A6E-96AA-4EAD-BD86-333E1AC4607A}"/>
    <dgm:cxn modelId="{CA42C1CA-0A12-43D6-8735-267873BF180E}" type="presParOf" srcId="{3F5DE74B-EE94-4269-AD5A-4ACE704CD4CE}" destId="{3A4C9BF1-3A7A-4BB9-B5D3-245651D856E5}" srcOrd="0" destOrd="0" presId="urn:microsoft.com/office/officeart/2018/2/layout/IconVerticalSolidList"/>
    <dgm:cxn modelId="{9F53432C-AF95-4CDE-9BDE-AA955FF1323E}" type="presParOf" srcId="{3A4C9BF1-3A7A-4BB9-B5D3-245651D856E5}" destId="{B032F994-1753-4973-9EEB-35613BFB6E8D}" srcOrd="0" destOrd="0" presId="urn:microsoft.com/office/officeart/2018/2/layout/IconVerticalSolidList"/>
    <dgm:cxn modelId="{8ACFEF63-2EE5-48E2-80B3-49EEBA5F8366}" type="presParOf" srcId="{3A4C9BF1-3A7A-4BB9-B5D3-245651D856E5}" destId="{7D3BACD6-CC8E-4DD7-9BCF-A7BFDA27C759}" srcOrd="1" destOrd="0" presId="urn:microsoft.com/office/officeart/2018/2/layout/IconVerticalSolidList"/>
    <dgm:cxn modelId="{F7E38294-5DC4-4477-B8BD-281DE4C35256}" type="presParOf" srcId="{3A4C9BF1-3A7A-4BB9-B5D3-245651D856E5}" destId="{B8926942-F14C-4E65-9BED-310EC8FE066A}" srcOrd="2" destOrd="0" presId="urn:microsoft.com/office/officeart/2018/2/layout/IconVerticalSolidList"/>
    <dgm:cxn modelId="{1D94B11C-245E-4647-9F85-5BFE47DDFB7C}" type="presParOf" srcId="{3A4C9BF1-3A7A-4BB9-B5D3-245651D856E5}" destId="{E6BC2EE7-AEE9-4339-BF66-B5AF645D8CBB}" srcOrd="3" destOrd="0" presId="urn:microsoft.com/office/officeart/2018/2/layout/IconVerticalSolidList"/>
    <dgm:cxn modelId="{E822E1E1-3E45-4688-AC3B-576897142FBD}" type="presParOf" srcId="{3F5DE74B-EE94-4269-AD5A-4ACE704CD4CE}" destId="{C671670B-3091-4D62-8A81-57697FA2979F}" srcOrd="1" destOrd="0" presId="urn:microsoft.com/office/officeart/2018/2/layout/IconVerticalSolidList"/>
    <dgm:cxn modelId="{D18C0D39-AFFD-448A-821E-338B276E08B8}" type="presParOf" srcId="{3F5DE74B-EE94-4269-AD5A-4ACE704CD4CE}" destId="{431859C9-2ACA-458C-B6C8-DB56CD8657CB}" srcOrd="2" destOrd="0" presId="urn:microsoft.com/office/officeart/2018/2/layout/IconVerticalSolidList"/>
    <dgm:cxn modelId="{CBC9A2C3-6380-45AC-8085-4765DA3E5708}" type="presParOf" srcId="{431859C9-2ACA-458C-B6C8-DB56CD8657CB}" destId="{B3729402-3C1A-4A4B-97DC-D28BF4FEEC88}" srcOrd="0" destOrd="0" presId="urn:microsoft.com/office/officeart/2018/2/layout/IconVerticalSolidList"/>
    <dgm:cxn modelId="{5CA9977D-62F9-4E18-B810-C92C5534D089}" type="presParOf" srcId="{431859C9-2ACA-458C-B6C8-DB56CD8657CB}" destId="{986176AE-925C-4763-9B18-73FA83EBF73A}" srcOrd="1" destOrd="0" presId="urn:microsoft.com/office/officeart/2018/2/layout/IconVerticalSolidList"/>
    <dgm:cxn modelId="{44515360-3E6E-4C4F-B90C-E5390D4F82C1}" type="presParOf" srcId="{431859C9-2ACA-458C-B6C8-DB56CD8657CB}" destId="{4A63CD4C-F325-47F5-85A9-226D3867200A}" srcOrd="2" destOrd="0" presId="urn:microsoft.com/office/officeart/2018/2/layout/IconVerticalSolidList"/>
    <dgm:cxn modelId="{2E12B669-23A8-4F95-A119-04A04A2DEDDF}" type="presParOf" srcId="{431859C9-2ACA-458C-B6C8-DB56CD8657CB}" destId="{26F6F3A0-93D7-41B3-B4C0-987C5EBC35F5}" srcOrd="3" destOrd="0" presId="urn:microsoft.com/office/officeart/2018/2/layout/IconVerticalSolidList"/>
    <dgm:cxn modelId="{D73994F8-CB25-4DBC-8CAA-C576F9A39866}" type="presParOf" srcId="{3F5DE74B-EE94-4269-AD5A-4ACE704CD4CE}" destId="{08B1CE27-F6F6-462C-9644-14BEE8905142}" srcOrd="3" destOrd="0" presId="urn:microsoft.com/office/officeart/2018/2/layout/IconVerticalSolidList"/>
    <dgm:cxn modelId="{12755572-5482-4140-B882-1CF95B177672}" type="presParOf" srcId="{3F5DE74B-EE94-4269-AD5A-4ACE704CD4CE}" destId="{EFCC799C-80F1-4E0A-9838-F7D0A43A9A35}" srcOrd="4" destOrd="0" presId="urn:microsoft.com/office/officeart/2018/2/layout/IconVerticalSolidList"/>
    <dgm:cxn modelId="{9B349D73-6EDC-4BFE-8262-836443B8EB89}" type="presParOf" srcId="{EFCC799C-80F1-4E0A-9838-F7D0A43A9A35}" destId="{F3E27EE6-085E-44FE-A60B-48C4AFFBB6A2}" srcOrd="0" destOrd="0" presId="urn:microsoft.com/office/officeart/2018/2/layout/IconVerticalSolidList"/>
    <dgm:cxn modelId="{CEDD41FA-D92C-44E2-8502-2D5686119C57}" type="presParOf" srcId="{EFCC799C-80F1-4E0A-9838-F7D0A43A9A35}" destId="{37E39490-DB77-4395-8D95-1B9EEC662C2D}" srcOrd="1" destOrd="0" presId="urn:microsoft.com/office/officeart/2018/2/layout/IconVerticalSolidList"/>
    <dgm:cxn modelId="{F6E19CA7-8704-40D2-B618-AB4B51CFE482}" type="presParOf" srcId="{EFCC799C-80F1-4E0A-9838-F7D0A43A9A35}" destId="{B99BE6C3-6D60-410C-9809-2E79691BC027}" srcOrd="2" destOrd="0" presId="urn:microsoft.com/office/officeart/2018/2/layout/IconVerticalSolidList"/>
    <dgm:cxn modelId="{2DDC4C49-6839-47DF-AA18-3AB7DC104609}" type="presParOf" srcId="{EFCC799C-80F1-4E0A-9838-F7D0A43A9A35}" destId="{C797C021-4418-435C-A438-34848D16452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2ABE448-7C8B-4335-86FF-43792174E86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0E46ACA-BBD5-4FD1-92FC-548C30AADCA5}">
      <dgm:prSet/>
      <dgm:spPr/>
      <dgm:t>
        <a:bodyPr/>
        <a:lstStyle/>
        <a:p>
          <a:r>
            <a:rPr lang="en-US"/>
            <a:t>Each word attends to </a:t>
          </a:r>
          <a:r>
            <a:rPr lang="en-US" b="1"/>
            <a:t>all other words</a:t>
          </a:r>
          <a:r>
            <a:rPr lang="en-US"/>
            <a:t> in the sequence</a:t>
          </a:r>
        </a:p>
      </dgm:t>
    </dgm:pt>
    <dgm:pt modelId="{9225CBBF-2801-4F0E-894D-E7D467427675}" type="parTrans" cxnId="{AE80856A-6FC8-46C2-9D33-CE787AE8490A}">
      <dgm:prSet/>
      <dgm:spPr/>
      <dgm:t>
        <a:bodyPr/>
        <a:lstStyle/>
        <a:p>
          <a:endParaRPr lang="en-US"/>
        </a:p>
      </dgm:t>
    </dgm:pt>
    <dgm:pt modelId="{315B94D8-1A84-4968-B493-7C6D9DDCB84F}" type="sibTrans" cxnId="{AE80856A-6FC8-46C2-9D33-CE787AE8490A}">
      <dgm:prSet/>
      <dgm:spPr/>
      <dgm:t>
        <a:bodyPr/>
        <a:lstStyle/>
        <a:p>
          <a:endParaRPr lang="en-US"/>
        </a:p>
      </dgm:t>
    </dgm:pt>
    <dgm:pt modelId="{9A367C6B-A882-4C67-91BF-97C6CD220837}">
      <dgm:prSet/>
      <dgm:spPr/>
      <dgm:t>
        <a:bodyPr/>
        <a:lstStyle/>
        <a:p>
          <a:r>
            <a:rPr lang="en-US"/>
            <a:t>Key idea behind transformers</a:t>
          </a:r>
        </a:p>
      </dgm:t>
    </dgm:pt>
    <dgm:pt modelId="{E0D98C38-CAB5-4928-AB81-AC37FA38A162}" type="parTrans" cxnId="{D3762694-7C29-4AC9-8925-EA54D2CFDBB4}">
      <dgm:prSet/>
      <dgm:spPr/>
      <dgm:t>
        <a:bodyPr/>
        <a:lstStyle/>
        <a:p>
          <a:endParaRPr lang="en-US"/>
        </a:p>
      </dgm:t>
    </dgm:pt>
    <dgm:pt modelId="{3DCBF114-F837-4D8E-B252-9BB3159DDEF8}" type="sibTrans" cxnId="{D3762694-7C29-4AC9-8925-EA54D2CFDBB4}">
      <dgm:prSet/>
      <dgm:spPr/>
      <dgm:t>
        <a:bodyPr/>
        <a:lstStyle/>
        <a:p>
          <a:endParaRPr lang="en-US"/>
        </a:p>
      </dgm:t>
    </dgm:pt>
    <dgm:pt modelId="{B683E98E-4B38-4903-A2D0-36CF89A737A5}">
      <dgm:prSet/>
      <dgm:spPr/>
      <dgm:t>
        <a:bodyPr/>
        <a:lstStyle/>
        <a:p>
          <a:r>
            <a:rPr lang="en-US"/>
            <a:t>Benefits:</a:t>
          </a:r>
        </a:p>
      </dgm:t>
    </dgm:pt>
    <dgm:pt modelId="{6DE08B82-1A06-4DD4-8248-2ACD0762515F}" type="parTrans" cxnId="{FB07E1E5-86F5-470B-A766-CDCB86F5C3B1}">
      <dgm:prSet/>
      <dgm:spPr/>
      <dgm:t>
        <a:bodyPr/>
        <a:lstStyle/>
        <a:p>
          <a:endParaRPr lang="en-US"/>
        </a:p>
      </dgm:t>
    </dgm:pt>
    <dgm:pt modelId="{8B57699A-1CD8-44F3-9507-02F225816787}" type="sibTrans" cxnId="{FB07E1E5-86F5-470B-A766-CDCB86F5C3B1}">
      <dgm:prSet/>
      <dgm:spPr/>
      <dgm:t>
        <a:bodyPr/>
        <a:lstStyle/>
        <a:p>
          <a:endParaRPr lang="en-US"/>
        </a:p>
      </dgm:t>
    </dgm:pt>
    <dgm:pt modelId="{A9DE7886-6535-4F33-9098-0C9F450E00E8}">
      <dgm:prSet/>
      <dgm:spPr/>
      <dgm:t>
        <a:bodyPr/>
        <a:lstStyle/>
        <a:p>
          <a:r>
            <a:rPr lang="en-US"/>
            <a:t>Parallel computation</a:t>
          </a:r>
        </a:p>
      </dgm:t>
    </dgm:pt>
    <dgm:pt modelId="{42DFBD30-C1F4-48EA-ABC3-C793475F977C}" type="parTrans" cxnId="{FC24820D-8362-4CC7-B246-F96384E96AD1}">
      <dgm:prSet/>
      <dgm:spPr/>
      <dgm:t>
        <a:bodyPr/>
        <a:lstStyle/>
        <a:p>
          <a:endParaRPr lang="en-US"/>
        </a:p>
      </dgm:t>
    </dgm:pt>
    <dgm:pt modelId="{8365436E-E7F8-443E-A6EB-3E45A055F7B8}" type="sibTrans" cxnId="{FC24820D-8362-4CC7-B246-F96384E96AD1}">
      <dgm:prSet/>
      <dgm:spPr/>
      <dgm:t>
        <a:bodyPr/>
        <a:lstStyle/>
        <a:p>
          <a:endParaRPr lang="en-US"/>
        </a:p>
      </dgm:t>
    </dgm:pt>
    <dgm:pt modelId="{A75E6DFB-49BB-4C22-B9C8-F31FAEF461C6}">
      <dgm:prSet/>
      <dgm:spPr/>
      <dgm:t>
        <a:bodyPr/>
        <a:lstStyle/>
        <a:p>
          <a:r>
            <a:rPr lang="en-US"/>
            <a:t>Captures global relationships</a:t>
          </a:r>
        </a:p>
      </dgm:t>
    </dgm:pt>
    <dgm:pt modelId="{D7CC3F84-0323-4C31-AADD-681E95E091C7}" type="parTrans" cxnId="{8DA3A8E5-0ED3-4B31-8B1E-1DF8BBD85404}">
      <dgm:prSet/>
      <dgm:spPr/>
      <dgm:t>
        <a:bodyPr/>
        <a:lstStyle/>
        <a:p>
          <a:endParaRPr lang="en-US"/>
        </a:p>
      </dgm:t>
    </dgm:pt>
    <dgm:pt modelId="{E1407BC2-17E2-4036-A9D8-8E5B212EBD5A}" type="sibTrans" cxnId="{8DA3A8E5-0ED3-4B31-8B1E-1DF8BBD85404}">
      <dgm:prSet/>
      <dgm:spPr/>
      <dgm:t>
        <a:bodyPr/>
        <a:lstStyle/>
        <a:p>
          <a:endParaRPr lang="en-US"/>
        </a:p>
      </dgm:t>
    </dgm:pt>
    <dgm:pt modelId="{E10A6725-F2AD-494A-94E5-3EDE7A329445}">
      <dgm:prSet/>
      <dgm:spPr/>
      <dgm:t>
        <a:bodyPr/>
        <a:lstStyle/>
        <a:p>
          <a:r>
            <a:rPr lang="en-US"/>
            <a:t>Enables long-range reasoning</a:t>
          </a:r>
        </a:p>
      </dgm:t>
    </dgm:pt>
    <dgm:pt modelId="{6D08A4A9-56D0-4BD7-B352-919DDC28B57D}" type="parTrans" cxnId="{A23DD3B0-4B49-44B5-896F-131730BD885C}">
      <dgm:prSet/>
      <dgm:spPr/>
      <dgm:t>
        <a:bodyPr/>
        <a:lstStyle/>
        <a:p>
          <a:endParaRPr lang="en-US"/>
        </a:p>
      </dgm:t>
    </dgm:pt>
    <dgm:pt modelId="{74E36E41-E66D-4B06-867A-612E50B651E3}" type="sibTrans" cxnId="{A23DD3B0-4B49-44B5-896F-131730BD885C}">
      <dgm:prSet/>
      <dgm:spPr/>
      <dgm:t>
        <a:bodyPr/>
        <a:lstStyle/>
        <a:p>
          <a:endParaRPr lang="en-US"/>
        </a:p>
      </dgm:t>
    </dgm:pt>
    <dgm:pt modelId="{B941F560-CC9E-4C9A-BBD9-2429B579F7E0}" type="pres">
      <dgm:prSet presAssocID="{E2ABE448-7C8B-4335-86FF-43792174E869}" presName="root" presStyleCnt="0">
        <dgm:presLayoutVars>
          <dgm:dir/>
          <dgm:resizeHandles val="exact"/>
        </dgm:presLayoutVars>
      </dgm:prSet>
      <dgm:spPr/>
    </dgm:pt>
    <dgm:pt modelId="{10776D3E-D0CF-4E92-BF19-96133A8ED921}" type="pres">
      <dgm:prSet presAssocID="{50E46ACA-BBD5-4FD1-92FC-548C30AADCA5}" presName="compNode" presStyleCnt="0"/>
      <dgm:spPr/>
    </dgm:pt>
    <dgm:pt modelId="{CFAADEFB-191F-4474-AE11-AF15F946704C}" type="pres">
      <dgm:prSet presAssocID="{50E46ACA-BBD5-4FD1-92FC-548C30AADCA5}" presName="bgRect" presStyleLbl="bgShp" presStyleIdx="0" presStyleCnt="3"/>
      <dgm:spPr/>
    </dgm:pt>
    <dgm:pt modelId="{9DF050E8-09BB-4526-A3AC-571164F4B095}" type="pres">
      <dgm:prSet presAssocID="{50E46ACA-BBD5-4FD1-92FC-548C30AADCA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F8BBC324-4B73-4817-A815-4A7152924E5E}" type="pres">
      <dgm:prSet presAssocID="{50E46ACA-BBD5-4FD1-92FC-548C30AADCA5}" presName="spaceRect" presStyleCnt="0"/>
      <dgm:spPr/>
    </dgm:pt>
    <dgm:pt modelId="{57FF8084-6F9F-43C0-A97E-BF2AAAC8B027}" type="pres">
      <dgm:prSet presAssocID="{50E46ACA-BBD5-4FD1-92FC-548C30AADCA5}" presName="parTx" presStyleLbl="revTx" presStyleIdx="0" presStyleCnt="4">
        <dgm:presLayoutVars>
          <dgm:chMax val="0"/>
          <dgm:chPref val="0"/>
        </dgm:presLayoutVars>
      </dgm:prSet>
      <dgm:spPr/>
    </dgm:pt>
    <dgm:pt modelId="{A68BADE0-C56B-44EB-9BEE-27318740DAD7}" type="pres">
      <dgm:prSet presAssocID="{315B94D8-1A84-4968-B493-7C6D9DDCB84F}" presName="sibTrans" presStyleCnt="0"/>
      <dgm:spPr/>
    </dgm:pt>
    <dgm:pt modelId="{34F61825-55F5-41A6-9D09-6BEA64A7C249}" type="pres">
      <dgm:prSet presAssocID="{9A367C6B-A882-4C67-91BF-97C6CD220837}" presName="compNode" presStyleCnt="0"/>
      <dgm:spPr/>
    </dgm:pt>
    <dgm:pt modelId="{BDCEEC91-5F58-490A-B02E-9CE6C49512F3}" type="pres">
      <dgm:prSet presAssocID="{9A367C6B-A882-4C67-91BF-97C6CD220837}" presName="bgRect" presStyleLbl="bgShp" presStyleIdx="1" presStyleCnt="3"/>
      <dgm:spPr/>
    </dgm:pt>
    <dgm:pt modelId="{67FA0DE8-0855-4DD5-9A74-7EDCD2584277}" type="pres">
      <dgm:prSet presAssocID="{9A367C6B-A882-4C67-91BF-97C6CD22083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C7AF2150-C523-4B34-BE4F-8EEE32D7AADB}" type="pres">
      <dgm:prSet presAssocID="{9A367C6B-A882-4C67-91BF-97C6CD220837}" presName="spaceRect" presStyleCnt="0"/>
      <dgm:spPr/>
    </dgm:pt>
    <dgm:pt modelId="{3A470D4D-FAC6-436F-9A09-9AB62CD0BE7F}" type="pres">
      <dgm:prSet presAssocID="{9A367C6B-A882-4C67-91BF-97C6CD220837}" presName="parTx" presStyleLbl="revTx" presStyleIdx="1" presStyleCnt="4">
        <dgm:presLayoutVars>
          <dgm:chMax val="0"/>
          <dgm:chPref val="0"/>
        </dgm:presLayoutVars>
      </dgm:prSet>
      <dgm:spPr/>
    </dgm:pt>
    <dgm:pt modelId="{17D0ABBF-F07B-44D4-A303-286D7BD4A024}" type="pres">
      <dgm:prSet presAssocID="{3DCBF114-F837-4D8E-B252-9BB3159DDEF8}" presName="sibTrans" presStyleCnt="0"/>
      <dgm:spPr/>
    </dgm:pt>
    <dgm:pt modelId="{0F11E31F-F020-4B2B-A24D-0863128FB8A1}" type="pres">
      <dgm:prSet presAssocID="{B683E98E-4B38-4903-A2D0-36CF89A737A5}" presName="compNode" presStyleCnt="0"/>
      <dgm:spPr/>
    </dgm:pt>
    <dgm:pt modelId="{9FAEE076-B2BC-45D0-A862-301CF93A2EBF}" type="pres">
      <dgm:prSet presAssocID="{B683E98E-4B38-4903-A2D0-36CF89A737A5}" presName="bgRect" presStyleLbl="bgShp" presStyleIdx="2" presStyleCnt="3"/>
      <dgm:spPr/>
    </dgm:pt>
    <dgm:pt modelId="{FB45737C-71BE-4AC5-ADB8-AFF3255B1880}" type="pres">
      <dgm:prSet presAssocID="{B683E98E-4B38-4903-A2D0-36CF89A737A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E39911DC-5098-4B70-8DC0-957BB49FEEEE}" type="pres">
      <dgm:prSet presAssocID="{B683E98E-4B38-4903-A2D0-36CF89A737A5}" presName="spaceRect" presStyleCnt="0"/>
      <dgm:spPr/>
    </dgm:pt>
    <dgm:pt modelId="{5EBAADC9-E92D-47E2-96CA-84169ADF46C3}" type="pres">
      <dgm:prSet presAssocID="{B683E98E-4B38-4903-A2D0-36CF89A737A5}" presName="parTx" presStyleLbl="revTx" presStyleIdx="2" presStyleCnt="4">
        <dgm:presLayoutVars>
          <dgm:chMax val="0"/>
          <dgm:chPref val="0"/>
        </dgm:presLayoutVars>
      </dgm:prSet>
      <dgm:spPr/>
    </dgm:pt>
    <dgm:pt modelId="{EF840DD5-2604-454D-8D37-FF990D8CDA53}" type="pres">
      <dgm:prSet presAssocID="{B683E98E-4B38-4903-A2D0-36CF89A737A5}" presName="desTx" presStyleLbl="revTx" presStyleIdx="3" presStyleCnt="4">
        <dgm:presLayoutVars/>
      </dgm:prSet>
      <dgm:spPr/>
    </dgm:pt>
  </dgm:ptLst>
  <dgm:cxnLst>
    <dgm:cxn modelId="{FC24820D-8362-4CC7-B246-F96384E96AD1}" srcId="{B683E98E-4B38-4903-A2D0-36CF89A737A5}" destId="{A9DE7886-6535-4F33-9098-0C9F450E00E8}" srcOrd="0" destOrd="0" parTransId="{42DFBD30-C1F4-48EA-ABC3-C793475F977C}" sibTransId="{8365436E-E7F8-443E-A6EB-3E45A055F7B8}"/>
    <dgm:cxn modelId="{F3C1FF0E-3714-4B3D-B216-F5D26852361D}" type="presOf" srcId="{B683E98E-4B38-4903-A2D0-36CF89A737A5}" destId="{5EBAADC9-E92D-47E2-96CA-84169ADF46C3}" srcOrd="0" destOrd="0" presId="urn:microsoft.com/office/officeart/2018/2/layout/IconVerticalSolidList"/>
    <dgm:cxn modelId="{5FA86221-C3ED-4923-8587-99498AF40E7A}" type="presOf" srcId="{E2ABE448-7C8B-4335-86FF-43792174E869}" destId="{B941F560-CC9E-4C9A-BBD9-2429B579F7E0}" srcOrd="0" destOrd="0" presId="urn:microsoft.com/office/officeart/2018/2/layout/IconVerticalSolidList"/>
    <dgm:cxn modelId="{6930FF27-AC1A-4FEB-BF0A-EE570E8C0C23}" type="presOf" srcId="{A9DE7886-6535-4F33-9098-0C9F450E00E8}" destId="{EF840DD5-2604-454D-8D37-FF990D8CDA53}" srcOrd="0" destOrd="0" presId="urn:microsoft.com/office/officeart/2018/2/layout/IconVerticalSolidList"/>
    <dgm:cxn modelId="{AE80856A-6FC8-46C2-9D33-CE787AE8490A}" srcId="{E2ABE448-7C8B-4335-86FF-43792174E869}" destId="{50E46ACA-BBD5-4FD1-92FC-548C30AADCA5}" srcOrd="0" destOrd="0" parTransId="{9225CBBF-2801-4F0E-894D-E7D467427675}" sibTransId="{315B94D8-1A84-4968-B493-7C6D9DDCB84F}"/>
    <dgm:cxn modelId="{3A22A450-52F8-46D5-8217-2D3D2937C86D}" type="presOf" srcId="{A75E6DFB-49BB-4C22-B9C8-F31FAEF461C6}" destId="{EF840DD5-2604-454D-8D37-FF990D8CDA53}" srcOrd="0" destOrd="1" presId="urn:microsoft.com/office/officeart/2018/2/layout/IconVerticalSolidList"/>
    <dgm:cxn modelId="{7B6AB78E-8129-4D2C-910A-DFF8885D08BB}" type="presOf" srcId="{E10A6725-F2AD-494A-94E5-3EDE7A329445}" destId="{EF840DD5-2604-454D-8D37-FF990D8CDA53}" srcOrd="0" destOrd="2" presId="urn:microsoft.com/office/officeart/2018/2/layout/IconVerticalSolidList"/>
    <dgm:cxn modelId="{D3762694-7C29-4AC9-8925-EA54D2CFDBB4}" srcId="{E2ABE448-7C8B-4335-86FF-43792174E869}" destId="{9A367C6B-A882-4C67-91BF-97C6CD220837}" srcOrd="1" destOrd="0" parTransId="{E0D98C38-CAB5-4928-AB81-AC37FA38A162}" sibTransId="{3DCBF114-F837-4D8E-B252-9BB3159DDEF8}"/>
    <dgm:cxn modelId="{CBF982A3-3D53-4BC2-A73C-BA2C272D8C7B}" type="presOf" srcId="{50E46ACA-BBD5-4FD1-92FC-548C30AADCA5}" destId="{57FF8084-6F9F-43C0-A97E-BF2AAAC8B027}" srcOrd="0" destOrd="0" presId="urn:microsoft.com/office/officeart/2018/2/layout/IconVerticalSolidList"/>
    <dgm:cxn modelId="{A23DD3B0-4B49-44B5-896F-131730BD885C}" srcId="{B683E98E-4B38-4903-A2D0-36CF89A737A5}" destId="{E10A6725-F2AD-494A-94E5-3EDE7A329445}" srcOrd="2" destOrd="0" parTransId="{6D08A4A9-56D0-4BD7-B352-919DDC28B57D}" sibTransId="{74E36E41-E66D-4B06-867A-612E50B651E3}"/>
    <dgm:cxn modelId="{772338CB-96F5-49D0-9C81-7A1560301535}" type="presOf" srcId="{9A367C6B-A882-4C67-91BF-97C6CD220837}" destId="{3A470D4D-FAC6-436F-9A09-9AB62CD0BE7F}" srcOrd="0" destOrd="0" presId="urn:microsoft.com/office/officeart/2018/2/layout/IconVerticalSolidList"/>
    <dgm:cxn modelId="{8DA3A8E5-0ED3-4B31-8B1E-1DF8BBD85404}" srcId="{B683E98E-4B38-4903-A2D0-36CF89A737A5}" destId="{A75E6DFB-49BB-4C22-B9C8-F31FAEF461C6}" srcOrd="1" destOrd="0" parTransId="{D7CC3F84-0323-4C31-AADD-681E95E091C7}" sibTransId="{E1407BC2-17E2-4036-A9D8-8E5B212EBD5A}"/>
    <dgm:cxn modelId="{FB07E1E5-86F5-470B-A766-CDCB86F5C3B1}" srcId="{E2ABE448-7C8B-4335-86FF-43792174E869}" destId="{B683E98E-4B38-4903-A2D0-36CF89A737A5}" srcOrd="2" destOrd="0" parTransId="{6DE08B82-1A06-4DD4-8248-2ACD0762515F}" sibTransId="{8B57699A-1CD8-44F3-9507-02F225816787}"/>
    <dgm:cxn modelId="{3DEDF11D-D569-46AB-8BA4-6194D4A4AF70}" type="presParOf" srcId="{B941F560-CC9E-4C9A-BBD9-2429B579F7E0}" destId="{10776D3E-D0CF-4E92-BF19-96133A8ED921}" srcOrd="0" destOrd="0" presId="urn:microsoft.com/office/officeart/2018/2/layout/IconVerticalSolidList"/>
    <dgm:cxn modelId="{F82248E1-747E-4226-93A5-92087C049AFF}" type="presParOf" srcId="{10776D3E-D0CF-4E92-BF19-96133A8ED921}" destId="{CFAADEFB-191F-4474-AE11-AF15F946704C}" srcOrd="0" destOrd="0" presId="urn:microsoft.com/office/officeart/2018/2/layout/IconVerticalSolidList"/>
    <dgm:cxn modelId="{1CD896F7-4A36-4363-B3B3-589386F38480}" type="presParOf" srcId="{10776D3E-D0CF-4E92-BF19-96133A8ED921}" destId="{9DF050E8-09BB-4526-A3AC-571164F4B095}" srcOrd="1" destOrd="0" presId="urn:microsoft.com/office/officeart/2018/2/layout/IconVerticalSolidList"/>
    <dgm:cxn modelId="{66AFF939-97B3-4151-B4A4-F92448E8A8B4}" type="presParOf" srcId="{10776D3E-D0CF-4E92-BF19-96133A8ED921}" destId="{F8BBC324-4B73-4817-A815-4A7152924E5E}" srcOrd="2" destOrd="0" presId="urn:microsoft.com/office/officeart/2018/2/layout/IconVerticalSolidList"/>
    <dgm:cxn modelId="{982DA60D-B259-456E-AA54-AD81D07F3E1A}" type="presParOf" srcId="{10776D3E-D0CF-4E92-BF19-96133A8ED921}" destId="{57FF8084-6F9F-43C0-A97E-BF2AAAC8B027}" srcOrd="3" destOrd="0" presId="urn:microsoft.com/office/officeart/2018/2/layout/IconVerticalSolidList"/>
    <dgm:cxn modelId="{34D3CD9A-81A8-4265-B6B7-A65CE973EF92}" type="presParOf" srcId="{B941F560-CC9E-4C9A-BBD9-2429B579F7E0}" destId="{A68BADE0-C56B-44EB-9BEE-27318740DAD7}" srcOrd="1" destOrd="0" presId="urn:microsoft.com/office/officeart/2018/2/layout/IconVerticalSolidList"/>
    <dgm:cxn modelId="{279474A8-710C-4646-A3D2-617CE1D5BEC3}" type="presParOf" srcId="{B941F560-CC9E-4C9A-BBD9-2429B579F7E0}" destId="{34F61825-55F5-41A6-9D09-6BEA64A7C249}" srcOrd="2" destOrd="0" presId="urn:microsoft.com/office/officeart/2018/2/layout/IconVerticalSolidList"/>
    <dgm:cxn modelId="{12211394-8A47-4334-AEF5-6E5C7D2B89CB}" type="presParOf" srcId="{34F61825-55F5-41A6-9D09-6BEA64A7C249}" destId="{BDCEEC91-5F58-490A-B02E-9CE6C49512F3}" srcOrd="0" destOrd="0" presId="urn:microsoft.com/office/officeart/2018/2/layout/IconVerticalSolidList"/>
    <dgm:cxn modelId="{FECDD88B-8D54-4A4E-B46A-39DD5533B600}" type="presParOf" srcId="{34F61825-55F5-41A6-9D09-6BEA64A7C249}" destId="{67FA0DE8-0855-4DD5-9A74-7EDCD2584277}" srcOrd="1" destOrd="0" presId="urn:microsoft.com/office/officeart/2018/2/layout/IconVerticalSolidList"/>
    <dgm:cxn modelId="{E4EDA797-D625-48BE-9620-4E216E97AD61}" type="presParOf" srcId="{34F61825-55F5-41A6-9D09-6BEA64A7C249}" destId="{C7AF2150-C523-4B34-BE4F-8EEE32D7AADB}" srcOrd="2" destOrd="0" presId="urn:microsoft.com/office/officeart/2018/2/layout/IconVerticalSolidList"/>
    <dgm:cxn modelId="{1FF7F574-5647-471E-B658-1B77FC4E9763}" type="presParOf" srcId="{34F61825-55F5-41A6-9D09-6BEA64A7C249}" destId="{3A470D4D-FAC6-436F-9A09-9AB62CD0BE7F}" srcOrd="3" destOrd="0" presId="urn:microsoft.com/office/officeart/2018/2/layout/IconVerticalSolidList"/>
    <dgm:cxn modelId="{CD217E01-0B41-4AD1-971B-E5D327756184}" type="presParOf" srcId="{B941F560-CC9E-4C9A-BBD9-2429B579F7E0}" destId="{17D0ABBF-F07B-44D4-A303-286D7BD4A024}" srcOrd="3" destOrd="0" presId="urn:microsoft.com/office/officeart/2018/2/layout/IconVerticalSolidList"/>
    <dgm:cxn modelId="{D172A2EB-FEEB-46D8-8B31-144E2069C4C9}" type="presParOf" srcId="{B941F560-CC9E-4C9A-BBD9-2429B579F7E0}" destId="{0F11E31F-F020-4B2B-A24D-0863128FB8A1}" srcOrd="4" destOrd="0" presId="urn:microsoft.com/office/officeart/2018/2/layout/IconVerticalSolidList"/>
    <dgm:cxn modelId="{33A66B75-B094-450E-AE53-7381FA300BAD}" type="presParOf" srcId="{0F11E31F-F020-4B2B-A24D-0863128FB8A1}" destId="{9FAEE076-B2BC-45D0-A862-301CF93A2EBF}" srcOrd="0" destOrd="0" presId="urn:microsoft.com/office/officeart/2018/2/layout/IconVerticalSolidList"/>
    <dgm:cxn modelId="{6A8F9171-23F9-4530-BE75-A31BD261D737}" type="presParOf" srcId="{0F11E31F-F020-4B2B-A24D-0863128FB8A1}" destId="{FB45737C-71BE-4AC5-ADB8-AFF3255B1880}" srcOrd="1" destOrd="0" presId="urn:microsoft.com/office/officeart/2018/2/layout/IconVerticalSolidList"/>
    <dgm:cxn modelId="{93E5D398-80BE-49C3-A5A7-4B9A8F4DE9C0}" type="presParOf" srcId="{0F11E31F-F020-4B2B-A24D-0863128FB8A1}" destId="{E39911DC-5098-4B70-8DC0-957BB49FEEEE}" srcOrd="2" destOrd="0" presId="urn:microsoft.com/office/officeart/2018/2/layout/IconVerticalSolidList"/>
    <dgm:cxn modelId="{3062FEAE-5044-4169-A0D1-59FD694BA355}" type="presParOf" srcId="{0F11E31F-F020-4B2B-A24D-0863128FB8A1}" destId="{5EBAADC9-E92D-47E2-96CA-84169ADF46C3}" srcOrd="3" destOrd="0" presId="urn:microsoft.com/office/officeart/2018/2/layout/IconVerticalSolidList"/>
    <dgm:cxn modelId="{F46EE05D-C95C-4A5D-A0F0-650C084503B2}" type="presParOf" srcId="{0F11E31F-F020-4B2B-A24D-0863128FB8A1}" destId="{EF840DD5-2604-454D-8D37-FF990D8CDA53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78E0770-9BE1-4B60-8D10-1D8F75E08423}" type="doc">
      <dgm:prSet loTypeId="urn:microsoft.com/office/officeart/2005/8/layout/list1" loCatId="list" qsTypeId="urn:microsoft.com/office/officeart/2005/8/quickstyle/simple4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7A974F74-6070-43C1-B6F6-449ECC537167}">
      <dgm:prSet/>
      <dgm:spPr/>
      <dgm:t>
        <a:bodyPr/>
        <a:lstStyle/>
        <a:p>
          <a:r>
            <a:rPr lang="en-US" b="1"/>
            <a:t>Components</a:t>
          </a:r>
          <a:endParaRPr lang="en-US"/>
        </a:p>
      </dgm:t>
    </dgm:pt>
    <dgm:pt modelId="{4A10B0E0-7670-49E5-9133-4F73850FCA6A}" type="parTrans" cxnId="{EE030C8B-EBA0-42ED-B3C5-CF2650803D17}">
      <dgm:prSet/>
      <dgm:spPr/>
      <dgm:t>
        <a:bodyPr/>
        <a:lstStyle/>
        <a:p>
          <a:endParaRPr lang="en-US"/>
        </a:p>
      </dgm:t>
    </dgm:pt>
    <dgm:pt modelId="{892560C1-2BCB-47E2-B05C-ED8E06606EBC}" type="sibTrans" cxnId="{EE030C8B-EBA0-42ED-B3C5-CF2650803D17}">
      <dgm:prSet/>
      <dgm:spPr/>
      <dgm:t>
        <a:bodyPr/>
        <a:lstStyle/>
        <a:p>
          <a:endParaRPr lang="en-US"/>
        </a:p>
      </dgm:t>
    </dgm:pt>
    <dgm:pt modelId="{7D460930-3AD9-4519-A42C-73360DD5F8F1}">
      <dgm:prSet/>
      <dgm:spPr/>
      <dgm:t>
        <a:bodyPr/>
        <a:lstStyle/>
        <a:p>
          <a:r>
            <a:rPr lang="en-US"/>
            <a:t>Multi-head self-attention</a:t>
          </a:r>
        </a:p>
      </dgm:t>
    </dgm:pt>
    <dgm:pt modelId="{6A45D8FC-545E-4E57-BCFD-7392BFF9FBF1}" type="parTrans" cxnId="{C4A59B68-8583-40E3-9936-0118782F5B96}">
      <dgm:prSet/>
      <dgm:spPr/>
      <dgm:t>
        <a:bodyPr/>
        <a:lstStyle/>
        <a:p>
          <a:endParaRPr lang="en-US"/>
        </a:p>
      </dgm:t>
    </dgm:pt>
    <dgm:pt modelId="{B2A53EF8-43BC-40AF-8314-A69148A68801}" type="sibTrans" cxnId="{C4A59B68-8583-40E3-9936-0118782F5B96}">
      <dgm:prSet/>
      <dgm:spPr/>
      <dgm:t>
        <a:bodyPr/>
        <a:lstStyle/>
        <a:p>
          <a:endParaRPr lang="en-US"/>
        </a:p>
      </dgm:t>
    </dgm:pt>
    <dgm:pt modelId="{2BCADDB1-3668-453E-9F7B-CADFA6C97070}">
      <dgm:prSet/>
      <dgm:spPr/>
      <dgm:t>
        <a:bodyPr/>
        <a:lstStyle/>
        <a:p>
          <a:r>
            <a:rPr lang="en-US"/>
            <a:t>Positional encoding</a:t>
          </a:r>
        </a:p>
      </dgm:t>
    </dgm:pt>
    <dgm:pt modelId="{E17B6193-656A-4757-B475-9C143D0B9E62}" type="parTrans" cxnId="{F48AD83D-F671-4B12-886C-30BAC28094B5}">
      <dgm:prSet/>
      <dgm:spPr/>
      <dgm:t>
        <a:bodyPr/>
        <a:lstStyle/>
        <a:p>
          <a:endParaRPr lang="en-US"/>
        </a:p>
      </dgm:t>
    </dgm:pt>
    <dgm:pt modelId="{4F0F239E-CCF5-4A3B-8643-B60B61C492C7}" type="sibTrans" cxnId="{F48AD83D-F671-4B12-886C-30BAC28094B5}">
      <dgm:prSet/>
      <dgm:spPr/>
      <dgm:t>
        <a:bodyPr/>
        <a:lstStyle/>
        <a:p>
          <a:endParaRPr lang="en-US"/>
        </a:p>
      </dgm:t>
    </dgm:pt>
    <dgm:pt modelId="{52DB67F7-3799-4CC5-B807-AA5D7DF06B6A}">
      <dgm:prSet/>
      <dgm:spPr/>
      <dgm:t>
        <a:bodyPr/>
        <a:lstStyle/>
        <a:p>
          <a:r>
            <a:rPr lang="en-US"/>
            <a:t>Feed-forward layers</a:t>
          </a:r>
        </a:p>
      </dgm:t>
    </dgm:pt>
    <dgm:pt modelId="{31586B73-C98D-48F7-888C-A86D3B3B33E9}" type="parTrans" cxnId="{0E537D24-B145-417D-9CCC-FCDA8DAC761C}">
      <dgm:prSet/>
      <dgm:spPr/>
      <dgm:t>
        <a:bodyPr/>
        <a:lstStyle/>
        <a:p>
          <a:endParaRPr lang="en-US"/>
        </a:p>
      </dgm:t>
    </dgm:pt>
    <dgm:pt modelId="{16A95BAE-B237-43FE-B331-1B84AB80F693}" type="sibTrans" cxnId="{0E537D24-B145-417D-9CCC-FCDA8DAC761C}">
      <dgm:prSet/>
      <dgm:spPr/>
      <dgm:t>
        <a:bodyPr/>
        <a:lstStyle/>
        <a:p>
          <a:endParaRPr lang="en-US"/>
        </a:p>
      </dgm:t>
    </dgm:pt>
    <dgm:pt modelId="{D5E10035-90B3-43A2-A5B3-DCFD6A43AE8D}">
      <dgm:prSet/>
      <dgm:spPr/>
      <dgm:t>
        <a:bodyPr/>
        <a:lstStyle/>
        <a:p>
          <a:r>
            <a:rPr lang="en-US"/>
            <a:t>Layer normalization</a:t>
          </a:r>
        </a:p>
      </dgm:t>
    </dgm:pt>
    <dgm:pt modelId="{C463C40D-639F-436D-BBAF-205280BBA646}" type="parTrans" cxnId="{A25056CB-4139-4EA0-BD2E-D42A28FED1E1}">
      <dgm:prSet/>
      <dgm:spPr/>
      <dgm:t>
        <a:bodyPr/>
        <a:lstStyle/>
        <a:p>
          <a:endParaRPr lang="en-US"/>
        </a:p>
      </dgm:t>
    </dgm:pt>
    <dgm:pt modelId="{86582046-7FE4-49BD-A9A0-8E2C346F98B5}" type="sibTrans" cxnId="{A25056CB-4139-4EA0-BD2E-D42A28FED1E1}">
      <dgm:prSet/>
      <dgm:spPr/>
      <dgm:t>
        <a:bodyPr/>
        <a:lstStyle/>
        <a:p>
          <a:endParaRPr lang="en-US"/>
        </a:p>
      </dgm:t>
    </dgm:pt>
    <dgm:pt modelId="{A1897688-5D81-45FC-B527-AA8BC7FF3AF2}">
      <dgm:prSet/>
      <dgm:spPr/>
      <dgm:t>
        <a:bodyPr/>
        <a:lstStyle/>
        <a:p>
          <a:r>
            <a:rPr lang="en-US"/>
            <a:t>Encoder &amp; decoder stacks</a:t>
          </a:r>
        </a:p>
      </dgm:t>
    </dgm:pt>
    <dgm:pt modelId="{6EEAD924-42A4-4128-B096-91E6AA9CBFB6}" type="parTrans" cxnId="{BEF78426-DB8E-4805-BDD4-0815F1D21CF0}">
      <dgm:prSet/>
      <dgm:spPr/>
      <dgm:t>
        <a:bodyPr/>
        <a:lstStyle/>
        <a:p>
          <a:endParaRPr lang="en-US"/>
        </a:p>
      </dgm:t>
    </dgm:pt>
    <dgm:pt modelId="{049A2E79-5954-49EA-B06E-9AE8B6E9CD93}" type="sibTrans" cxnId="{BEF78426-DB8E-4805-BDD4-0815F1D21CF0}">
      <dgm:prSet/>
      <dgm:spPr/>
      <dgm:t>
        <a:bodyPr/>
        <a:lstStyle/>
        <a:p>
          <a:endParaRPr lang="en-US"/>
        </a:p>
      </dgm:t>
    </dgm:pt>
    <dgm:pt modelId="{5B40DDEE-EE9F-4826-B615-9FE651022375}">
      <dgm:prSet/>
      <dgm:spPr/>
      <dgm:t>
        <a:bodyPr/>
        <a:lstStyle/>
        <a:p>
          <a:r>
            <a:rPr lang="en-US" b="1"/>
            <a:t>Why it changed NLP</a:t>
          </a:r>
          <a:endParaRPr lang="en-US"/>
        </a:p>
      </dgm:t>
    </dgm:pt>
    <dgm:pt modelId="{5B0C8546-F9B4-4D47-8283-6584067D5E47}" type="parTrans" cxnId="{F36E22B9-1FE9-49EC-B95E-F53624022E8E}">
      <dgm:prSet/>
      <dgm:spPr/>
      <dgm:t>
        <a:bodyPr/>
        <a:lstStyle/>
        <a:p>
          <a:endParaRPr lang="en-US"/>
        </a:p>
      </dgm:t>
    </dgm:pt>
    <dgm:pt modelId="{AE9EA9A2-DD6C-499C-BE0E-513507929149}" type="sibTrans" cxnId="{F36E22B9-1FE9-49EC-B95E-F53624022E8E}">
      <dgm:prSet/>
      <dgm:spPr/>
      <dgm:t>
        <a:bodyPr/>
        <a:lstStyle/>
        <a:p>
          <a:endParaRPr lang="en-US"/>
        </a:p>
      </dgm:t>
    </dgm:pt>
    <dgm:pt modelId="{E5D45D46-A76E-42DE-9F18-0B81635B71CE}">
      <dgm:prSet/>
      <dgm:spPr/>
      <dgm:t>
        <a:bodyPr/>
        <a:lstStyle/>
        <a:p>
          <a:r>
            <a:rPr lang="en-US"/>
            <a:t>Fast (parallel)</a:t>
          </a:r>
        </a:p>
      </dgm:t>
    </dgm:pt>
    <dgm:pt modelId="{A6A61D70-3D41-4CDE-A7B4-F757023576BB}" type="parTrans" cxnId="{17A818FE-2CA8-462D-AB35-AFDDC098B70F}">
      <dgm:prSet/>
      <dgm:spPr/>
      <dgm:t>
        <a:bodyPr/>
        <a:lstStyle/>
        <a:p>
          <a:endParaRPr lang="en-US"/>
        </a:p>
      </dgm:t>
    </dgm:pt>
    <dgm:pt modelId="{CC8F3EAB-E9AA-42D9-B877-40CAB4856515}" type="sibTrans" cxnId="{17A818FE-2CA8-462D-AB35-AFDDC098B70F}">
      <dgm:prSet/>
      <dgm:spPr/>
      <dgm:t>
        <a:bodyPr/>
        <a:lstStyle/>
        <a:p>
          <a:endParaRPr lang="en-US"/>
        </a:p>
      </dgm:t>
    </dgm:pt>
    <dgm:pt modelId="{C7223789-6578-4027-B352-424681E1B9CA}">
      <dgm:prSet/>
      <dgm:spPr/>
      <dgm:t>
        <a:bodyPr/>
        <a:lstStyle/>
        <a:p>
          <a:r>
            <a:rPr lang="en-US"/>
            <a:t>Handles long sequences</a:t>
          </a:r>
        </a:p>
      </dgm:t>
    </dgm:pt>
    <dgm:pt modelId="{45F4DA90-D821-47DD-92ED-4708FE248DA7}" type="parTrans" cxnId="{2DEE35EA-2BFA-491A-AA5E-D92E59743CC2}">
      <dgm:prSet/>
      <dgm:spPr/>
      <dgm:t>
        <a:bodyPr/>
        <a:lstStyle/>
        <a:p>
          <a:endParaRPr lang="en-US"/>
        </a:p>
      </dgm:t>
    </dgm:pt>
    <dgm:pt modelId="{991879E4-048C-4334-B7CB-7A42A6954BB6}" type="sibTrans" cxnId="{2DEE35EA-2BFA-491A-AA5E-D92E59743CC2}">
      <dgm:prSet/>
      <dgm:spPr/>
      <dgm:t>
        <a:bodyPr/>
        <a:lstStyle/>
        <a:p>
          <a:endParaRPr lang="en-US"/>
        </a:p>
      </dgm:t>
    </dgm:pt>
    <dgm:pt modelId="{52C71EBF-CD10-41EF-B521-FB6DEC9F8FC6}">
      <dgm:prSet/>
      <dgm:spPr/>
      <dgm:t>
        <a:bodyPr/>
        <a:lstStyle/>
        <a:p>
          <a:r>
            <a:rPr lang="en-US"/>
            <a:t>Forms foundation for LLMs</a:t>
          </a:r>
        </a:p>
      </dgm:t>
    </dgm:pt>
    <dgm:pt modelId="{424ECE85-8A4B-4D62-A0B8-1BB8E06CBBC1}" type="parTrans" cxnId="{9A90D693-52A1-42AA-8166-7E63FEFDE526}">
      <dgm:prSet/>
      <dgm:spPr/>
      <dgm:t>
        <a:bodyPr/>
        <a:lstStyle/>
        <a:p>
          <a:endParaRPr lang="en-US"/>
        </a:p>
      </dgm:t>
    </dgm:pt>
    <dgm:pt modelId="{A31AC60D-6B90-4C72-96F3-03E7DA3D1EEB}" type="sibTrans" cxnId="{9A90D693-52A1-42AA-8166-7E63FEFDE526}">
      <dgm:prSet/>
      <dgm:spPr/>
      <dgm:t>
        <a:bodyPr/>
        <a:lstStyle/>
        <a:p>
          <a:endParaRPr lang="en-US"/>
        </a:p>
      </dgm:t>
    </dgm:pt>
    <dgm:pt modelId="{C9F396B0-C7E3-41EF-BBC2-B7489B8D35C2}" type="pres">
      <dgm:prSet presAssocID="{E78E0770-9BE1-4B60-8D10-1D8F75E08423}" presName="linear" presStyleCnt="0">
        <dgm:presLayoutVars>
          <dgm:dir/>
          <dgm:animLvl val="lvl"/>
          <dgm:resizeHandles val="exact"/>
        </dgm:presLayoutVars>
      </dgm:prSet>
      <dgm:spPr/>
    </dgm:pt>
    <dgm:pt modelId="{0A1CEC8D-EF7F-46FF-ABFB-4F4702969E4E}" type="pres">
      <dgm:prSet presAssocID="{7A974F74-6070-43C1-B6F6-449ECC537167}" presName="parentLin" presStyleCnt="0"/>
      <dgm:spPr/>
    </dgm:pt>
    <dgm:pt modelId="{A0C15AF2-F489-45D7-9889-715A79691566}" type="pres">
      <dgm:prSet presAssocID="{7A974F74-6070-43C1-B6F6-449ECC537167}" presName="parentLeftMargin" presStyleLbl="node1" presStyleIdx="0" presStyleCnt="2"/>
      <dgm:spPr/>
    </dgm:pt>
    <dgm:pt modelId="{DB885C12-D16D-4B5D-8076-3ECCBD3372D9}" type="pres">
      <dgm:prSet presAssocID="{7A974F74-6070-43C1-B6F6-449ECC53716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6D6ED0C-83F7-4A82-B6AA-7D04B1F5DB93}" type="pres">
      <dgm:prSet presAssocID="{7A974F74-6070-43C1-B6F6-449ECC537167}" presName="negativeSpace" presStyleCnt="0"/>
      <dgm:spPr/>
    </dgm:pt>
    <dgm:pt modelId="{801F6005-0625-4862-8FA6-ED7964B346FA}" type="pres">
      <dgm:prSet presAssocID="{7A974F74-6070-43C1-B6F6-449ECC537167}" presName="childText" presStyleLbl="conFgAcc1" presStyleIdx="0" presStyleCnt="2">
        <dgm:presLayoutVars>
          <dgm:bulletEnabled val="1"/>
        </dgm:presLayoutVars>
      </dgm:prSet>
      <dgm:spPr/>
    </dgm:pt>
    <dgm:pt modelId="{EC26ED00-D71E-4A18-8B6A-789F9C3D460A}" type="pres">
      <dgm:prSet presAssocID="{892560C1-2BCB-47E2-B05C-ED8E06606EBC}" presName="spaceBetweenRectangles" presStyleCnt="0"/>
      <dgm:spPr/>
    </dgm:pt>
    <dgm:pt modelId="{08926BE1-072B-4581-B04E-114E28530E46}" type="pres">
      <dgm:prSet presAssocID="{5B40DDEE-EE9F-4826-B615-9FE651022375}" presName="parentLin" presStyleCnt="0"/>
      <dgm:spPr/>
    </dgm:pt>
    <dgm:pt modelId="{80B18A62-4AF9-4BFB-BD03-B7E4B018756D}" type="pres">
      <dgm:prSet presAssocID="{5B40DDEE-EE9F-4826-B615-9FE651022375}" presName="parentLeftMargin" presStyleLbl="node1" presStyleIdx="0" presStyleCnt="2"/>
      <dgm:spPr/>
    </dgm:pt>
    <dgm:pt modelId="{E4DF25E8-BE01-4C88-92AB-0D38404AF679}" type="pres">
      <dgm:prSet presAssocID="{5B40DDEE-EE9F-4826-B615-9FE65102237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7B373A5-238B-45C6-874B-B6A99B609B03}" type="pres">
      <dgm:prSet presAssocID="{5B40DDEE-EE9F-4826-B615-9FE651022375}" presName="negativeSpace" presStyleCnt="0"/>
      <dgm:spPr/>
    </dgm:pt>
    <dgm:pt modelId="{B3EFEA3A-5E95-47A1-A492-F73E5BDE4CF0}" type="pres">
      <dgm:prSet presAssocID="{5B40DDEE-EE9F-4826-B615-9FE65102237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C9A7811-80A6-46AC-B5D9-0D699B50DD20}" type="presOf" srcId="{C7223789-6578-4027-B352-424681E1B9CA}" destId="{B3EFEA3A-5E95-47A1-A492-F73E5BDE4CF0}" srcOrd="0" destOrd="1" presId="urn:microsoft.com/office/officeart/2005/8/layout/list1"/>
    <dgm:cxn modelId="{3F973516-A17C-4FA3-88A3-60A255F6A408}" type="presOf" srcId="{5B40DDEE-EE9F-4826-B615-9FE651022375}" destId="{E4DF25E8-BE01-4C88-92AB-0D38404AF679}" srcOrd="1" destOrd="0" presId="urn:microsoft.com/office/officeart/2005/8/layout/list1"/>
    <dgm:cxn modelId="{0E537D24-B145-417D-9CCC-FCDA8DAC761C}" srcId="{7A974F74-6070-43C1-B6F6-449ECC537167}" destId="{52DB67F7-3799-4CC5-B807-AA5D7DF06B6A}" srcOrd="2" destOrd="0" parTransId="{31586B73-C98D-48F7-888C-A86D3B3B33E9}" sibTransId="{16A95BAE-B237-43FE-B331-1B84AB80F693}"/>
    <dgm:cxn modelId="{BEF78426-DB8E-4805-BDD4-0815F1D21CF0}" srcId="{7A974F74-6070-43C1-B6F6-449ECC537167}" destId="{A1897688-5D81-45FC-B527-AA8BC7FF3AF2}" srcOrd="4" destOrd="0" parTransId="{6EEAD924-42A4-4128-B096-91E6AA9CBFB6}" sibTransId="{049A2E79-5954-49EA-B06E-9AE8B6E9CD93}"/>
    <dgm:cxn modelId="{F48AD83D-F671-4B12-886C-30BAC28094B5}" srcId="{7A974F74-6070-43C1-B6F6-449ECC537167}" destId="{2BCADDB1-3668-453E-9F7B-CADFA6C97070}" srcOrd="1" destOrd="0" parTransId="{E17B6193-656A-4757-B475-9C143D0B9E62}" sibTransId="{4F0F239E-CCF5-4A3B-8643-B60B61C492C7}"/>
    <dgm:cxn modelId="{D1D75444-A932-4CF3-BEA6-197629B4902A}" type="presOf" srcId="{7A974F74-6070-43C1-B6F6-449ECC537167}" destId="{A0C15AF2-F489-45D7-9889-715A79691566}" srcOrd="0" destOrd="0" presId="urn:microsoft.com/office/officeart/2005/8/layout/list1"/>
    <dgm:cxn modelId="{1B03A767-5BBB-4655-A87E-66C83991F6E2}" type="presOf" srcId="{D5E10035-90B3-43A2-A5B3-DCFD6A43AE8D}" destId="{801F6005-0625-4862-8FA6-ED7964B346FA}" srcOrd="0" destOrd="3" presId="urn:microsoft.com/office/officeart/2005/8/layout/list1"/>
    <dgm:cxn modelId="{C4A59B68-8583-40E3-9936-0118782F5B96}" srcId="{7A974F74-6070-43C1-B6F6-449ECC537167}" destId="{7D460930-3AD9-4519-A42C-73360DD5F8F1}" srcOrd="0" destOrd="0" parTransId="{6A45D8FC-545E-4E57-BCFD-7392BFF9FBF1}" sibTransId="{B2A53EF8-43BC-40AF-8314-A69148A68801}"/>
    <dgm:cxn modelId="{D530754C-C545-4DEA-AE56-A358C3D72B85}" type="presOf" srcId="{5B40DDEE-EE9F-4826-B615-9FE651022375}" destId="{80B18A62-4AF9-4BFB-BD03-B7E4B018756D}" srcOrd="0" destOrd="0" presId="urn:microsoft.com/office/officeart/2005/8/layout/list1"/>
    <dgm:cxn modelId="{EE030C8B-EBA0-42ED-B3C5-CF2650803D17}" srcId="{E78E0770-9BE1-4B60-8D10-1D8F75E08423}" destId="{7A974F74-6070-43C1-B6F6-449ECC537167}" srcOrd="0" destOrd="0" parTransId="{4A10B0E0-7670-49E5-9133-4F73850FCA6A}" sibTransId="{892560C1-2BCB-47E2-B05C-ED8E06606EBC}"/>
    <dgm:cxn modelId="{9A90D693-52A1-42AA-8166-7E63FEFDE526}" srcId="{5B40DDEE-EE9F-4826-B615-9FE651022375}" destId="{52C71EBF-CD10-41EF-B521-FB6DEC9F8FC6}" srcOrd="2" destOrd="0" parTransId="{424ECE85-8A4B-4D62-A0B8-1BB8E06CBBC1}" sibTransId="{A31AC60D-6B90-4C72-96F3-03E7DA3D1EEB}"/>
    <dgm:cxn modelId="{E991C39A-3A21-4AAB-8C3A-AA4F3B425207}" type="presOf" srcId="{2BCADDB1-3668-453E-9F7B-CADFA6C97070}" destId="{801F6005-0625-4862-8FA6-ED7964B346FA}" srcOrd="0" destOrd="1" presId="urn:microsoft.com/office/officeart/2005/8/layout/list1"/>
    <dgm:cxn modelId="{86D3BDA6-3D27-4C0A-83E8-DC3BAF22AED4}" type="presOf" srcId="{E5D45D46-A76E-42DE-9F18-0B81635B71CE}" destId="{B3EFEA3A-5E95-47A1-A492-F73E5BDE4CF0}" srcOrd="0" destOrd="0" presId="urn:microsoft.com/office/officeart/2005/8/layout/list1"/>
    <dgm:cxn modelId="{364F8EAD-22E1-4335-813F-E19784E910BC}" type="presOf" srcId="{7A974F74-6070-43C1-B6F6-449ECC537167}" destId="{DB885C12-D16D-4B5D-8076-3ECCBD3372D9}" srcOrd="1" destOrd="0" presId="urn:microsoft.com/office/officeart/2005/8/layout/list1"/>
    <dgm:cxn modelId="{5A1138B1-EE53-46F4-8B55-2D46A1FC782C}" type="presOf" srcId="{52DB67F7-3799-4CC5-B807-AA5D7DF06B6A}" destId="{801F6005-0625-4862-8FA6-ED7964B346FA}" srcOrd="0" destOrd="2" presId="urn:microsoft.com/office/officeart/2005/8/layout/list1"/>
    <dgm:cxn modelId="{F36E22B9-1FE9-49EC-B95E-F53624022E8E}" srcId="{E78E0770-9BE1-4B60-8D10-1D8F75E08423}" destId="{5B40DDEE-EE9F-4826-B615-9FE651022375}" srcOrd="1" destOrd="0" parTransId="{5B0C8546-F9B4-4D47-8283-6584067D5E47}" sibTransId="{AE9EA9A2-DD6C-499C-BE0E-513507929149}"/>
    <dgm:cxn modelId="{572002C8-3497-46A4-BC47-403000C76347}" type="presOf" srcId="{E78E0770-9BE1-4B60-8D10-1D8F75E08423}" destId="{C9F396B0-C7E3-41EF-BBC2-B7489B8D35C2}" srcOrd="0" destOrd="0" presId="urn:microsoft.com/office/officeart/2005/8/layout/list1"/>
    <dgm:cxn modelId="{A25056CB-4139-4EA0-BD2E-D42A28FED1E1}" srcId="{7A974F74-6070-43C1-B6F6-449ECC537167}" destId="{D5E10035-90B3-43A2-A5B3-DCFD6A43AE8D}" srcOrd="3" destOrd="0" parTransId="{C463C40D-639F-436D-BBAF-205280BBA646}" sibTransId="{86582046-7FE4-49BD-A9A0-8E2C346F98B5}"/>
    <dgm:cxn modelId="{688459D1-EFE1-421B-A12C-4631011A08C4}" type="presOf" srcId="{7D460930-3AD9-4519-A42C-73360DD5F8F1}" destId="{801F6005-0625-4862-8FA6-ED7964B346FA}" srcOrd="0" destOrd="0" presId="urn:microsoft.com/office/officeart/2005/8/layout/list1"/>
    <dgm:cxn modelId="{D9B381D9-F81A-4F31-AF84-BEBB440212F4}" type="presOf" srcId="{52C71EBF-CD10-41EF-B521-FB6DEC9F8FC6}" destId="{B3EFEA3A-5E95-47A1-A492-F73E5BDE4CF0}" srcOrd="0" destOrd="2" presId="urn:microsoft.com/office/officeart/2005/8/layout/list1"/>
    <dgm:cxn modelId="{2DEE35EA-2BFA-491A-AA5E-D92E59743CC2}" srcId="{5B40DDEE-EE9F-4826-B615-9FE651022375}" destId="{C7223789-6578-4027-B352-424681E1B9CA}" srcOrd="1" destOrd="0" parTransId="{45F4DA90-D821-47DD-92ED-4708FE248DA7}" sibTransId="{991879E4-048C-4334-B7CB-7A42A6954BB6}"/>
    <dgm:cxn modelId="{C5606FF3-EBA5-485F-A8B4-6FB6AF1CC384}" type="presOf" srcId="{A1897688-5D81-45FC-B527-AA8BC7FF3AF2}" destId="{801F6005-0625-4862-8FA6-ED7964B346FA}" srcOrd="0" destOrd="4" presId="urn:microsoft.com/office/officeart/2005/8/layout/list1"/>
    <dgm:cxn modelId="{17A818FE-2CA8-462D-AB35-AFDDC098B70F}" srcId="{5B40DDEE-EE9F-4826-B615-9FE651022375}" destId="{E5D45D46-A76E-42DE-9F18-0B81635B71CE}" srcOrd="0" destOrd="0" parTransId="{A6A61D70-3D41-4CDE-A7B4-F757023576BB}" sibTransId="{CC8F3EAB-E9AA-42D9-B877-40CAB4856515}"/>
    <dgm:cxn modelId="{1AC5D000-3CCC-45D7-9F40-75C8185442F2}" type="presParOf" srcId="{C9F396B0-C7E3-41EF-BBC2-B7489B8D35C2}" destId="{0A1CEC8D-EF7F-46FF-ABFB-4F4702969E4E}" srcOrd="0" destOrd="0" presId="urn:microsoft.com/office/officeart/2005/8/layout/list1"/>
    <dgm:cxn modelId="{0AE3F2E3-2B1A-4734-996C-6EED29DF6D45}" type="presParOf" srcId="{0A1CEC8D-EF7F-46FF-ABFB-4F4702969E4E}" destId="{A0C15AF2-F489-45D7-9889-715A79691566}" srcOrd="0" destOrd="0" presId="urn:microsoft.com/office/officeart/2005/8/layout/list1"/>
    <dgm:cxn modelId="{68F60E17-025F-4B80-AB41-F32C61E7B48C}" type="presParOf" srcId="{0A1CEC8D-EF7F-46FF-ABFB-4F4702969E4E}" destId="{DB885C12-D16D-4B5D-8076-3ECCBD3372D9}" srcOrd="1" destOrd="0" presId="urn:microsoft.com/office/officeart/2005/8/layout/list1"/>
    <dgm:cxn modelId="{C3921E54-7A19-439C-A2CB-654F4F1FDB04}" type="presParOf" srcId="{C9F396B0-C7E3-41EF-BBC2-B7489B8D35C2}" destId="{F6D6ED0C-83F7-4A82-B6AA-7D04B1F5DB93}" srcOrd="1" destOrd="0" presId="urn:microsoft.com/office/officeart/2005/8/layout/list1"/>
    <dgm:cxn modelId="{BE8DB61A-B696-4FCD-9E47-DA1E21E02220}" type="presParOf" srcId="{C9F396B0-C7E3-41EF-BBC2-B7489B8D35C2}" destId="{801F6005-0625-4862-8FA6-ED7964B346FA}" srcOrd="2" destOrd="0" presId="urn:microsoft.com/office/officeart/2005/8/layout/list1"/>
    <dgm:cxn modelId="{CBA90252-B5EB-465C-BA54-A27A9820AA44}" type="presParOf" srcId="{C9F396B0-C7E3-41EF-BBC2-B7489B8D35C2}" destId="{EC26ED00-D71E-4A18-8B6A-789F9C3D460A}" srcOrd="3" destOrd="0" presId="urn:microsoft.com/office/officeart/2005/8/layout/list1"/>
    <dgm:cxn modelId="{F2624BCB-2D92-4C4F-AF47-1FA669D7F163}" type="presParOf" srcId="{C9F396B0-C7E3-41EF-BBC2-B7489B8D35C2}" destId="{08926BE1-072B-4581-B04E-114E28530E46}" srcOrd="4" destOrd="0" presId="urn:microsoft.com/office/officeart/2005/8/layout/list1"/>
    <dgm:cxn modelId="{EA10F909-B2D9-4136-8701-18A146C6B0D1}" type="presParOf" srcId="{08926BE1-072B-4581-B04E-114E28530E46}" destId="{80B18A62-4AF9-4BFB-BD03-B7E4B018756D}" srcOrd="0" destOrd="0" presId="urn:microsoft.com/office/officeart/2005/8/layout/list1"/>
    <dgm:cxn modelId="{90F964DA-968E-443F-ADC6-3A9478A8F9F4}" type="presParOf" srcId="{08926BE1-072B-4581-B04E-114E28530E46}" destId="{E4DF25E8-BE01-4C88-92AB-0D38404AF679}" srcOrd="1" destOrd="0" presId="urn:microsoft.com/office/officeart/2005/8/layout/list1"/>
    <dgm:cxn modelId="{A50485F2-AFC2-4623-A049-2AE6D8413569}" type="presParOf" srcId="{C9F396B0-C7E3-41EF-BBC2-B7489B8D35C2}" destId="{A7B373A5-238B-45C6-874B-B6A99B609B03}" srcOrd="5" destOrd="0" presId="urn:microsoft.com/office/officeart/2005/8/layout/list1"/>
    <dgm:cxn modelId="{326F13DD-878F-4AFC-88D5-5FCD66CC252E}" type="presParOf" srcId="{C9F396B0-C7E3-41EF-BBC2-B7489B8D35C2}" destId="{B3EFEA3A-5E95-47A1-A492-F73E5BDE4CF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4CA955-0BA8-4CEF-825A-FF53D3EAE809}">
      <dsp:nvSpPr>
        <dsp:cNvPr id="0" name=""/>
        <dsp:cNvSpPr/>
      </dsp:nvSpPr>
      <dsp:spPr>
        <a:xfrm>
          <a:off x="0" y="0"/>
          <a:ext cx="464690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F9E730-2042-4412-9EA1-1AFE6D503EA3}">
      <dsp:nvSpPr>
        <dsp:cNvPr id="0" name=""/>
        <dsp:cNvSpPr/>
      </dsp:nvSpPr>
      <dsp:spPr>
        <a:xfrm>
          <a:off x="0" y="0"/>
          <a:ext cx="929381" cy="451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Word Tokenization</a:t>
          </a:r>
          <a:endParaRPr lang="en-US" sz="900" kern="1200"/>
        </a:p>
      </dsp:txBody>
      <dsp:txXfrm>
        <a:off x="0" y="0"/>
        <a:ext cx="929381" cy="451643"/>
      </dsp:txXfrm>
    </dsp:sp>
    <dsp:sp modelId="{AD46ED6A-BD53-4BE0-BE40-2F4224F1926F}">
      <dsp:nvSpPr>
        <dsp:cNvPr id="0" name=""/>
        <dsp:cNvSpPr/>
      </dsp:nvSpPr>
      <dsp:spPr>
        <a:xfrm>
          <a:off x="999084" y="20509"/>
          <a:ext cx="3647820" cy="410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Breaking text into individual words or subwords for processing.</a:t>
          </a:r>
        </a:p>
      </dsp:txBody>
      <dsp:txXfrm>
        <a:off x="999084" y="20509"/>
        <a:ext cx="3647820" cy="410184"/>
      </dsp:txXfrm>
    </dsp:sp>
    <dsp:sp modelId="{A49EAD79-7805-468B-B111-66492F2BE0A1}">
      <dsp:nvSpPr>
        <dsp:cNvPr id="0" name=""/>
        <dsp:cNvSpPr/>
      </dsp:nvSpPr>
      <dsp:spPr>
        <a:xfrm>
          <a:off x="929381" y="430693"/>
          <a:ext cx="371752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80DC12-5047-4EDA-A3DA-3156B3F87DC9}">
      <dsp:nvSpPr>
        <dsp:cNvPr id="0" name=""/>
        <dsp:cNvSpPr/>
      </dsp:nvSpPr>
      <dsp:spPr>
        <a:xfrm>
          <a:off x="0" y="451643"/>
          <a:ext cx="4646905" cy="0"/>
        </a:xfrm>
        <a:prstGeom prst="line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B9650E-8C24-4C21-95C1-76EB604884EB}">
      <dsp:nvSpPr>
        <dsp:cNvPr id="0" name=""/>
        <dsp:cNvSpPr/>
      </dsp:nvSpPr>
      <dsp:spPr>
        <a:xfrm>
          <a:off x="0" y="451643"/>
          <a:ext cx="929381" cy="451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Sentence Tokenization</a:t>
          </a:r>
          <a:endParaRPr lang="en-US" sz="900" kern="1200"/>
        </a:p>
      </dsp:txBody>
      <dsp:txXfrm>
        <a:off x="0" y="451643"/>
        <a:ext cx="929381" cy="451643"/>
      </dsp:txXfrm>
    </dsp:sp>
    <dsp:sp modelId="{443D02E2-8804-4728-B2CA-845A419F9FE6}">
      <dsp:nvSpPr>
        <dsp:cNvPr id="0" name=""/>
        <dsp:cNvSpPr/>
      </dsp:nvSpPr>
      <dsp:spPr>
        <a:xfrm>
          <a:off x="999084" y="472152"/>
          <a:ext cx="3647820" cy="410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Splitting a paragraph or document into individual sentences.</a:t>
          </a:r>
        </a:p>
      </dsp:txBody>
      <dsp:txXfrm>
        <a:off x="999084" y="472152"/>
        <a:ext cx="3647820" cy="410184"/>
      </dsp:txXfrm>
    </dsp:sp>
    <dsp:sp modelId="{99431385-E47E-4CA0-A48B-3A8C99487253}">
      <dsp:nvSpPr>
        <dsp:cNvPr id="0" name=""/>
        <dsp:cNvSpPr/>
      </dsp:nvSpPr>
      <dsp:spPr>
        <a:xfrm>
          <a:off x="929381" y="882336"/>
          <a:ext cx="371752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90A9E1-B651-4960-9DEE-2C14680B5060}">
      <dsp:nvSpPr>
        <dsp:cNvPr id="0" name=""/>
        <dsp:cNvSpPr/>
      </dsp:nvSpPr>
      <dsp:spPr>
        <a:xfrm>
          <a:off x="0" y="903287"/>
          <a:ext cx="4646905" cy="0"/>
        </a:xfrm>
        <a:prstGeom prst="line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297B5C-BD3C-4C9B-BEE7-4BD4E4D54E3D}">
      <dsp:nvSpPr>
        <dsp:cNvPr id="0" name=""/>
        <dsp:cNvSpPr/>
      </dsp:nvSpPr>
      <dsp:spPr>
        <a:xfrm>
          <a:off x="0" y="903287"/>
          <a:ext cx="929381" cy="451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Removing Stopwords</a:t>
          </a:r>
          <a:endParaRPr lang="en-US" sz="900" kern="1200"/>
        </a:p>
      </dsp:txBody>
      <dsp:txXfrm>
        <a:off x="0" y="903287"/>
        <a:ext cx="929381" cy="451643"/>
      </dsp:txXfrm>
    </dsp:sp>
    <dsp:sp modelId="{5674B56F-42F4-40E3-BB53-7D502E26EA24}">
      <dsp:nvSpPr>
        <dsp:cNvPr id="0" name=""/>
        <dsp:cNvSpPr/>
      </dsp:nvSpPr>
      <dsp:spPr>
        <a:xfrm>
          <a:off x="999084" y="923796"/>
          <a:ext cx="3647820" cy="410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Eliminating common words (like </a:t>
          </a:r>
          <a:r>
            <a:rPr lang="en-US" sz="1100" i="1" kern="1200"/>
            <a:t>the, is, of</a:t>
          </a:r>
          <a:r>
            <a:rPr lang="en-US" sz="1100" kern="1200"/>
            <a:t>) that add little meaning.</a:t>
          </a:r>
        </a:p>
      </dsp:txBody>
      <dsp:txXfrm>
        <a:off x="999084" y="923796"/>
        <a:ext cx="3647820" cy="410184"/>
      </dsp:txXfrm>
    </dsp:sp>
    <dsp:sp modelId="{227E88E9-6A9A-40ED-8D47-CC57B399BB37}">
      <dsp:nvSpPr>
        <dsp:cNvPr id="0" name=""/>
        <dsp:cNvSpPr/>
      </dsp:nvSpPr>
      <dsp:spPr>
        <a:xfrm>
          <a:off x="929381" y="1333980"/>
          <a:ext cx="371752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7878CA-BB71-4C1C-A959-705519A4C44D}">
      <dsp:nvSpPr>
        <dsp:cNvPr id="0" name=""/>
        <dsp:cNvSpPr/>
      </dsp:nvSpPr>
      <dsp:spPr>
        <a:xfrm>
          <a:off x="0" y="1354930"/>
          <a:ext cx="4646905" cy="0"/>
        </a:xfrm>
        <a:prstGeom prst="line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23C33E-5664-46F6-B0A0-CE1958180F53}">
      <dsp:nvSpPr>
        <dsp:cNvPr id="0" name=""/>
        <dsp:cNvSpPr/>
      </dsp:nvSpPr>
      <dsp:spPr>
        <a:xfrm>
          <a:off x="0" y="1354930"/>
          <a:ext cx="929381" cy="451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Stemming &amp; Lemmatization</a:t>
          </a:r>
          <a:endParaRPr lang="en-US" sz="900" kern="1200"/>
        </a:p>
      </dsp:txBody>
      <dsp:txXfrm>
        <a:off x="0" y="1354930"/>
        <a:ext cx="929381" cy="451643"/>
      </dsp:txXfrm>
    </dsp:sp>
    <dsp:sp modelId="{5A90BD1D-E6BA-4CE8-A369-7EE6FBB80670}">
      <dsp:nvSpPr>
        <dsp:cNvPr id="0" name=""/>
        <dsp:cNvSpPr/>
      </dsp:nvSpPr>
      <dsp:spPr>
        <a:xfrm>
          <a:off x="999084" y="1375440"/>
          <a:ext cx="3647820" cy="410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Reducing words to their root form to normalize variations (run, running → run).</a:t>
          </a:r>
        </a:p>
      </dsp:txBody>
      <dsp:txXfrm>
        <a:off x="999084" y="1375440"/>
        <a:ext cx="3647820" cy="410184"/>
      </dsp:txXfrm>
    </dsp:sp>
    <dsp:sp modelId="{F7EF69A8-4F00-482F-B996-02E36E50790B}">
      <dsp:nvSpPr>
        <dsp:cNvPr id="0" name=""/>
        <dsp:cNvSpPr/>
      </dsp:nvSpPr>
      <dsp:spPr>
        <a:xfrm>
          <a:off x="929381" y="1785624"/>
          <a:ext cx="371752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2FD89E-293A-4042-9C06-5855F24DDE53}">
      <dsp:nvSpPr>
        <dsp:cNvPr id="0" name=""/>
        <dsp:cNvSpPr/>
      </dsp:nvSpPr>
      <dsp:spPr>
        <a:xfrm>
          <a:off x="0" y="1806574"/>
          <a:ext cx="4646905" cy="0"/>
        </a:xfrm>
        <a:prstGeom prst="line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3F700E-BDCD-4121-8300-2E8584A1E7D8}">
      <dsp:nvSpPr>
        <dsp:cNvPr id="0" name=""/>
        <dsp:cNvSpPr/>
      </dsp:nvSpPr>
      <dsp:spPr>
        <a:xfrm>
          <a:off x="0" y="1806574"/>
          <a:ext cx="929381" cy="451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POS Tagging</a:t>
          </a:r>
          <a:endParaRPr lang="en-US" sz="900" kern="1200"/>
        </a:p>
      </dsp:txBody>
      <dsp:txXfrm>
        <a:off x="0" y="1806574"/>
        <a:ext cx="929381" cy="451643"/>
      </dsp:txXfrm>
    </dsp:sp>
    <dsp:sp modelId="{54DC6FBB-37A0-4689-86F2-AFDF0CAEE80F}">
      <dsp:nvSpPr>
        <dsp:cNvPr id="0" name=""/>
        <dsp:cNvSpPr/>
      </dsp:nvSpPr>
      <dsp:spPr>
        <a:xfrm>
          <a:off x="999084" y="1827083"/>
          <a:ext cx="3647820" cy="410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Assigning grammatical labels (noun, verb, adjective) to each word in a sentence.</a:t>
          </a:r>
        </a:p>
      </dsp:txBody>
      <dsp:txXfrm>
        <a:off x="999084" y="1827083"/>
        <a:ext cx="3647820" cy="410184"/>
      </dsp:txXfrm>
    </dsp:sp>
    <dsp:sp modelId="{37343F17-D017-4D74-A7A4-05D40EFE9A58}">
      <dsp:nvSpPr>
        <dsp:cNvPr id="0" name=""/>
        <dsp:cNvSpPr/>
      </dsp:nvSpPr>
      <dsp:spPr>
        <a:xfrm>
          <a:off x="929381" y="2237267"/>
          <a:ext cx="371752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EAAAD4-B7E3-464E-BFE6-6A2F9CBA6D0E}">
      <dsp:nvSpPr>
        <dsp:cNvPr id="0" name=""/>
        <dsp:cNvSpPr/>
      </dsp:nvSpPr>
      <dsp:spPr>
        <a:xfrm>
          <a:off x="0" y="2258218"/>
          <a:ext cx="4646905" cy="0"/>
        </a:xfrm>
        <a:prstGeom prst="line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A02681-4959-415D-9E6A-1AB98E89B843}">
      <dsp:nvSpPr>
        <dsp:cNvPr id="0" name=""/>
        <dsp:cNvSpPr/>
      </dsp:nvSpPr>
      <dsp:spPr>
        <a:xfrm>
          <a:off x="0" y="2258218"/>
          <a:ext cx="929381" cy="451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N-grams</a:t>
          </a:r>
          <a:endParaRPr lang="en-US" sz="900" kern="1200"/>
        </a:p>
      </dsp:txBody>
      <dsp:txXfrm>
        <a:off x="0" y="2258218"/>
        <a:ext cx="929381" cy="451643"/>
      </dsp:txXfrm>
    </dsp:sp>
    <dsp:sp modelId="{FB087642-EA93-4B01-99A3-48CDDE2AADFA}">
      <dsp:nvSpPr>
        <dsp:cNvPr id="0" name=""/>
        <dsp:cNvSpPr/>
      </dsp:nvSpPr>
      <dsp:spPr>
        <a:xfrm>
          <a:off x="999084" y="2278727"/>
          <a:ext cx="3647820" cy="410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Creating sequences of </a:t>
          </a:r>
          <a:r>
            <a:rPr lang="en-US" sz="1100" i="1" kern="1200"/>
            <a:t>N</a:t>
          </a:r>
          <a:r>
            <a:rPr lang="en-US" sz="1100" kern="1200"/>
            <a:t> consecutive words to capture local context.</a:t>
          </a:r>
        </a:p>
      </dsp:txBody>
      <dsp:txXfrm>
        <a:off x="999084" y="2278727"/>
        <a:ext cx="3647820" cy="410184"/>
      </dsp:txXfrm>
    </dsp:sp>
    <dsp:sp modelId="{ED61FBF1-064D-4BAC-BA01-DAB4172ACF1F}">
      <dsp:nvSpPr>
        <dsp:cNvPr id="0" name=""/>
        <dsp:cNvSpPr/>
      </dsp:nvSpPr>
      <dsp:spPr>
        <a:xfrm>
          <a:off x="929381" y="2688911"/>
          <a:ext cx="371752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188355-2EA0-45CF-8726-0D9E7D0D748C}">
      <dsp:nvSpPr>
        <dsp:cNvPr id="0" name=""/>
        <dsp:cNvSpPr/>
      </dsp:nvSpPr>
      <dsp:spPr>
        <a:xfrm>
          <a:off x="0" y="2709861"/>
          <a:ext cx="4646905" cy="0"/>
        </a:xfrm>
        <a:prstGeom prst="line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F77E10-B1F2-4206-883F-7677EC6F1396}">
      <dsp:nvSpPr>
        <dsp:cNvPr id="0" name=""/>
        <dsp:cNvSpPr/>
      </dsp:nvSpPr>
      <dsp:spPr>
        <a:xfrm>
          <a:off x="0" y="2709861"/>
          <a:ext cx="929381" cy="451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Chunking</a:t>
          </a:r>
          <a:endParaRPr lang="en-US" sz="900" kern="1200"/>
        </a:p>
      </dsp:txBody>
      <dsp:txXfrm>
        <a:off x="0" y="2709861"/>
        <a:ext cx="929381" cy="451643"/>
      </dsp:txXfrm>
    </dsp:sp>
    <dsp:sp modelId="{8C6CBD6F-793D-4CC4-9D93-3303D5F26462}">
      <dsp:nvSpPr>
        <dsp:cNvPr id="0" name=""/>
        <dsp:cNvSpPr/>
      </dsp:nvSpPr>
      <dsp:spPr>
        <a:xfrm>
          <a:off x="999084" y="2730370"/>
          <a:ext cx="3647820" cy="410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Grouping words into meaningful phrases (like noun phrases or verb phrases).</a:t>
          </a:r>
        </a:p>
      </dsp:txBody>
      <dsp:txXfrm>
        <a:off x="999084" y="2730370"/>
        <a:ext cx="3647820" cy="410184"/>
      </dsp:txXfrm>
    </dsp:sp>
    <dsp:sp modelId="{B655B9DC-30D6-4B89-9804-EAB118506210}">
      <dsp:nvSpPr>
        <dsp:cNvPr id="0" name=""/>
        <dsp:cNvSpPr/>
      </dsp:nvSpPr>
      <dsp:spPr>
        <a:xfrm>
          <a:off x="929381" y="3140555"/>
          <a:ext cx="371752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075024-2C0E-4770-8FE4-6A840A5A702C}">
      <dsp:nvSpPr>
        <dsp:cNvPr id="0" name=""/>
        <dsp:cNvSpPr/>
      </dsp:nvSpPr>
      <dsp:spPr>
        <a:xfrm>
          <a:off x="0" y="3161505"/>
          <a:ext cx="4646905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86F7EF-7823-479D-8DAB-D3565252A0F4}">
      <dsp:nvSpPr>
        <dsp:cNvPr id="0" name=""/>
        <dsp:cNvSpPr/>
      </dsp:nvSpPr>
      <dsp:spPr>
        <a:xfrm>
          <a:off x="0" y="3161505"/>
          <a:ext cx="929381" cy="451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/>
            <a:t>Shallow Parsing</a:t>
          </a:r>
          <a:endParaRPr lang="en-US" sz="900" kern="1200"/>
        </a:p>
      </dsp:txBody>
      <dsp:txXfrm>
        <a:off x="0" y="3161505"/>
        <a:ext cx="929381" cy="451643"/>
      </dsp:txXfrm>
    </dsp:sp>
    <dsp:sp modelId="{68BF49A3-B3B1-4D6C-B385-416066611D6E}">
      <dsp:nvSpPr>
        <dsp:cNvPr id="0" name=""/>
        <dsp:cNvSpPr/>
      </dsp:nvSpPr>
      <dsp:spPr>
        <a:xfrm>
          <a:off x="999084" y="3182014"/>
          <a:ext cx="3647820" cy="4101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Extracting high-level sentence structure without full grammatical parsing.</a:t>
          </a:r>
        </a:p>
      </dsp:txBody>
      <dsp:txXfrm>
        <a:off x="999084" y="3182014"/>
        <a:ext cx="3647820" cy="410184"/>
      </dsp:txXfrm>
    </dsp:sp>
    <dsp:sp modelId="{54C53EA5-7644-470A-8177-1885E64CF9B5}">
      <dsp:nvSpPr>
        <dsp:cNvPr id="0" name=""/>
        <dsp:cNvSpPr/>
      </dsp:nvSpPr>
      <dsp:spPr>
        <a:xfrm>
          <a:off x="929381" y="3592198"/>
          <a:ext cx="371752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4B21BF-4E4E-4885-8B8F-644B2D7442D7}">
      <dsp:nvSpPr>
        <dsp:cNvPr id="0" name=""/>
        <dsp:cNvSpPr/>
      </dsp:nvSpPr>
      <dsp:spPr>
        <a:xfrm>
          <a:off x="0" y="386446"/>
          <a:ext cx="6002110" cy="5405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Lowercasing</a:t>
          </a:r>
        </a:p>
      </dsp:txBody>
      <dsp:txXfrm>
        <a:off x="26387" y="412833"/>
        <a:ext cx="5949336" cy="487766"/>
      </dsp:txXfrm>
    </dsp:sp>
    <dsp:sp modelId="{1D41364F-C842-46A4-992D-822006F33A1E}">
      <dsp:nvSpPr>
        <dsp:cNvPr id="0" name=""/>
        <dsp:cNvSpPr/>
      </dsp:nvSpPr>
      <dsp:spPr>
        <a:xfrm>
          <a:off x="0" y="990346"/>
          <a:ext cx="6002110" cy="540540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Stemming: reduces word to rough root</a:t>
          </a:r>
        </a:p>
      </dsp:txBody>
      <dsp:txXfrm>
        <a:off x="26387" y="1016733"/>
        <a:ext cx="5949336" cy="487766"/>
      </dsp:txXfrm>
    </dsp:sp>
    <dsp:sp modelId="{9E3B0EAB-5B80-4F38-A9F6-B6E8151FEE47}">
      <dsp:nvSpPr>
        <dsp:cNvPr id="0" name=""/>
        <dsp:cNvSpPr/>
      </dsp:nvSpPr>
      <dsp:spPr>
        <a:xfrm>
          <a:off x="0" y="1594246"/>
          <a:ext cx="6002110" cy="54054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Lemmatization: reduces word to dictionary base</a:t>
          </a:r>
        </a:p>
      </dsp:txBody>
      <dsp:txXfrm>
        <a:off x="26387" y="1620633"/>
        <a:ext cx="5949336" cy="487766"/>
      </dsp:txXfrm>
    </dsp:sp>
    <dsp:sp modelId="{FF3250E3-3E5A-4CFE-9ABA-9C4533933522}">
      <dsp:nvSpPr>
        <dsp:cNvPr id="0" name=""/>
        <dsp:cNvSpPr/>
      </dsp:nvSpPr>
      <dsp:spPr>
        <a:xfrm>
          <a:off x="0" y="2198147"/>
          <a:ext cx="6002110" cy="540540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Removing diacritics: “café → cafe”</a:t>
          </a:r>
        </a:p>
      </dsp:txBody>
      <dsp:txXfrm>
        <a:off x="26387" y="2224534"/>
        <a:ext cx="5949336" cy="487766"/>
      </dsp:txXfrm>
    </dsp:sp>
    <dsp:sp modelId="{DBD143E0-B7CF-4555-AA8F-51C8064A72B1}">
      <dsp:nvSpPr>
        <dsp:cNvPr id="0" name=""/>
        <dsp:cNvSpPr/>
      </dsp:nvSpPr>
      <dsp:spPr>
        <a:xfrm>
          <a:off x="0" y="2802047"/>
          <a:ext cx="6002110" cy="54054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Expanding contractions: “don’t → do not”</a:t>
          </a:r>
        </a:p>
      </dsp:txBody>
      <dsp:txXfrm>
        <a:off x="26387" y="2828434"/>
        <a:ext cx="5949336" cy="4877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8BB50-F24C-4B11-87CF-5D81D589AFE2}">
      <dsp:nvSpPr>
        <dsp:cNvPr id="0" name=""/>
        <dsp:cNvSpPr/>
      </dsp:nvSpPr>
      <dsp:spPr>
        <a:xfrm>
          <a:off x="2672311" y="3891059"/>
          <a:ext cx="533888" cy="11478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66944" y="0"/>
              </a:lnTo>
              <a:lnTo>
                <a:pt x="266944" y="1147859"/>
              </a:lnTo>
              <a:lnTo>
                <a:pt x="533888" y="1147859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F428C9-D2E7-4AB7-B4D3-5C1EE37B9F2C}">
      <dsp:nvSpPr>
        <dsp:cNvPr id="0" name=""/>
        <dsp:cNvSpPr/>
      </dsp:nvSpPr>
      <dsp:spPr>
        <a:xfrm>
          <a:off x="2672311" y="3845339"/>
          <a:ext cx="53388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3888" y="45720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62F1DE-4E4D-47EE-95E5-809EC933E033}">
      <dsp:nvSpPr>
        <dsp:cNvPr id="0" name=""/>
        <dsp:cNvSpPr/>
      </dsp:nvSpPr>
      <dsp:spPr>
        <a:xfrm>
          <a:off x="2672311" y="2743200"/>
          <a:ext cx="533888" cy="1147859"/>
        </a:xfrm>
        <a:custGeom>
          <a:avLst/>
          <a:gdLst/>
          <a:ahLst/>
          <a:cxnLst/>
          <a:rect l="0" t="0" r="0" b="0"/>
          <a:pathLst>
            <a:path>
              <a:moveTo>
                <a:pt x="0" y="1147859"/>
              </a:moveTo>
              <a:lnTo>
                <a:pt x="266944" y="1147859"/>
              </a:lnTo>
              <a:lnTo>
                <a:pt x="266944" y="0"/>
              </a:lnTo>
              <a:lnTo>
                <a:pt x="533888" y="0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E359DF-6C54-430A-A897-F5EB0E780D64}">
      <dsp:nvSpPr>
        <dsp:cNvPr id="0" name=""/>
        <dsp:cNvSpPr/>
      </dsp:nvSpPr>
      <dsp:spPr>
        <a:xfrm>
          <a:off x="2870" y="40390"/>
          <a:ext cx="2669441" cy="81417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Creates vocabulary from corpus</a:t>
          </a:r>
        </a:p>
      </dsp:txBody>
      <dsp:txXfrm>
        <a:off x="2870" y="40390"/>
        <a:ext cx="2669441" cy="814179"/>
      </dsp:txXfrm>
    </dsp:sp>
    <dsp:sp modelId="{839C0420-B100-4263-B882-1B8C12179E01}">
      <dsp:nvSpPr>
        <dsp:cNvPr id="0" name=""/>
        <dsp:cNvSpPr/>
      </dsp:nvSpPr>
      <dsp:spPr>
        <a:xfrm>
          <a:off x="2870" y="1188250"/>
          <a:ext cx="2669441" cy="81417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Represents text as </a:t>
          </a:r>
          <a:r>
            <a:rPr lang="en-US" sz="2300" b="1" kern="1200"/>
            <a:t>word count vectors</a:t>
          </a:r>
          <a:endParaRPr lang="en-US" sz="2300" kern="1200"/>
        </a:p>
      </dsp:txBody>
      <dsp:txXfrm>
        <a:off x="2870" y="1188250"/>
        <a:ext cx="2669441" cy="814179"/>
      </dsp:txXfrm>
    </dsp:sp>
    <dsp:sp modelId="{B3523E49-E713-479F-AA6E-5707AC43CD1B}">
      <dsp:nvSpPr>
        <dsp:cNvPr id="0" name=""/>
        <dsp:cNvSpPr/>
      </dsp:nvSpPr>
      <dsp:spPr>
        <a:xfrm>
          <a:off x="2870" y="2336110"/>
          <a:ext cx="2669441" cy="81417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Simple &amp; fast</a:t>
          </a:r>
        </a:p>
      </dsp:txBody>
      <dsp:txXfrm>
        <a:off x="2870" y="2336110"/>
        <a:ext cx="2669441" cy="814179"/>
      </dsp:txXfrm>
    </dsp:sp>
    <dsp:sp modelId="{ACF41E79-4417-409B-80EF-4C5E9CC51316}">
      <dsp:nvSpPr>
        <dsp:cNvPr id="0" name=""/>
        <dsp:cNvSpPr/>
      </dsp:nvSpPr>
      <dsp:spPr>
        <a:xfrm>
          <a:off x="2870" y="3483970"/>
          <a:ext cx="2669441" cy="81417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Issues:</a:t>
          </a:r>
        </a:p>
      </dsp:txBody>
      <dsp:txXfrm>
        <a:off x="2870" y="3483970"/>
        <a:ext cx="2669441" cy="814179"/>
      </dsp:txXfrm>
    </dsp:sp>
    <dsp:sp modelId="{78EEAB90-E50A-4D85-8E03-F29FA18E4B16}">
      <dsp:nvSpPr>
        <dsp:cNvPr id="0" name=""/>
        <dsp:cNvSpPr/>
      </dsp:nvSpPr>
      <dsp:spPr>
        <a:xfrm>
          <a:off x="3206200" y="2336110"/>
          <a:ext cx="2669441" cy="81417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Sparse vectors</a:t>
          </a:r>
        </a:p>
      </dsp:txBody>
      <dsp:txXfrm>
        <a:off x="3206200" y="2336110"/>
        <a:ext cx="2669441" cy="814179"/>
      </dsp:txXfrm>
    </dsp:sp>
    <dsp:sp modelId="{DB979ADD-BDE9-49F7-A8CC-E65981CA2406}">
      <dsp:nvSpPr>
        <dsp:cNvPr id="0" name=""/>
        <dsp:cNvSpPr/>
      </dsp:nvSpPr>
      <dsp:spPr>
        <a:xfrm>
          <a:off x="3206200" y="3483970"/>
          <a:ext cx="2669441" cy="81417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 context</a:t>
          </a:r>
        </a:p>
      </dsp:txBody>
      <dsp:txXfrm>
        <a:off x="3206200" y="3483970"/>
        <a:ext cx="2669441" cy="814179"/>
      </dsp:txXfrm>
    </dsp:sp>
    <dsp:sp modelId="{E8914670-667A-4E77-B190-C26892CCC3EE}">
      <dsp:nvSpPr>
        <dsp:cNvPr id="0" name=""/>
        <dsp:cNvSpPr/>
      </dsp:nvSpPr>
      <dsp:spPr>
        <a:xfrm>
          <a:off x="3206200" y="4631829"/>
          <a:ext cx="2669441" cy="81417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 word meaning</a:t>
          </a:r>
        </a:p>
      </dsp:txBody>
      <dsp:txXfrm>
        <a:off x="3206200" y="4631829"/>
        <a:ext cx="2669441" cy="81417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145FBA-847D-4F76-9303-CF75EC4E47DD}">
      <dsp:nvSpPr>
        <dsp:cNvPr id="0" name=""/>
        <dsp:cNvSpPr/>
      </dsp:nvSpPr>
      <dsp:spPr>
        <a:xfrm>
          <a:off x="0" y="641169"/>
          <a:ext cx="5721484" cy="1449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051" tIns="416560" rIns="444051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CBOW (predict target word from context)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Skip-gram (predict context from target word)</a:t>
          </a:r>
        </a:p>
      </dsp:txBody>
      <dsp:txXfrm>
        <a:off x="0" y="641169"/>
        <a:ext cx="5721484" cy="1449000"/>
      </dsp:txXfrm>
    </dsp:sp>
    <dsp:sp modelId="{B6F2D983-8C58-4EA0-A9CD-E233B5D9767C}">
      <dsp:nvSpPr>
        <dsp:cNvPr id="0" name=""/>
        <dsp:cNvSpPr/>
      </dsp:nvSpPr>
      <dsp:spPr>
        <a:xfrm>
          <a:off x="286074" y="345969"/>
          <a:ext cx="4005038" cy="5904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1381" tIns="0" rIns="15138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Architecture</a:t>
          </a:r>
          <a:endParaRPr lang="en-US" sz="2000" kern="1200"/>
        </a:p>
      </dsp:txBody>
      <dsp:txXfrm>
        <a:off x="314895" y="374790"/>
        <a:ext cx="3947396" cy="532758"/>
      </dsp:txXfrm>
    </dsp:sp>
    <dsp:sp modelId="{07517E07-A013-4F48-B797-77259E1E10B1}">
      <dsp:nvSpPr>
        <dsp:cNvPr id="0" name=""/>
        <dsp:cNvSpPr/>
      </dsp:nvSpPr>
      <dsp:spPr>
        <a:xfrm>
          <a:off x="0" y="2493369"/>
          <a:ext cx="5721484" cy="151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051" tIns="416560" rIns="444051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Learns continuous vector representations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Captures semantic relationships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Uses shallow neural networks</a:t>
          </a:r>
        </a:p>
      </dsp:txBody>
      <dsp:txXfrm>
        <a:off x="0" y="2493369"/>
        <a:ext cx="5721484" cy="1512000"/>
      </dsp:txXfrm>
    </dsp:sp>
    <dsp:sp modelId="{204F2280-69C8-4A2F-BE79-6571273F2B14}">
      <dsp:nvSpPr>
        <dsp:cNvPr id="0" name=""/>
        <dsp:cNvSpPr/>
      </dsp:nvSpPr>
      <dsp:spPr>
        <a:xfrm>
          <a:off x="286074" y="2198169"/>
          <a:ext cx="4005038" cy="5904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1381" tIns="0" rIns="15138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Key Features</a:t>
          </a:r>
          <a:endParaRPr lang="en-US" sz="2000" kern="1200"/>
        </a:p>
      </dsp:txBody>
      <dsp:txXfrm>
        <a:off x="314895" y="2226990"/>
        <a:ext cx="3947396" cy="5327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32F994-1753-4973-9EEB-35613BFB6E8D}">
      <dsp:nvSpPr>
        <dsp:cNvPr id="0" name=""/>
        <dsp:cNvSpPr/>
      </dsp:nvSpPr>
      <dsp:spPr>
        <a:xfrm>
          <a:off x="0" y="531"/>
          <a:ext cx="5721484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3BACD6-CC8E-4DD7-9BCF-A7BFDA27C759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BC2EE7-AEE9-4339-BF66-B5AF645D8CBB}">
      <dsp:nvSpPr>
        <dsp:cNvPr id="0" name=""/>
        <dsp:cNvSpPr/>
      </dsp:nvSpPr>
      <dsp:spPr>
        <a:xfrm>
          <a:off x="1435590" y="531"/>
          <a:ext cx="4285893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Based on </a:t>
          </a:r>
          <a:r>
            <a:rPr lang="en-US" sz="2500" b="1" kern="1200"/>
            <a:t>global word co-occurrence statistics</a:t>
          </a:r>
          <a:endParaRPr lang="en-US" sz="2500" kern="1200"/>
        </a:p>
      </dsp:txBody>
      <dsp:txXfrm>
        <a:off x="1435590" y="531"/>
        <a:ext cx="4285893" cy="1242935"/>
      </dsp:txXfrm>
    </dsp:sp>
    <dsp:sp modelId="{B3729402-3C1A-4A4B-97DC-D28BF4FEEC88}">
      <dsp:nvSpPr>
        <dsp:cNvPr id="0" name=""/>
        <dsp:cNvSpPr/>
      </dsp:nvSpPr>
      <dsp:spPr>
        <a:xfrm>
          <a:off x="0" y="1554201"/>
          <a:ext cx="5721484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6176AE-925C-4763-9B18-73FA83EBF73A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F6F3A0-93D7-41B3-B4C0-987C5EBC35F5}">
      <dsp:nvSpPr>
        <dsp:cNvPr id="0" name=""/>
        <dsp:cNvSpPr/>
      </dsp:nvSpPr>
      <dsp:spPr>
        <a:xfrm>
          <a:off x="1435590" y="1554201"/>
          <a:ext cx="4285893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Captures both local + global word meaning</a:t>
          </a:r>
        </a:p>
      </dsp:txBody>
      <dsp:txXfrm>
        <a:off x="1435590" y="1554201"/>
        <a:ext cx="4285893" cy="1242935"/>
      </dsp:txXfrm>
    </dsp:sp>
    <dsp:sp modelId="{F3E27EE6-085E-44FE-A60B-48C4AFFBB6A2}">
      <dsp:nvSpPr>
        <dsp:cNvPr id="0" name=""/>
        <dsp:cNvSpPr/>
      </dsp:nvSpPr>
      <dsp:spPr>
        <a:xfrm>
          <a:off x="0" y="3107870"/>
          <a:ext cx="5721484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E39490-DB77-4395-8D95-1B9EEC662C2D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97C021-4418-435C-A438-34848D164523}">
      <dsp:nvSpPr>
        <dsp:cNvPr id="0" name=""/>
        <dsp:cNvSpPr/>
      </dsp:nvSpPr>
      <dsp:spPr>
        <a:xfrm>
          <a:off x="1435590" y="3107870"/>
          <a:ext cx="4285893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Example: "ice" closer to “cold”, “winter” than “fire”</a:t>
          </a:r>
        </a:p>
      </dsp:txBody>
      <dsp:txXfrm>
        <a:off x="1435590" y="3107870"/>
        <a:ext cx="4285893" cy="124293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AADEFB-191F-4474-AE11-AF15F946704C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F050E8-09BB-4526-A3AC-571164F4B095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FF8084-6F9F-43C0-A97E-BF2AAAC8B027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Each word attends to </a:t>
          </a:r>
          <a:r>
            <a:rPr lang="en-US" sz="2500" b="1" kern="1200"/>
            <a:t>all other words</a:t>
          </a:r>
          <a:r>
            <a:rPr lang="en-US" sz="2500" kern="1200"/>
            <a:t> in the sequence</a:t>
          </a:r>
        </a:p>
      </dsp:txBody>
      <dsp:txXfrm>
        <a:off x="1939533" y="717"/>
        <a:ext cx="4362067" cy="1679249"/>
      </dsp:txXfrm>
    </dsp:sp>
    <dsp:sp modelId="{BDCEEC91-5F58-490A-B02E-9CE6C49512F3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FA0DE8-0855-4DD5-9A74-7EDCD2584277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470D4D-FAC6-436F-9A09-9AB62CD0BE7F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Key idea behind transformers</a:t>
          </a:r>
        </a:p>
      </dsp:txBody>
      <dsp:txXfrm>
        <a:off x="1939533" y="2099779"/>
        <a:ext cx="4362067" cy="1679249"/>
      </dsp:txXfrm>
    </dsp:sp>
    <dsp:sp modelId="{9FAEE076-B2BC-45D0-A862-301CF93A2EBF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45737C-71BE-4AC5-ADB8-AFF3255B1880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BAADC9-E92D-47E2-96CA-84169ADF46C3}">
      <dsp:nvSpPr>
        <dsp:cNvPr id="0" name=""/>
        <dsp:cNvSpPr/>
      </dsp:nvSpPr>
      <dsp:spPr>
        <a:xfrm>
          <a:off x="1939533" y="4198841"/>
          <a:ext cx="2835720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Benefits:</a:t>
          </a:r>
        </a:p>
      </dsp:txBody>
      <dsp:txXfrm>
        <a:off x="1939533" y="4198841"/>
        <a:ext cx="2835720" cy="1679249"/>
      </dsp:txXfrm>
    </dsp:sp>
    <dsp:sp modelId="{EF840DD5-2604-454D-8D37-FF990D8CDA53}">
      <dsp:nvSpPr>
        <dsp:cNvPr id="0" name=""/>
        <dsp:cNvSpPr/>
      </dsp:nvSpPr>
      <dsp:spPr>
        <a:xfrm>
          <a:off x="4775253" y="4198841"/>
          <a:ext cx="152634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Parallel computation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Captures global relationships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Enables long-range reasoning</a:t>
          </a:r>
        </a:p>
      </dsp:txBody>
      <dsp:txXfrm>
        <a:off x="4775253" y="4198841"/>
        <a:ext cx="1526347" cy="167924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1F6005-0625-4862-8FA6-ED7964B346FA}">
      <dsp:nvSpPr>
        <dsp:cNvPr id="0" name=""/>
        <dsp:cNvSpPr/>
      </dsp:nvSpPr>
      <dsp:spPr>
        <a:xfrm>
          <a:off x="0" y="358793"/>
          <a:ext cx="5721484" cy="2094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051" tIns="395732" rIns="444051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Multi-head self-attention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Positional encoding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Feed-forward layers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Layer normalization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Encoder &amp; decoder stacks</a:t>
          </a:r>
        </a:p>
      </dsp:txBody>
      <dsp:txXfrm>
        <a:off x="0" y="358793"/>
        <a:ext cx="5721484" cy="2094750"/>
      </dsp:txXfrm>
    </dsp:sp>
    <dsp:sp modelId="{DB885C12-D16D-4B5D-8076-3ECCBD3372D9}">
      <dsp:nvSpPr>
        <dsp:cNvPr id="0" name=""/>
        <dsp:cNvSpPr/>
      </dsp:nvSpPr>
      <dsp:spPr>
        <a:xfrm>
          <a:off x="286074" y="78353"/>
          <a:ext cx="4005038" cy="5608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1381" tIns="0" rIns="15138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Components</a:t>
          </a:r>
          <a:endParaRPr lang="en-US" sz="1900" kern="1200"/>
        </a:p>
      </dsp:txBody>
      <dsp:txXfrm>
        <a:off x="313454" y="105733"/>
        <a:ext cx="3950278" cy="506120"/>
      </dsp:txXfrm>
    </dsp:sp>
    <dsp:sp modelId="{B3EFEA3A-5E95-47A1-A492-F73E5BDE4CF0}">
      <dsp:nvSpPr>
        <dsp:cNvPr id="0" name=""/>
        <dsp:cNvSpPr/>
      </dsp:nvSpPr>
      <dsp:spPr>
        <a:xfrm>
          <a:off x="0" y="2836584"/>
          <a:ext cx="5721484" cy="143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051" tIns="395732" rIns="444051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Fast (parallel)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Handles long sequences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Forms foundation for LLMs</a:t>
          </a:r>
        </a:p>
      </dsp:txBody>
      <dsp:txXfrm>
        <a:off x="0" y="2836584"/>
        <a:ext cx="5721484" cy="1436400"/>
      </dsp:txXfrm>
    </dsp:sp>
    <dsp:sp modelId="{E4DF25E8-BE01-4C88-92AB-0D38404AF679}">
      <dsp:nvSpPr>
        <dsp:cNvPr id="0" name=""/>
        <dsp:cNvSpPr/>
      </dsp:nvSpPr>
      <dsp:spPr>
        <a:xfrm>
          <a:off x="286074" y="2556144"/>
          <a:ext cx="4005038" cy="5608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1381" tIns="0" rIns="151381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Why it changed NLP</a:t>
          </a:r>
          <a:endParaRPr lang="en-US" sz="1900" kern="1200"/>
        </a:p>
      </dsp:txBody>
      <dsp:txXfrm>
        <a:off x="313454" y="2583524"/>
        <a:ext cx="3950278" cy="506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25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n-US" sz="5200">
                <a:ea typeface="+mj-lt"/>
                <a:cs typeface="+mj-lt"/>
              </a:rPr>
              <a:t>Natural Language Processing (NLP)</a:t>
            </a:r>
            <a:endParaRPr lang="en-US" sz="5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200">
                <a:ea typeface="+mn-lt"/>
                <a:cs typeface="+mn-lt"/>
              </a:rPr>
              <a:t>Concepts, Techniques, and Transformer-Based Modern NLP</a:t>
            </a:r>
          </a:p>
          <a:p>
            <a:pPr algn="l"/>
            <a:endParaRPr lang="en-US" sz="2200">
              <a:ea typeface="+mn-lt"/>
              <a:cs typeface="+mn-lt"/>
            </a:endParaRPr>
          </a:p>
          <a:p>
            <a:pPr algn="l"/>
            <a:endParaRPr lang="en-US" sz="2200">
              <a:ea typeface="+mn-lt"/>
              <a:cs typeface="+mn-lt"/>
            </a:endParaRPr>
          </a:p>
          <a:p>
            <a:pPr marL="342900" indent="-342900" algn="l">
              <a:buFont typeface="Calibri" panose="020B0604020202020204" pitchFamily="34" charset="0"/>
              <a:buChar char="-"/>
            </a:pPr>
            <a:r>
              <a:rPr lang="en-US" sz="2200">
                <a:ea typeface="+mn-lt"/>
                <a:cs typeface="+mn-lt"/>
              </a:rPr>
              <a:t>Harsh Dalal</a:t>
            </a: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2B5DC63D-24DD-953F-B07C-472207D3A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Head with Gears">
            <a:extLst>
              <a:ext uri="{FF2B5EF4-FFF2-40B4-BE49-F238E27FC236}">
                <a16:creationId xmlns:a16="http://schemas.microsoft.com/office/drawing/2014/main" id="{32D54FF5-5E5F-495D-8CB1-C1EB72D64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A59999-22AE-AB99-6ECF-A1D86E583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Agenda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1A4CB-D397-9AA1-8291-4DE5E8651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100">
                <a:ea typeface="+mn-lt"/>
                <a:cs typeface="+mn-lt"/>
              </a:rPr>
              <a:t>What is NLP</a:t>
            </a:r>
            <a:endParaRPr lang="en-US" sz="11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100">
                <a:ea typeface="+mn-lt"/>
                <a:cs typeface="+mn-lt"/>
              </a:rPr>
              <a:t>NLP Tasks: Syntax vs Semantics</a:t>
            </a:r>
            <a:endParaRPr lang="en-US" sz="11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100">
                <a:ea typeface="+mn-lt"/>
                <a:cs typeface="+mn-lt"/>
              </a:rPr>
              <a:t>Basic NLP Syntax &amp; Text Processing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Applications of NLP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Text Cleaning Techniques</a:t>
            </a:r>
            <a:endParaRPr lang="en-US" sz="11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100">
                <a:ea typeface="+mn-lt"/>
                <a:cs typeface="+mn-lt"/>
              </a:rPr>
              <a:t>Handling Missing / Noisy Data</a:t>
            </a:r>
            <a:endParaRPr lang="en-US" sz="11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100">
                <a:ea typeface="+mn-lt"/>
                <a:cs typeface="+mn-lt"/>
              </a:rPr>
              <a:t>Text Normalization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Vectorization Techniques</a:t>
            </a:r>
            <a:endParaRPr lang="en-US" sz="11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100">
                <a:ea typeface="+mn-lt"/>
                <a:cs typeface="+mn-lt"/>
              </a:rPr>
              <a:t>BoW &amp; TF-IDF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Word Embeddings: Word2Vec &amp; GloVe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Attention &amp; Self-Attention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Transformer Architecture</a:t>
            </a:r>
            <a:endParaRPr lang="en-US" sz="11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100">
                <a:ea typeface="+mn-lt"/>
                <a:cs typeface="+mn-lt"/>
              </a:rPr>
              <a:t>BERT</a:t>
            </a:r>
            <a:endParaRPr lang="en-US" sz="11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100">
                <a:ea typeface="+mn-lt"/>
                <a:cs typeface="+mn-lt"/>
              </a:rPr>
              <a:t>GPT</a:t>
            </a:r>
            <a:endParaRPr lang="en-US" sz="1100"/>
          </a:p>
          <a:p>
            <a:r>
              <a:rPr lang="en-US" sz="1100">
                <a:ea typeface="+mn-lt"/>
                <a:cs typeface="+mn-lt"/>
              </a:rPr>
              <a:t>Summary</a:t>
            </a:r>
            <a:endParaRPr lang="en-US" sz="1100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4956BED3-6A90-B579-6F2A-BF6ABA467E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38" r="42602" b="-3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1412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148226-70DD-7216-17C2-E9210A557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What is NLP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AD13C-00C2-9910-1F7D-7715BE4A3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NLP is a field of AI that enables computers to </a:t>
            </a:r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understand, interpret, process, and generate human language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Combines: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Linguistics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→ rules of grammar &amp; meaning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Machine Learning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→ learning patterns from data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Deep Learning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 → neural language understanding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Used for communication, knowledge retrieval, automation, language understanding.</a:t>
            </a:r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Programmer">
            <a:extLst>
              <a:ext uri="{FF2B5EF4-FFF2-40B4-BE49-F238E27FC236}">
                <a16:creationId xmlns:a16="http://schemas.microsoft.com/office/drawing/2014/main" id="{8A609B99-9B9D-2FDC-4C24-E51630ECD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533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B22AA0E-217A-C8BE-D379-1D71577D2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Why NLP is Challenging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2B299753-C5A0-2AB9-9259-C6B1E44A8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Ambiguity in language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Multiple meanings of words (“bank,” “bat,” “light”)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Context dependency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Sarcasm &amp; emotion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No fixed grammar in real-world English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Slang, emojis, typos in text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Long-range dependencies in sentences</a:t>
            </a:r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545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A7B285-154F-9D8F-B695-ACABF0674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NLP Tasks: Syntax &amp; Semantics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2DDFB-E583-AD6F-0685-6D9A88A22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100" b="1"/>
              <a:t>1</a:t>
            </a:r>
            <a:r>
              <a:rPr lang="en-US" sz="1100" b="1">
                <a:ea typeface="+mn-lt"/>
                <a:cs typeface="+mn-lt"/>
              </a:rPr>
              <a:t>. Syntax Tasks (Structure)</a:t>
            </a:r>
            <a:endParaRPr lang="en-US" sz="1100">
              <a:ea typeface="+mn-lt"/>
              <a:cs typeface="+mn-lt"/>
            </a:endParaRPr>
          </a:p>
          <a:p>
            <a:pPr lvl="1"/>
            <a:r>
              <a:rPr lang="en-US" sz="1100" b="1"/>
              <a:t>Tokenization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100">
                <a:ea typeface="+mn-lt"/>
                <a:cs typeface="+mn-lt"/>
              </a:rPr>
              <a:t>Splitting text into smaller units such as words, subwords, or sentences.</a:t>
            </a:r>
            <a:endParaRPr lang="en-US" sz="1100"/>
          </a:p>
          <a:p>
            <a:pPr lvl="1"/>
            <a:r>
              <a:rPr lang="en-US" sz="1100" b="1"/>
              <a:t>POS Tagging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100">
                <a:ea typeface="+mn-lt"/>
                <a:cs typeface="+mn-lt"/>
              </a:rPr>
              <a:t>Assigning grammatical roles (noun, verb, adjective, etc.) to each word.</a:t>
            </a:r>
            <a:endParaRPr lang="en-US" sz="1100"/>
          </a:p>
          <a:p>
            <a:pPr lvl="1"/>
            <a:r>
              <a:rPr lang="en-US" sz="1100" b="1"/>
              <a:t>Parsing (Dependency &amp; Constituency)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100">
                <a:ea typeface="+mn-lt"/>
                <a:cs typeface="+mn-lt"/>
              </a:rPr>
              <a:t>Analyzing grammatical structure to show how words relate (dependency) or form phrases (constituency).</a:t>
            </a:r>
            <a:endParaRPr lang="en-US" sz="1100"/>
          </a:p>
          <a:p>
            <a:pPr lvl="1"/>
            <a:r>
              <a:rPr lang="en-US" sz="1100" b="1"/>
              <a:t>Chunking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100">
                <a:ea typeface="+mn-lt"/>
                <a:cs typeface="+mn-lt"/>
              </a:rPr>
              <a:t>Grouping tagged words into meaningful phrase-level chunks like noun or verb phrases.</a:t>
            </a:r>
            <a:endParaRPr lang="en-US" sz="1100"/>
          </a:p>
          <a:p>
            <a:pPr lvl="1"/>
            <a:r>
              <a:rPr lang="en-US" sz="1100" b="1"/>
              <a:t>Syntactic Tree Construction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100">
                <a:ea typeface="+mn-lt"/>
                <a:cs typeface="+mn-lt"/>
              </a:rPr>
              <a:t>Building a tree diagram that visually represents the complete grammatical structure of a sentence.</a:t>
            </a:r>
          </a:p>
          <a:p>
            <a:pPr marL="0" indent="0">
              <a:buNone/>
            </a:pPr>
            <a:endParaRPr lang="en-US" sz="1100">
              <a:ea typeface="+mn-lt"/>
              <a:cs typeface="+mn-lt"/>
            </a:endParaRPr>
          </a:p>
        </p:txBody>
      </p:sp>
      <p:pic>
        <p:nvPicPr>
          <p:cNvPr id="13" name="Picture 12" descr="Complex math formulas on a blackboard">
            <a:extLst>
              <a:ext uri="{FF2B5EF4-FFF2-40B4-BE49-F238E27FC236}">
                <a16:creationId xmlns:a16="http://schemas.microsoft.com/office/drawing/2014/main" id="{1583B073-D2FE-7D1E-C71C-15E48CF950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37" r="24784" b="-9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05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98E6A-A5FC-6C27-45A3-2604F33E0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2E3D-1525-CAEA-26FF-BB30C007C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NLP Tasks: Syntax &amp; Semantics</a:t>
            </a:r>
            <a:endParaRPr lang="en-US" sz="3200"/>
          </a:p>
        </p:txBody>
      </p:sp>
      <p:pic>
        <p:nvPicPr>
          <p:cNvPr id="5" name="Picture 4" descr="Green dialogue boxes">
            <a:extLst>
              <a:ext uri="{FF2B5EF4-FFF2-40B4-BE49-F238E27FC236}">
                <a16:creationId xmlns:a16="http://schemas.microsoft.com/office/drawing/2014/main" id="{E3F2AAD3-D8E6-A7C8-6F82-B4EABC8120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86" r="21715" b="11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E16D4-227C-39F5-6F49-3ED2685B7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1000" b="1"/>
          </a:p>
          <a:p>
            <a:pPr marL="0" indent="0">
              <a:buNone/>
            </a:pPr>
            <a:r>
              <a:rPr lang="en-US" sz="1000" b="1"/>
              <a:t>2. Semantics Tasks (Meaning)</a:t>
            </a:r>
            <a:endParaRPr lang="en-US" sz="1000"/>
          </a:p>
          <a:p>
            <a:pPr lvl="1"/>
            <a:r>
              <a:rPr lang="en-US" sz="1000" b="1"/>
              <a:t>Named Entity Recognition (NER)</a:t>
            </a:r>
            <a:endParaRPr lang="en-US" sz="1000">
              <a:ea typeface="+mn-lt"/>
              <a:cs typeface="+mn-lt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000">
                <a:ea typeface="+mn-lt"/>
                <a:cs typeface="+mn-lt"/>
              </a:rPr>
              <a:t>Identifies and labels real-world entities in text such as names, locations, dates, and organizations.</a:t>
            </a:r>
            <a:endParaRPr lang="en-US" sz="1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000" b="1"/>
              <a:t>Sentiment Analysis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000">
                <a:ea typeface="+mn-lt"/>
                <a:cs typeface="+mn-lt"/>
              </a:rPr>
              <a:t>Determines the emotional tone or opinion expressed in text (positive, negative, neutral).</a:t>
            </a:r>
            <a:endParaRPr lang="en-US" sz="1000"/>
          </a:p>
          <a:p>
            <a:pPr lvl="1"/>
            <a:r>
              <a:rPr lang="en-US" sz="1000" b="1"/>
              <a:t>Semantic Similarity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000">
                <a:ea typeface="+mn-lt"/>
                <a:cs typeface="+mn-lt"/>
              </a:rPr>
              <a:t>Measures how similar two pieces of text are in meaning, not just wording.</a:t>
            </a:r>
            <a:endParaRPr lang="en-US" sz="1000"/>
          </a:p>
          <a:p>
            <a:pPr lvl="1"/>
            <a:r>
              <a:rPr lang="en-US" sz="1000" b="1"/>
              <a:t>Word Sense Disambiguation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000">
                <a:ea typeface="+mn-lt"/>
                <a:cs typeface="+mn-lt"/>
              </a:rPr>
              <a:t>Determines the correct meaning of a word when it has multiple senses based on context.</a:t>
            </a:r>
            <a:endParaRPr lang="en-US" sz="1000"/>
          </a:p>
          <a:p>
            <a:pPr lvl="1"/>
            <a:r>
              <a:rPr lang="en-US" sz="1000" b="1"/>
              <a:t>Question-Answering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000">
                <a:ea typeface="+mn-lt"/>
                <a:cs typeface="+mn-lt"/>
              </a:rPr>
              <a:t>Automatically answers user questions using understanding and retrieval of text.</a:t>
            </a:r>
            <a:endParaRPr lang="en-US" sz="1000"/>
          </a:p>
          <a:p>
            <a:pPr lvl="1"/>
            <a:r>
              <a:rPr lang="en-US" sz="1000" b="1"/>
              <a:t>Text Classification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000">
                <a:ea typeface="+mn-lt"/>
                <a:cs typeface="+mn-lt"/>
              </a:rPr>
              <a:t>Assigns predefined categories to text, such as spam detection, topic labeling, or intent detection.</a:t>
            </a:r>
            <a:endParaRPr lang="en-US" sz="1000"/>
          </a:p>
          <a:p>
            <a:pPr marL="0" indent="0">
              <a:buNone/>
            </a:pP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66756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0DD440-5A16-6B98-0090-53E4482D9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Basic NLP Syntax &amp; Text Processing</a:t>
            </a:r>
            <a:endParaRPr lang="en-US" sz="4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E48682-60AA-462F-A1D2-2ED5C10FD5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34" r="26137" b="-1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5C841AF6-0989-F4DA-E363-16278C1B4D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829018"/>
              </p:ext>
            </p:extLst>
          </p:nvPr>
        </p:nvGraphicFramePr>
        <p:xfrm>
          <a:off x="761802" y="2743200"/>
          <a:ext cx="4646905" cy="3613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07715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02826-1B46-6D05-3A6E-D40E3629C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Techniques for Cleaning Text Data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98ECD-6842-28B8-8585-EC5C041F8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Lowercasing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Removing punctuation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Removing numbers (optional)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Removing stopwords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Removing URLs, hashtags, mentions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Removing emojis (or mapping them to emotions)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Spelling correction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Removing repeated characters (“goooood” → “good”)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176904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48ED29-752B-283C-5DE4-B519E69B1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Handling Missing or Noisy Data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592C4-41D8-6BB1-7714-CF641F758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Drop missing text rows</a:t>
            </a:r>
          </a:p>
          <a:p>
            <a:r>
              <a:rPr lang="en-US" sz="2000">
                <a:ea typeface="+mn-lt"/>
                <a:cs typeface="+mn-lt"/>
              </a:rPr>
              <a:t>Use </a:t>
            </a:r>
            <a:r>
              <a:rPr lang="en-US" sz="2000">
                <a:latin typeface="Consolas"/>
              </a:rPr>
              <a:t>&lt;UNK&gt;</a:t>
            </a:r>
            <a:r>
              <a:rPr lang="en-US" sz="2000">
                <a:ea typeface="+mn-lt"/>
                <a:cs typeface="+mn-lt"/>
              </a:rPr>
              <a:t> token for unknown words</a:t>
            </a:r>
          </a:p>
          <a:p>
            <a:r>
              <a:rPr lang="en-US" sz="2000">
                <a:ea typeface="+mn-lt"/>
                <a:cs typeface="+mn-lt"/>
              </a:rPr>
              <a:t>Back-off with synonyms</a:t>
            </a:r>
          </a:p>
          <a:p>
            <a:r>
              <a:rPr lang="en-US" sz="2000">
                <a:ea typeface="+mn-lt"/>
                <a:cs typeface="+mn-lt"/>
              </a:rPr>
              <a:t>Spell correction</a:t>
            </a:r>
          </a:p>
          <a:p>
            <a:r>
              <a:rPr lang="en-US" sz="2000">
                <a:ea typeface="+mn-lt"/>
                <a:cs typeface="+mn-lt"/>
              </a:rPr>
              <a:t>Use domain dictionaries</a:t>
            </a:r>
          </a:p>
          <a:p>
            <a:r>
              <a:rPr lang="en-US" sz="2000">
                <a:ea typeface="+mn-lt"/>
                <a:cs typeface="+mn-lt"/>
              </a:rPr>
              <a:t>Normalize slang (“u” → “you”)</a:t>
            </a:r>
          </a:p>
          <a:p>
            <a:r>
              <a:rPr lang="en-US" sz="2000">
                <a:ea typeface="+mn-lt"/>
                <a:cs typeface="+mn-lt"/>
              </a:rPr>
              <a:t>Remove extremely short texts (“ok”, “yes”)</a:t>
            </a:r>
          </a:p>
          <a:p>
            <a:endParaRPr lang="en-US" sz="2000"/>
          </a:p>
        </p:txBody>
      </p:sp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E4005340-5FD0-28CD-4ED1-24AB667BDD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339" r="348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008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950D12-078A-925B-4CF7-AB515A5C9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Text Normalization</a:t>
            </a:r>
            <a:endParaRPr lang="en-US" sz="4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2A0E56-1345-F1EB-1BA0-DEE430D69A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58" r="34491" b="-2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074809-F39A-D5C3-8B3E-78296971EC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9762734"/>
              </p:ext>
            </p:extLst>
          </p:nvPr>
        </p:nvGraphicFramePr>
        <p:xfrm>
          <a:off x="836680" y="2405067"/>
          <a:ext cx="6002110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46192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58811C-9D2A-BD17-AC16-AA9BA5190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Vectorization Techniques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61" name="Content Placeholder 2">
            <a:extLst>
              <a:ext uri="{FF2B5EF4-FFF2-40B4-BE49-F238E27FC236}">
                <a16:creationId xmlns:a16="http://schemas.microsoft.com/office/drawing/2014/main" id="{14753AA3-F3C3-D7B4-3330-F4D584BBA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One-Hot Encoding</a:t>
            </a:r>
            <a:endParaRPr lang="en-US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Bag-of-Words (BoW)</a:t>
            </a:r>
            <a:endParaRPr lang="en-US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TF-IDF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Word Embeddings</a:t>
            </a:r>
            <a:endParaRPr lang="en-US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Word2Vec</a:t>
            </a:r>
            <a:endParaRPr lang="en-US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GloVe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Contextual Embeddings</a:t>
            </a:r>
            <a:endParaRPr lang="en-US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BERT</a:t>
            </a:r>
            <a:endParaRPr lang="en-US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GPT</a:t>
            </a:r>
            <a:endParaRPr lang="en-US">
              <a:solidFill>
                <a:schemeClr val="bg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Transformers</a:t>
            </a:r>
            <a:endParaRPr lang="en-US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39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56C1C-875D-2CA4-ABF4-080730C73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2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n-US" sz="8000">
                <a:solidFill>
                  <a:schemeClr val="bg1"/>
                </a:solidFill>
                <a:ea typeface="+mj-lt"/>
                <a:cs typeface="+mj-lt"/>
              </a:rPr>
              <a:t>Bag-of-Words (BoW)</a:t>
            </a:r>
            <a:endParaRPr lang="en-US" sz="800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25292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25292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99950E-4CF8-313A-5DD5-AF5B017652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8821097"/>
              </p:ext>
            </p:extLst>
          </p:nvPr>
        </p:nvGraphicFramePr>
        <p:xfrm>
          <a:off x="5728502" y="685800"/>
          <a:ext cx="5878512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4214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FA9D78-E046-E591-8163-70C7C9187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TF-IDF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4F64E-D8AA-020C-8D50-CFDABEF9C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TF = Term Frequency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IDF = How rare a word is across documents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Gives higher weight to important words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Reduces weight for common words (the, is)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Still context-free</a:t>
            </a:r>
            <a:endParaRPr lang="en-US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6838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BF1D48-5B89-2DA5-8AF7-BC2B8AB46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Word Embeddings (Dense Vectors)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6B37D28-0527-F9E3-3FD2-22F15D042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Maps words → dense numeric vectors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Words with similar meaning have similar vectors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Captures: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Semantic meaning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Relationships (king - man + woman ≈ queen)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Word similarity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84045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025EFD5-738C-41B9-87FE-0C00E211B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73166E-54D3-AC67-88EC-46C69CD93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44272"/>
            <a:ext cx="5721484" cy="132556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Word2Vec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A81526-F425-3777-C218-BDE66DD566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5168428"/>
              </p:ext>
            </p:extLst>
          </p:nvPr>
        </p:nvGraphicFramePr>
        <p:xfrm>
          <a:off x="5827048" y="1904772"/>
          <a:ext cx="572148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Picture 12" descr="Advanced Word Embeddings: Word2Vec, GloVe, and FastText | by Merve ...">
            <a:extLst>
              <a:ext uri="{FF2B5EF4-FFF2-40B4-BE49-F238E27FC236}">
                <a16:creationId xmlns:a16="http://schemas.microsoft.com/office/drawing/2014/main" id="{2F25C66A-8486-048E-57E7-F247C0D4A2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830" y="1578428"/>
            <a:ext cx="5673118" cy="340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315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025EFD5-738C-41B9-87FE-0C00E211B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56E71D-C00C-6738-23C5-E94D148BEC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799" r="7034" b="1"/>
          <a:stretch>
            <a:fillRect/>
          </a:stretch>
        </p:blipFill>
        <p:spPr>
          <a:xfrm>
            <a:off x="858284" y="1165109"/>
            <a:ext cx="4261337" cy="4351338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728319-8492-9245-4C84-65890C6B9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44272"/>
            <a:ext cx="5721484" cy="1325563"/>
          </a:xfrm>
        </p:spPr>
        <p:txBody>
          <a:bodyPr>
            <a:normAutofit/>
          </a:bodyPr>
          <a:lstStyle/>
          <a:p>
            <a:r>
              <a:rPr lang="en-US" dirty="0" err="1">
                <a:ea typeface="+mj-lt"/>
                <a:cs typeface="+mj-lt"/>
              </a:rPr>
              <a:t>GloVe</a:t>
            </a:r>
            <a:r>
              <a:rPr lang="en-US" dirty="0">
                <a:ea typeface="+mj-lt"/>
                <a:cs typeface="+mj-lt"/>
              </a:rPr>
              <a:t> (Global Vectors)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9D74E2-3C69-9616-F1B1-6E18B4BE58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704155"/>
              </p:ext>
            </p:extLst>
          </p:nvPr>
        </p:nvGraphicFramePr>
        <p:xfrm>
          <a:off x="5827048" y="1904772"/>
          <a:ext cx="572148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09488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933348-2EEB-6464-44D6-8B04BE528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Attention Mechanism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D5325-B3D8-E720-2873-141AE0BFB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Helps model </a:t>
            </a:r>
            <a:r>
              <a:rPr lang="en-US" b="1" dirty="0">
                <a:ea typeface="+mn-lt"/>
                <a:cs typeface="+mn-lt"/>
              </a:rPr>
              <a:t>focus on important words</a:t>
            </a:r>
            <a:r>
              <a:rPr lang="en-US" dirty="0">
                <a:ea typeface="+mn-lt"/>
                <a:cs typeface="+mn-lt"/>
              </a:rPr>
              <a:t> in a sequence</a:t>
            </a:r>
          </a:p>
          <a:p>
            <a:r>
              <a:rPr lang="en-US" dirty="0">
                <a:ea typeface="+mn-lt"/>
                <a:cs typeface="+mn-lt"/>
              </a:rPr>
              <a:t>Assigns </a:t>
            </a:r>
            <a:r>
              <a:rPr lang="en-US" i="1" dirty="0">
                <a:ea typeface="+mn-lt"/>
                <a:cs typeface="+mn-lt"/>
              </a:rPr>
              <a:t>attention weights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Overcomes long-distance dependency issues in RNN/LSTM</a:t>
            </a:r>
          </a:p>
          <a:p>
            <a:r>
              <a:rPr lang="en-US" dirty="0">
                <a:ea typeface="+mn-lt"/>
                <a:cs typeface="+mn-lt"/>
              </a:rPr>
              <a:t>Example: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Sentence: “The cat sat on the mat”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When predicting “sat”, attention focuses on “cat” and “mat”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234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96124C-2724-1DA6-B6CA-39DB83169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Self-Attention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63AF8F-8CF5-8D6A-A8AF-1FA06E9EF5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5039951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4640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025EFD5-738C-41B9-87FE-0C00E211B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506EEF-1726-0892-56DF-423C5C2DE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44272"/>
            <a:ext cx="5721484" cy="132556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Transformer Architecture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BE9532-E6AB-AF98-EA4E-D893991265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6678914"/>
              </p:ext>
            </p:extLst>
          </p:nvPr>
        </p:nvGraphicFramePr>
        <p:xfrm>
          <a:off x="5827048" y="1904772"/>
          <a:ext cx="572148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Picture 12" descr="A diagram of a process&#10;&#10;AI-generated content may be incorrect.">
            <a:extLst>
              <a:ext uri="{FF2B5EF4-FFF2-40B4-BE49-F238E27FC236}">
                <a16:creationId xmlns:a16="http://schemas.microsoft.com/office/drawing/2014/main" id="{D9494AB9-8AF4-FEF3-1761-05B2760902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598" y="0"/>
            <a:ext cx="44648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481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5FE9A8-19F9-238E-6363-E6ECE8E04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BERT</a:t>
            </a:r>
            <a:endParaRPr lang="en-US" sz="4000"/>
          </a:p>
        </p:txBody>
      </p:sp>
      <p:pic>
        <p:nvPicPr>
          <p:cNvPr id="4" name="Picture 3" descr="A diagram of a process&#10;&#10;AI-generated content may be incorrect.">
            <a:extLst>
              <a:ext uri="{FF2B5EF4-FFF2-40B4-BE49-F238E27FC236}">
                <a16:creationId xmlns:a16="http://schemas.microsoft.com/office/drawing/2014/main" id="{9DC822E9-FCCD-1090-3FFD-965470327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779" y="918640"/>
            <a:ext cx="2982866" cy="45890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2DD96-B785-2609-7195-990CF8D8D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400" b="1">
                <a:ea typeface="+mn-lt"/>
                <a:cs typeface="+mn-lt"/>
              </a:rPr>
              <a:t>Bidirectional Encoder Representations from Transformers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Only </a:t>
            </a:r>
            <a:r>
              <a:rPr lang="en-US" sz="1400" b="1">
                <a:ea typeface="+mn-lt"/>
                <a:cs typeface="+mn-lt"/>
              </a:rPr>
              <a:t>Encoder</a:t>
            </a:r>
            <a:r>
              <a:rPr lang="en-US" sz="1400">
                <a:ea typeface="+mn-lt"/>
                <a:cs typeface="+mn-lt"/>
              </a:rPr>
              <a:t> stack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Understands full left + right context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Tasks:</a:t>
            </a:r>
            <a:endParaRPr lang="en-US" sz="1400"/>
          </a:p>
          <a:p>
            <a:pPr lvl="1"/>
            <a:r>
              <a:rPr lang="en-US" sz="1400">
                <a:ea typeface="+mn-lt"/>
                <a:cs typeface="+mn-lt"/>
              </a:rPr>
              <a:t>Classification</a:t>
            </a:r>
            <a:endParaRPr lang="en-US" sz="1400"/>
          </a:p>
          <a:p>
            <a:pPr lvl="1"/>
            <a:r>
              <a:rPr lang="en-US" sz="1400">
                <a:ea typeface="+mn-lt"/>
                <a:cs typeface="+mn-lt"/>
              </a:rPr>
              <a:t>NER</a:t>
            </a:r>
            <a:endParaRPr lang="en-US" sz="1400"/>
          </a:p>
          <a:p>
            <a:pPr lvl="1"/>
            <a:r>
              <a:rPr lang="en-US" sz="1400">
                <a:ea typeface="+mn-lt"/>
                <a:cs typeface="+mn-lt"/>
              </a:rPr>
              <a:t>Q/A</a:t>
            </a:r>
            <a:endParaRPr lang="en-US" sz="1400"/>
          </a:p>
          <a:p>
            <a:pPr lvl="1"/>
            <a:r>
              <a:rPr lang="en-US" sz="1400">
                <a:ea typeface="+mn-lt"/>
                <a:cs typeface="+mn-lt"/>
              </a:rPr>
              <a:t>Semantic similarity</a:t>
            </a:r>
            <a:endParaRPr lang="en-US" sz="1400"/>
          </a:p>
          <a:p>
            <a:pPr lvl="1"/>
            <a:r>
              <a:rPr lang="en-US" sz="1400" b="1">
                <a:ea typeface="+mn-lt"/>
                <a:cs typeface="+mn-lt"/>
              </a:rPr>
              <a:t>Training Tasks: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Masked Language Modeling (MLM)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Next Sentence Prediction (NSP)</a:t>
            </a:r>
            <a:endParaRPr lang="en-US" sz="14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194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2AC399-4E59-596D-956A-498022CD6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GPT</a:t>
            </a:r>
            <a:endParaRPr lang="en-US" sz="5400"/>
          </a:p>
        </p:txBody>
      </p:sp>
      <p:pic>
        <p:nvPicPr>
          <p:cNvPr id="4" name="Picture 3" descr="A diagram of a process&#10;&#10;AI-generated content may be incorrect.">
            <a:extLst>
              <a:ext uri="{FF2B5EF4-FFF2-40B4-BE49-F238E27FC236}">
                <a16:creationId xmlns:a16="http://schemas.microsoft.com/office/drawing/2014/main" id="{897E97E9-FF8A-A808-1B77-0E7732B82D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87" r="1" b="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3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63521-9E1C-CCA8-BA95-07D4530D8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Generative Pretrained Transformer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Only </a:t>
            </a:r>
            <a:r>
              <a:rPr lang="en-US" sz="2000" b="1">
                <a:ea typeface="+mn-lt"/>
                <a:cs typeface="+mn-lt"/>
              </a:rPr>
              <a:t>Decoder</a:t>
            </a:r>
            <a:r>
              <a:rPr lang="en-US" sz="2000">
                <a:ea typeface="+mn-lt"/>
                <a:cs typeface="+mn-lt"/>
              </a:rPr>
              <a:t> stack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Autoregressive (predicts next token)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Excels in: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Text generation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Reasoning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Summarization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Chatbots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ea typeface="+mn-lt"/>
                <a:cs typeface="+mn-lt"/>
              </a:rPr>
              <a:t>Code generation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4485505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9ECEC4-889D-BF9B-524A-453E76DCA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BERT vs GPT Comparison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177B8E-8FA5-3B0F-0F38-5B32EEB8D823}"/>
              </a:ext>
            </a:extLst>
          </p:cNvPr>
          <p:cNvGraphicFramePr>
            <a:graphicFrameLocks noGrp="1"/>
          </p:cNvGraphicFramePr>
          <p:nvPr/>
        </p:nvGraphicFramePr>
        <p:xfrm>
          <a:off x="5414356" y="1749258"/>
          <a:ext cx="6408837" cy="3208236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602711">
                  <a:extLst>
                    <a:ext uri="{9D8B030D-6E8A-4147-A177-3AD203B41FA5}">
                      <a16:colId xmlns:a16="http://schemas.microsoft.com/office/drawing/2014/main" val="2895282919"/>
                    </a:ext>
                  </a:extLst>
                </a:gridCol>
                <a:gridCol w="1878695">
                  <a:extLst>
                    <a:ext uri="{9D8B030D-6E8A-4147-A177-3AD203B41FA5}">
                      <a16:colId xmlns:a16="http://schemas.microsoft.com/office/drawing/2014/main" val="1171213183"/>
                    </a:ext>
                  </a:extLst>
                </a:gridCol>
                <a:gridCol w="2927431">
                  <a:extLst>
                    <a:ext uri="{9D8B030D-6E8A-4147-A177-3AD203B41FA5}">
                      <a16:colId xmlns:a16="http://schemas.microsoft.com/office/drawing/2014/main" val="3939886527"/>
                    </a:ext>
                  </a:extLst>
                </a:gridCol>
              </a:tblGrid>
              <a:tr h="534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marL="0" marR="144515" marT="43354" marB="1445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BERT</a:t>
                      </a:r>
                    </a:p>
                  </a:txBody>
                  <a:tcPr marL="0" marR="144515" marT="43354" marB="1445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GPT</a:t>
                      </a:r>
                    </a:p>
                  </a:txBody>
                  <a:tcPr marL="0" marR="144515" marT="43354" marB="1445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644944"/>
                  </a:ext>
                </a:extLst>
              </a:tr>
              <a:tr h="534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Architecture</a:t>
                      </a:r>
                    </a:p>
                  </a:txBody>
                  <a:tcPr marL="0" marR="144515" marT="43354" marB="1445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Encoder-only</a:t>
                      </a:r>
                    </a:p>
                  </a:txBody>
                  <a:tcPr marL="0" marR="144515" marT="43354" marB="1445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Decoder-only</a:t>
                      </a:r>
                    </a:p>
                  </a:txBody>
                  <a:tcPr marL="0" marR="144515" marT="43354" marB="1445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985251"/>
                  </a:ext>
                </a:extLst>
              </a:tr>
              <a:tr h="534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Training</a:t>
                      </a:r>
                    </a:p>
                  </a:txBody>
                  <a:tcPr marL="0" marR="144515" marT="43354" marB="1445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Masked LM</a:t>
                      </a:r>
                    </a:p>
                  </a:txBody>
                  <a:tcPr marL="0" marR="144515" marT="43354" marB="1445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Next-token prediction</a:t>
                      </a:r>
                    </a:p>
                  </a:txBody>
                  <a:tcPr marL="0" marR="144515" marT="43354" marB="1445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27504"/>
                  </a:ext>
                </a:extLst>
              </a:tr>
              <a:tr h="534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Direction</a:t>
                      </a:r>
                    </a:p>
                  </a:txBody>
                  <a:tcPr marL="0" marR="144515" marT="43354" marB="1445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Bidirectional</a:t>
                      </a:r>
                    </a:p>
                  </a:txBody>
                  <a:tcPr marL="0" marR="144515" marT="43354" marB="1445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Unidirectional</a:t>
                      </a:r>
                    </a:p>
                  </a:txBody>
                  <a:tcPr marL="0" marR="144515" marT="43354" marB="1445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675081"/>
                  </a:ext>
                </a:extLst>
              </a:tr>
              <a:tr h="534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Strength</a:t>
                      </a:r>
                    </a:p>
                  </a:txBody>
                  <a:tcPr marL="0" marR="144515" marT="43354" marB="1445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Understanding</a:t>
                      </a:r>
                    </a:p>
                  </a:txBody>
                  <a:tcPr marL="0" marR="144515" marT="43354" marB="1445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Generating</a:t>
                      </a:r>
                    </a:p>
                  </a:txBody>
                  <a:tcPr marL="0" marR="144515" marT="43354" marB="1445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540548"/>
                  </a:ext>
                </a:extLst>
              </a:tr>
              <a:tr h="534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Best for</a:t>
                      </a:r>
                    </a:p>
                  </a:txBody>
                  <a:tcPr marL="0" marR="144515" marT="43354" marB="1445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NLU tasks</a:t>
                      </a:r>
                    </a:p>
                  </a:txBody>
                  <a:tcPr marL="0" marR="144515" marT="43354" marB="1445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cap="none" spc="0">
                          <a:solidFill>
                            <a:schemeClr val="tx1"/>
                          </a:solidFill>
                        </a:rPr>
                        <a:t>Chatbots, writing, GenAI</a:t>
                      </a:r>
                    </a:p>
                  </a:txBody>
                  <a:tcPr marL="0" marR="144515" marT="43354" marB="1445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130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8961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D0675-8F9B-F466-E71C-6AC01DD62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Summary</a:t>
            </a:r>
            <a:endParaRPr lang="en-US" sz="3200"/>
          </a:p>
        </p:txBody>
      </p:sp>
      <p:pic>
        <p:nvPicPr>
          <p:cNvPr id="5" name="Picture 4" descr="Circuit board background">
            <a:extLst>
              <a:ext uri="{FF2B5EF4-FFF2-40B4-BE49-F238E27FC236}">
                <a16:creationId xmlns:a16="http://schemas.microsoft.com/office/drawing/2014/main" id="{9251D6FA-D1D3-0D57-360C-516EA40204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95" r="38430" b="7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57BB0-3955-D838-38F1-91472CD3E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900">
                <a:ea typeface="+mn-lt"/>
                <a:cs typeface="+mn-lt"/>
              </a:rPr>
              <a:t>NLP enables machines to work with human language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Text cleaning + normalization → better models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Vectorization evolved from BoW → TF-IDF → Embeddings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Word2Vec &amp; GloVe improved semantics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Transformers revolutionized NLP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BERT = understanding, GPT = generation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Modern AI = Transformers + Attention + Large-scale pretraining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516517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Yellow question mark">
            <a:extLst>
              <a:ext uri="{FF2B5EF4-FFF2-40B4-BE49-F238E27FC236}">
                <a16:creationId xmlns:a16="http://schemas.microsoft.com/office/drawing/2014/main" id="{E9F7EE6A-A3D1-BED7-E862-A3457012EEE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r="-2" b="626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50840C-253E-FBA3-3C84-9777DAAAE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7434"/>
            <a:ext cx="7800660" cy="15209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Any question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4146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039C0F-7F71-7039-A792-017D91AE7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30DB30FD-2FE3-8B77-F5ED-CD4742F1D4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905916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98F71-49EC-C2E2-0BCC-D505A74E6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7D4DC-ACE7-0D11-5030-14CB5C466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6038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36E0B-7BE5-BE53-DFD2-89073A64F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56B12-49BE-BD4C-C661-9A0CCBEE9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22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Natural Language Processing (NLP)</vt:lpstr>
      <vt:lpstr>Agenda</vt:lpstr>
      <vt:lpstr>What is NLP</vt:lpstr>
      <vt:lpstr>Why NLP is Challenging</vt:lpstr>
      <vt:lpstr>NLP Tasks: Syntax &amp; Semantics</vt:lpstr>
      <vt:lpstr>NLP Tasks: Syntax &amp; Semantics</vt:lpstr>
      <vt:lpstr>Basic NLP Syntax &amp; Text Processing</vt:lpstr>
      <vt:lpstr>Techniques for Cleaning Text Data</vt:lpstr>
      <vt:lpstr>Handling Missing or Noisy Data</vt:lpstr>
      <vt:lpstr>Text Normalization</vt:lpstr>
      <vt:lpstr>Vectorization Techniques</vt:lpstr>
      <vt:lpstr>Bag-of-Words (BoW)</vt:lpstr>
      <vt:lpstr>TF-IDF</vt:lpstr>
      <vt:lpstr>Word Embeddings (Dense Vectors)</vt:lpstr>
      <vt:lpstr>Word2Vec</vt:lpstr>
      <vt:lpstr>GloVe (Global Vectors)</vt:lpstr>
      <vt:lpstr>Attention Mechanism</vt:lpstr>
      <vt:lpstr>Self-Attention</vt:lpstr>
      <vt:lpstr>Transformer Architecture</vt:lpstr>
      <vt:lpstr>BERT</vt:lpstr>
      <vt:lpstr>GPT</vt:lpstr>
      <vt:lpstr>BERT vs GPT Comparison</vt:lpstr>
      <vt:lpstr>Summary</vt:lpstr>
      <vt:lpstr>Any question</vt:lpstr>
      <vt:lpstr>Thank you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165</cp:revision>
  <dcterms:created xsi:type="dcterms:W3CDTF">2025-12-03T10:27:33Z</dcterms:created>
  <dcterms:modified xsi:type="dcterms:W3CDTF">2025-12-03T11:46:12Z</dcterms:modified>
</cp:coreProperties>
</file>