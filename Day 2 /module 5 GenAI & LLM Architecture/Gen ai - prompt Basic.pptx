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6" r:id="rId4"/>
    <p:sldId id="260" r:id="rId5"/>
    <p:sldId id="258" r:id="rId6"/>
    <p:sldId id="259" r:id="rId7"/>
    <p:sldId id="267" r:id="rId8"/>
    <p:sldId id="268" r:id="rId9"/>
    <p:sldId id="269" r:id="rId10"/>
    <p:sldId id="270" r:id="rId11"/>
    <p:sldId id="261" r:id="rId12"/>
    <p:sldId id="390" r:id="rId13"/>
    <p:sldId id="262" r:id="rId14"/>
    <p:sldId id="263" r:id="rId15"/>
    <p:sldId id="264" r:id="rId16"/>
    <p:sldId id="265" r:id="rId17"/>
    <p:sldId id="391" r:id="rId18"/>
    <p:sldId id="392" r:id="rId19"/>
    <p:sldId id="39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610BA4-2E75-8B77-FA1F-7E8FE8D45FDF}" v="190" dt="2025-12-02T14:49:26.9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 Dalal" userId="S::harsh.dalal@bluedataconsulting.in::b955d4cd-8966-4207-a182-07fe202de296" providerId="AD" clId="Web-{A2610BA4-2E75-8B77-FA1F-7E8FE8D45FDF}"/>
    <pc:docChg chg="addSld delSld modSld">
      <pc:chgData name="Harsh Dalal" userId="S::harsh.dalal@bluedataconsulting.in::b955d4cd-8966-4207-a182-07fe202de296" providerId="AD" clId="Web-{A2610BA4-2E75-8B77-FA1F-7E8FE8D45FDF}" dt="2025-12-02T14:49:27.050" v="211"/>
      <pc:docMkLst>
        <pc:docMk/>
      </pc:docMkLst>
      <pc:sldChg chg="addSp modSp mod setBg">
        <pc:chgData name="Harsh Dalal" userId="S::harsh.dalal@bluedataconsulting.in::b955d4cd-8966-4207-a182-07fe202de296" providerId="AD" clId="Web-{A2610BA4-2E75-8B77-FA1F-7E8FE8D45FDF}" dt="2025-12-02T14:09:19.710" v="64"/>
        <pc:sldMkLst>
          <pc:docMk/>
          <pc:sldMk cId="109857222" sldId="256"/>
        </pc:sldMkLst>
        <pc:spChg chg="mod">
          <ac:chgData name="Harsh Dalal" userId="S::harsh.dalal@bluedataconsulting.in::b955d4cd-8966-4207-a182-07fe202de296" providerId="AD" clId="Web-{A2610BA4-2E75-8B77-FA1F-7E8FE8D45FDF}" dt="2025-12-02T14:09:19.710" v="64"/>
          <ac:spMkLst>
            <pc:docMk/>
            <pc:sldMk cId="109857222" sldId="256"/>
            <ac:spMk id="2" creationId="{00000000-0000-0000-0000-000000000000}"/>
          </ac:spMkLst>
        </pc:spChg>
        <pc:spChg chg="mod">
          <ac:chgData name="Harsh Dalal" userId="S::harsh.dalal@bluedataconsulting.in::b955d4cd-8966-4207-a182-07fe202de296" providerId="AD" clId="Web-{A2610BA4-2E75-8B77-FA1F-7E8FE8D45FDF}" dt="2025-12-02T14:09:19.710" v="64"/>
          <ac:spMkLst>
            <pc:docMk/>
            <pc:sldMk cId="109857222" sldId="256"/>
            <ac:spMk id="3" creationId="{00000000-0000-0000-0000-000000000000}"/>
          </ac:spMkLst>
        </pc:spChg>
        <pc:spChg chg="add">
          <ac:chgData name="Harsh Dalal" userId="S::harsh.dalal@bluedataconsulting.in::b955d4cd-8966-4207-a182-07fe202de296" providerId="AD" clId="Web-{A2610BA4-2E75-8B77-FA1F-7E8FE8D45FDF}" dt="2025-12-02T14:09:19.710" v="64"/>
          <ac:spMkLst>
            <pc:docMk/>
            <pc:sldMk cId="109857222" sldId="256"/>
            <ac:spMk id="9" creationId="{9715DAF0-AE1B-46C9-8A6B-DB2AA05AB91D}"/>
          </ac:spMkLst>
        </pc:spChg>
        <pc:spChg chg="add">
          <ac:chgData name="Harsh Dalal" userId="S::harsh.dalal@bluedataconsulting.in::b955d4cd-8966-4207-a182-07fe202de296" providerId="AD" clId="Web-{A2610BA4-2E75-8B77-FA1F-7E8FE8D45FDF}" dt="2025-12-02T14:09:19.710" v="64"/>
          <ac:spMkLst>
            <pc:docMk/>
            <pc:sldMk cId="109857222" sldId="256"/>
            <ac:spMk id="11" creationId="{5A2875D7-3769-4291-959E-9FAD764A760C}"/>
          </ac:spMkLst>
        </pc:spChg>
        <pc:spChg chg="add">
          <ac:chgData name="Harsh Dalal" userId="S::harsh.dalal@bluedataconsulting.in::b955d4cd-8966-4207-a182-07fe202de296" providerId="AD" clId="Web-{A2610BA4-2E75-8B77-FA1F-7E8FE8D45FDF}" dt="2025-12-02T14:09:19.710" v="64"/>
          <ac:spMkLst>
            <pc:docMk/>
            <pc:sldMk cId="109857222" sldId="256"/>
            <ac:spMk id="13" creationId="{AAF055B3-1F95-4ABA-BFE4-A58320A8206E}"/>
          </ac:spMkLst>
        </pc:spChg>
        <pc:spChg chg="add">
          <ac:chgData name="Harsh Dalal" userId="S::harsh.dalal@bluedataconsulting.in::b955d4cd-8966-4207-a182-07fe202de296" providerId="AD" clId="Web-{A2610BA4-2E75-8B77-FA1F-7E8FE8D45FDF}" dt="2025-12-02T14:09:19.710" v="64"/>
          <ac:spMkLst>
            <pc:docMk/>
            <pc:sldMk cId="109857222" sldId="256"/>
            <ac:spMk id="15" creationId="{835682F0-7BC6-4526-8BFA-58EA002C8085}"/>
          </ac:spMkLst>
        </pc:spChg>
        <pc:spChg chg="add">
          <ac:chgData name="Harsh Dalal" userId="S::harsh.dalal@bluedataconsulting.in::b955d4cd-8966-4207-a182-07fe202de296" providerId="AD" clId="Web-{A2610BA4-2E75-8B77-FA1F-7E8FE8D45FDF}" dt="2025-12-02T14:09:19.710" v="64"/>
          <ac:spMkLst>
            <pc:docMk/>
            <pc:sldMk cId="109857222" sldId="256"/>
            <ac:spMk id="17" creationId="{1F0DF0F3-0179-4A8A-92E0-932C473DA5CB}"/>
          </ac:spMkLst>
        </pc:spChg>
        <pc:picChg chg="add mod">
          <ac:chgData name="Harsh Dalal" userId="S::harsh.dalal@bluedataconsulting.in::b955d4cd-8966-4207-a182-07fe202de296" providerId="AD" clId="Web-{A2610BA4-2E75-8B77-FA1F-7E8FE8D45FDF}" dt="2025-12-02T14:09:19.710" v="64"/>
          <ac:picMkLst>
            <pc:docMk/>
            <pc:sldMk cId="109857222" sldId="256"/>
            <ac:picMk id="4" creationId="{9AED207D-7A3C-05BD-90A2-014995A5C761}"/>
          </ac:picMkLst>
        </pc:picChg>
      </pc:sldChg>
      <pc:sldChg chg="addSp delSp modSp new mod setBg">
        <pc:chgData name="Harsh Dalal" userId="S::harsh.dalal@bluedataconsulting.in::b955d4cd-8966-4207-a182-07fe202de296" providerId="AD" clId="Web-{A2610BA4-2E75-8B77-FA1F-7E8FE8D45FDF}" dt="2025-12-02T14:13:45.004" v="98"/>
        <pc:sldMkLst>
          <pc:docMk/>
          <pc:sldMk cId="2518557198" sldId="257"/>
        </pc:sldMkLst>
        <pc:spChg chg="mod">
          <ac:chgData name="Harsh Dalal" userId="S::harsh.dalal@bluedataconsulting.in::b955d4cd-8966-4207-a182-07fe202de296" providerId="AD" clId="Web-{A2610BA4-2E75-8B77-FA1F-7E8FE8D45FDF}" dt="2025-12-02T14:13:44.988" v="97"/>
          <ac:spMkLst>
            <pc:docMk/>
            <pc:sldMk cId="2518557198" sldId="257"/>
            <ac:spMk id="2" creationId="{F96AECB9-3A14-41DE-B11A-BF300EBE4DAE}"/>
          </ac:spMkLst>
        </pc:spChg>
        <pc:spChg chg="add del mod">
          <ac:chgData name="Harsh Dalal" userId="S::harsh.dalal@bluedataconsulting.in::b955d4cd-8966-4207-a182-07fe202de296" providerId="AD" clId="Web-{A2610BA4-2E75-8B77-FA1F-7E8FE8D45FDF}" dt="2025-12-02T14:13:45.004" v="98"/>
          <ac:spMkLst>
            <pc:docMk/>
            <pc:sldMk cId="2518557198" sldId="257"/>
            <ac:spMk id="3" creationId="{67FD2405-A0B2-6CE1-5D0E-7C18A0F041F5}"/>
          </ac:spMkLst>
        </pc:spChg>
        <pc:spChg chg="add del">
          <ac:chgData name="Harsh Dalal" userId="S::harsh.dalal@bluedataconsulting.in::b955d4cd-8966-4207-a182-07fe202de296" providerId="AD" clId="Web-{A2610BA4-2E75-8B77-FA1F-7E8FE8D45FDF}" dt="2025-12-02T14:13:45.004" v="98"/>
          <ac:spMkLst>
            <pc:docMk/>
            <pc:sldMk cId="2518557198" sldId="257"/>
            <ac:spMk id="8" creationId="{09588DA8-065E-4F6F-8EFD-43104AB2E0CF}"/>
          </ac:spMkLst>
        </pc:spChg>
        <pc:spChg chg="add del">
          <ac:chgData name="Harsh Dalal" userId="S::harsh.dalal@bluedataconsulting.in::b955d4cd-8966-4207-a182-07fe202de296" providerId="AD" clId="Web-{A2610BA4-2E75-8B77-FA1F-7E8FE8D45FDF}" dt="2025-12-02T14:13:45.004" v="98"/>
          <ac:spMkLst>
            <pc:docMk/>
            <pc:sldMk cId="2518557198" sldId="257"/>
            <ac:spMk id="10" creationId="{C4285719-470E-454C-AF62-8323075F1F5B}"/>
          </ac:spMkLst>
        </pc:spChg>
        <pc:spChg chg="add">
          <ac:chgData name="Harsh Dalal" userId="S::harsh.dalal@bluedataconsulting.in::b955d4cd-8966-4207-a182-07fe202de296" providerId="AD" clId="Web-{A2610BA4-2E75-8B77-FA1F-7E8FE8D45FDF}" dt="2025-12-02T14:09:43.836" v="65"/>
          <ac:spMkLst>
            <pc:docMk/>
            <pc:sldMk cId="2518557198" sldId="257"/>
            <ac:spMk id="12" creationId="{CD9FE4EF-C4D8-49A0-B2FF-81D8DB7D8A24}"/>
          </ac:spMkLst>
        </pc:spChg>
        <pc:spChg chg="add">
          <ac:chgData name="Harsh Dalal" userId="S::harsh.dalal@bluedataconsulting.in::b955d4cd-8966-4207-a182-07fe202de296" providerId="AD" clId="Web-{A2610BA4-2E75-8B77-FA1F-7E8FE8D45FDF}" dt="2025-12-02T14:09:43.836" v="65"/>
          <ac:spMkLst>
            <pc:docMk/>
            <pc:sldMk cId="2518557198" sldId="257"/>
            <ac:spMk id="14" creationId="{4300840D-0A0B-4512-BACA-B439D5B9C57C}"/>
          </ac:spMkLst>
        </pc:spChg>
        <pc:spChg chg="add del">
          <ac:chgData name="Harsh Dalal" userId="S::harsh.dalal@bluedataconsulting.in::b955d4cd-8966-4207-a182-07fe202de296" providerId="AD" clId="Web-{A2610BA4-2E75-8B77-FA1F-7E8FE8D45FDF}" dt="2025-12-02T14:13:45.004" v="98"/>
          <ac:spMkLst>
            <pc:docMk/>
            <pc:sldMk cId="2518557198" sldId="257"/>
            <ac:spMk id="16" creationId="{D2B78728-A580-49A7-84F9-6EF6F583ADE0}"/>
          </ac:spMkLst>
        </pc:spChg>
        <pc:spChg chg="add del">
          <ac:chgData name="Harsh Dalal" userId="S::harsh.dalal@bluedataconsulting.in::b955d4cd-8966-4207-a182-07fe202de296" providerId="AD" clId="Web-{A2610BA4-2E75-8B77-FA1F-7E8FE8D45FDF}" dt="2025-12-02T14:13:45.004" v="98"/>
          <ac:spMkLst>
            <pc:docMk/>
            <pc:sldMk cId="2518557198" sldId="257"/>
            <ac:spMk id="18" creationId="{38FAA1A1-D861-433F-88FA-1E9D6FD31D11}"/>
          </ac:spMkLst>
        </pc:spChg>
        <pc:spChg chg="add del">
          <ac:chgData name="Harsh Dalal" userId="S::harsh.dalal@bluedataconsulting.in::b955d4cd-8966-4207-a182-07fe202de296" providerId="AD" clId="Web-{A2610BA4-2E75-8B77-FA1F-7E8FE8D45FDF}" dt="2025-12-02T14:13:45.004" v="98"/>
          <ac:spMkLst>
            <pc:docMk/>
            <pc:sldMk cId="2518557198" sldId="257"/>
            <ac:spMk id="20" creationId="{8D71EDA1-87BF-4D5D-AB79-F346FD19278A}"/>
          </ac:spMkLst>
        </pc:spChg>
        <pc:spChg chg="add del">
          <ac:chgData name="Harsh Dalal" userId="S::harsh.dalal@bluedataconsulting.in::b955d4cd-8966-4207-a182-07fe202de296" providerId="AD" clId="Web-{A2610BA4-2E75-8B77-FA1F-7E8FE8D45FDF}" dt="2025-12-02T14:13:44.988" v="97"/>
          <ac:spMkLst>
            <pc:docMk/>
            <pc:sldMk cId="2518557198" sldId="257"/>
            <ac:spMk id="26" creationId="{0C541B88-1AE9-40C3-AFD5-967787C1979F}"/>
          </ac:spMkLst>
        </pc:spChg>
        <pc:spChg chg="add">
          <ac:chgData name="Harsh Dalal" userId="S::harsh.dalal@bluedataconsulting.in::b955d4cd-8966-4207-a182-07fe202de296" providerId="AD" clId="Web-{A2610BA4-2E75-8B77-FA1F-7E8FE8D45FDF}" dt="2025-12-02T14:13:45.004" v="98"/>
          <ac:spMkLst>
            <pc:docMk/>
            <pc:sldMk cId="2518557198" sldId="257"/>
            <ac:spMk id="27" creationId="{C4285719-470E-454C-AF62-8323075F1F5B}"/>
          </ac:spMkLst>
        </pc:spChg>
        <pc:spChg chg="add del">
          <ac:chgData name="Harsh Dalal" userId="S::harsh.dalal@bluedataconsulting.in::b955d4cd-8966-4207-a182-07fe202de296" providerId="AD" clId="Web-{A2610BA4-2E75-8B77-FA1F-7E8FE8D45FDF}" dt="2025-12-02T14:13:44.988" v="97"/>
          <ac:spMkLst>
            <pc:docMk/>
            <pc:sldMk cId="2518557198" sldId="257"/>
            <ac:spMk id="28" creationId="{E5F17139-31EE-46AC-B04F-DBBD852DD6CB}"/>
          </ac:spMkLst>
        </pc:spChg>
        <pc:spChg chg="add">
          <ac:chgData name="Harsh Dalal" userId="S::harsh.dalal@bluedataconsulting.in::b955d4cd-8966-4207-a182-07fe202de296" providerId="AD" clId="Web-{A2610BA4-2E75-8B77-FA1F-7E8FE8D45FDF}" dt="2025-12-02T14:13:45.004" v="98"/>
          <ac:spMkLst>
            <pc:docMk/>
            <pc:sldMk cId="2518557198" sldId="257"/>
            <ac:spMk id="29" creationId="{CD9FE4EF-C4D8-49A0-B2FF-81D8DB7D8A24}"/>
          </ac:spMkLst>
        </pc:spChg>
        <pc:spChg chg="add del">
          <ac:chgData name="Harsh Dalal" userId="S::harsh.dalal@bluedataconsulting.in::b955d4cd-8966-4207-a182-07fe202de296" providerId="AD" clId="Web-{A2610BA4-2E75-8B77-FA1F-7E8FE8D45FDF}" dt="2025-12-02T14:13:44.988" v="97"/>
          <ac:spMkLst>
            <pc:docMk/>
            <pc:sldMk cId="2518557198" sldId="257"/>
            <ac:spMk id="34" creationId="{89D16701-DA76-4F72-BB63-E2C3FFBDFE0F}"/>
          </ac:spMkLst>
        </pc:spChg>
        <pc:spChg chg="add">
          <ac:chgData name="Harsh Dalal" userId="S::harsh.dalal@bluedataconsulting.in::b955d4cd-8966-4207-a182-07fe202de296" providerId="AD" clId="Web-{A2610BA4-2E75-8B77-FA1F-7E8FE8D45FDF}" dt="2025-12-02T14:13:45.004" v="98"/>
          <ac:spMkLst>
            <pc:docMk/>
            <pc:sldMk cId="2518557198" sldId="257"/>
            <ac:spMk id="35" creationId="{38FAA1A1-D861-433F-88FA-1E9D6FD31D11}"/>
          </ac:spMkLst>
        </pc:spChg>
        <pc:spChg chg="add">
          <ac:chgData name="Harsh Dalal" userId="S::harsh.dalal@bluedataconsulting.in::b955d4cd-8966-4207-a182-07fe202de296" providerId="AD" clId="Web-{A2610BA4-2E75-8B77-FA1F-7E8FE8D45FDF}" dt="2025-12-02T14:13:45.004" v="98"/>
          <ac:spMkLst>
            <pc:docMk/>
            <pc:sldMk cId="2518557198" sldId="257"/>
            <ac:spMk id="37" creationId="{8D71EDA1-87BF-4D5D-AB79-F346FD19278A}"/>
          </ac:spMkLst>
        </pc:spChg>
      </pc:sldChg>
      <pc:sldChg chg="addSp delSp modSp new mod setBg">
        <pc:chgData name="Harsh Dalal" userId="S::harsh.dalal@bluedataconsulting.in::b955d4cd-8966-4207-a182-07fe202de296" providerId="AD" clId="Web-{A2610BA4-2E75-8B77-FA1F-7E8FE8D45FDF}" dt="2025-12-02T14:10:24.355" v="69"/>
        <pc:sldMkLst>
          <pc:docMk/>
          <pc:sldMk cId="812142768" sldId="258"/>
        </pc:sldMkLst>
        <pc:spChg chg="mod">
          <ac:chgData name="Harsh Dalal" userId="S::harsh.dalal@bluedataconsulting.in::b955d4cd-8966-4207-a182-07fe202de296" providerId="AD" clId="Web-{A2610BA4-2E75-8B77-FA1F-7E8FE8D45FDF}" dt="2025-12-02T14:10:24.355" v="69"/>
          <ac:spMkLst>
            <pc:docMk/>
            <pc:sldMk cId="812142768" sldId="258"/>
            <ac:spMk id="2" creationId="{986319BA-1C01-6A45-7C19-D723C32E430A}"/>
          </ac:spMkLst>
        </pc:spChg>
        <pc:spChg chg="add del mod">
          <ac:chgData name="Harsh Dalal" userId="S::harsh.dalal@bluedataconsulting.in::b955d4cd-8966-4207-a182-07fe202de296" providerId="AD" clId="Web-{A2610BA4-2E75-8B77-FA1F-7E8FE8D45FDF}" dt="2025-12-02T14:10:24.355" v="69"/>
          <ac:spMkLst>
            <pc:docMk/>
            <pc:sldMk cId="812142768" sldId="258"/>
            <ac:spMk id="3" creationId="{8438B64E-5051-8A85-9385-3E8B004EF66B}"/>
          </ac:spMkLst>
        </pc:spChg>
        <pc:spChg chg="add del">
          <ac:chgData name="Harsh Dalal" userId="S::harsh.dalal@bluedataconsulting.in::b955d4cd-8966-4207-a182-07fe202de296" providerId="AD" clId="Web-{A2610BA4-2E75-8B77-FA1F-7E8FE8D45FDF}" dt="2025-12-02T14:10:24.324" v="68"/>
          <ac:spMkLst>
            <pc:docMk/>
            <pc:sldMk cId="812142768" sldId="258"/>
            <ac:spMk id="9" creationId="{BACC6370-2D7E-4714-9D71-7542949D7D5D}"/>
          </ac:spMkLst>
        </pc:spChg>
        <pc:spChg chg="add del">
          <ac:chgData name="Harsh Dalal" userId="S::harsh.dalal@bluedataconsulting.in::b955d4cd-8966-4207-a182-07fe202de296" providerId="AD" clId="Web-{A2610BA4-2E75-8B77-FA1F-7E8FE8D45FDF}" dt="2025-12-02T14:10:24.324" v="68"/>
          <ac:spMkLst>
            <pc:docMk/>
            <pc:sldMk cId="812142768" sldId="258"/>
            <ac:spMk id="11" creationId="{256B2C21-A230-48C0-8DF1-C46611373C44}"/>
          </ac:spMkLst>
        </pc:spChg>
        <pc:spChg chg="add del">
          <ac:chgData name="Harsh Dalal" userId="S::harsh.dalal@bluedataconsulting.in::b955d4cd-8966-4207-a182-07fe202de296" providerId="AD" clId="Web-{A2610BA4-2E75-8B77-FA1F-7E8FE8D45FDF}" dt="2025-12-02T14:10:24.324" v="68"/>
          <ac:spMkLst>
            <pc:docMk/>
            <pc:sldMk cId="812142768" sldId="258"/>
            <ac:spMk id="13" creationId="{3847E18C-932D-4C95-AABA-FEC7C9499AD7}"/>
          </ac:spMkLst>
        </pc:spChg>
        <pc:spChg chg="add del">
          <ac:chgData name="Harsh Dalal" userId="S::harsh.dalal@bluedataconsulting.in::b955d4cd-8966-4207-a182-07fe202de296" providerId="AD" clId="Web-{A2610BA4-2E75-8B77-FA1F-7E8FE8D45FDF}" dt="2025-12-02T14:10:24.324" v="68"/>
          <ac:spMkLst>
            <pc:docMk/>
            <pc:sldMk cId="812142768" sldId="258"/>
            <ac:spMk id="15" creationId="{3150CB11-0C61-439E-910F-5787759E72A0}"/>
          </ac:spMkLst>
        </pc:spChg>
        <pc:spChg chg="add del">
          <ac:chgData name="Harsh Dalal" userId="S::harsh.dalal@bluedataconsulting.in::b955d4cd-8966-4207-a182-07fe202de296" providerId="AD" clId="Web-{A2610BA4-2E75-8B77-FA1F-7E8FE8D45FDF}" dt="2025-12-02T14:10:24.324" v="68"/>
          <ac:spMkLst>
            <pc:docMk/>
            <pc:sldMk cId="812142768" sldId="258"/>
            <ac:spMk id="17" creationId="{43F8A58B-5155-44CE-A5FF-7647B47D0A7A}"/>
          </ac:spMkLst>
        </pc:spChg>
        <pc:spChg chg="add del">
          <ac:chgData name="Harsh Dalal" userId="S::harsh.dalal@bluedataconsulting.in::b955d4cd-8966-4207-a182-07fe202de296" providerId="AD" clId="Web-{A2610BA4-2E75-8B77-FA1F-7E8FE8D45FDF}" dt="2025-12-02T14:10:24.324" v="68"/>
          <ac:spMkLst>
            <pc:docMk/>
            <pc:sldMk cId="812142768" sldId="258"/>
            <ac:spMk id="19" creationId="{443F2ACA-E6D6-4028-82DD-F03C262D5DE6}"/>
          </ac:spMkLst>
        </pc:spChg>
        <pc:spChg chg="add">
          <ac:chgData name="Harsh Dalal" userId="S::harsh.dalal@bluedataconsulting.in::b955d4cd-8966-4207-a182-07fe202de296" providerId="AD" clId="Web-{A2610BA4-2E75-8B77-FA1F-7E8FE8D45FDF}" dt="2025-12-02T14:10:24.355" v="69"/>
          <ac:spMkLst>
            <pc:docMk/>
            <pc:sldMk cId="812142768" sldId="258"/>
            <ac:spMk id="21" creationId="{BACC6370-2D7E-4714-9D71-7542949D7D5D}"/>
          </ac:spMkLst>
        </pc:spChg>
        <pc:spChg chg="add">
          <ac:chgData name="Harsh Dalal" userId="S::harsh.dalal@bluedataconsulting.in::b955d4cd-8966-4207-a182-07fe202de296" providerId="AD" clId="Web-{A2610BA4-2E75-8B77-FA1F-7E8FE8D45FDF}" dt="2025-12-02T14:10:24.355" v="69"/>
          <ac:spMkLst>
            <pc:docMk/>
            <pc:sldMk cId="812142768" sldId="258"/>
            <ac:spMk id="22" creationId="{256B2C21-A230-48C0-8DF1-C46611373C44}"/>
          </ac:spMkLst>
        </pc:spChg>
        <pc:spChg chg="add">
          <ac:chgData name="Harsh Dalal" userId="S::harsh.dalal@bluedataconsulting.in::b955d4cd-8966-4207-a182-07fe202de296" providerId="AD" clId="Web-{A2610BA4-2E75-8B77-FA1F-7E8FE8D45FDF}" dt="2025-12-02T14:10:24.355" v="69"/>
          <ac:spMkLst>
            <pc:docMk/>
            <pc:sldMk cId="812142768" sldId="258"/>
            <ac:spMk id="23" creationId="{3847E18C-932D-4C95-AABA-FEC7C9499AD7}"/>
          </ac:spMkLst>
        </pc:spChg>
        <pc:spChg chg="add">
          <ac:chgData name="Harsh Dalal" userId="S::harsh.dalal@bluedataconsulting.in::b955d4cd-8966-4207-a182-07fe202de296" providerId="AD" clId="Web-{A2610BA4-2E75-8B77-FA1F-7E8FE8D45FDF}" dt="2025-12-02T14:10:24.355" v="69"/>
          <ac:spMkLst>
            <pc:docMk/>
            <pc:sldMk cId="812142768" sldId="258"/>
            <ac:spMk id="24" creationId="{3150CB11-0C61-439E-910F-5787759E72A0}"/>
          </ac:spMkLst>
        </pc:spChg>
        <pc:spChg chg="add">
          <ac:chgData name="Harsh Dalal" userId="S::harsh.dalal@bluedataconsulting.in::b955d4cd-8966-4207-a182-07fe202de296" providerId="AD" clId="Web-{A2610BA4-2E75-8B77-FA1F-7E8FE8D45FDF}" dt="2025-12-02T14:10:24.355" v="69"/>
          <ac:spMkLst>
            <pc:docMk/>
            <pc:sldMk cId="812142768" sldId="258"/>
            <ac:spMk id="25" creationId="{43F8A58B-5155-44CE-A5FF-7647B47D0A7A}"/>
          </ac:spMkLst>
        </pc:spChg>
        <pc:spChg chg="add">
          <ac:chgData name="Harsh Dalal" userId="S::harsh.dalal@bluedataconsulting.in::b955d4cd-8966-4207-a182-07fe202de296" providerId="AD" clId="Web-{A2610BA4-2E75-8B77-FA1F-7E8FE8D45FDF}" dt="2025-12-02T14:10:24.355" v="69"/>
          <ac:spMkLst>
            <pc:docMk/>
            <pc:sldMk cId="812142768" sldId="258"/>
            <ac:spMk id="26" creationId="{443F2ACA-E6D6-4028-82DD-F03C262D5DE6}"/>
          </ac:spMkLst>
        </pc:spChg>
        <pc:graphicFrameChg chg="add del">
          <ac:chgData name="Harsh Dalal" userId="S::harsh.dalal@bluedataconsulting.in::b955d4cd-8966-4207-a182-07fe202de296" providerId="AD" clId="Web-{A2610BA4-2E75-8B77-FA1F-7E8FE8D45FDF}" dt="2025-12-02T14:10:24.324" v="68"/>
          <ac:graphicFrameMkLst>
            <pc:docMk/>
            <pc:sldMk cId="812142768" sldId="258"/>
            <ac:graphicFrameMk id="5" creationId="{961D1597-8D37-E34C-A8E8-33686E02596D}"/>
          </ac:graphicFrameMkLst>
        </pc:graphicFrameChg>
        <pc:graphicFrameChg chg="add">
          <ac:chgData name="Harsh Dalal" userId="S::harsh.dalal@bluedataconsulting.in::b955d4cd-8966-4207-a182-07fe202de296" providerId="AD" clId="Web-{A2610BA4-2E75-8B77-FA1F-7E8FE8D45FDF}" dt="2025-12-02T14:10:24.355" v="69"/>
          <ac:graphicFrameMkLst>
            <pc:docMk/>
            <pc:sldMk cId="812142768" sldId="258"/>
            <ac:graphicFrameMk id="27" creationId="{9C028FAD-BBC5-0BA7-3D69-3BED2883EB6A}"/>
          </ac:graphicFrameMkLst>
        </pc:graphicFrameChg>
      </pc:sldChg>
      <pc:sldChg chg="addSp delSp modSp new mod setBg">
        <pc:chgData name="Harsh Dalal" userId="S::harsh.dalal@bluedataconsulting.in::b955d4cd-8966-4207-a182-07fe202de296" providerId="AD" clId="Web-{A2610BA4-2E75-8B77-FA1F-7E8FE8D45FDF}" dt="2025-12-02T14:10:31.887" v="70"/>
        <pc:sldMkLst>
          <pc:docMk/>
          <pc:sldMk cId="97765210" sldId="259"/>
        </pc:sldMkLst>
        <pc:spChg chg="mod">
          <ac:chgData name="Harsh Dalal" userId="S::harsh.dalal@bluedataconsulting.in::b955d4cd-8966-4207-a182-07fe202de296" providerId="AD" clId="Web-{A2610BA4-2E75-8B77-FA1F-7E8FE8D45FDF}" dt="2025-12-02T14:10:31.887" v="70"/>
          <ac:spMkLst>
            <pc:docMk/>
            <pc:sldMk cId="97765210" sldId="259"/>
            <ac:spMk id="2" creationId="{A211582C-F9FB-09DF-9952-400FD15B98AB}"/>
          </ac:spMkLst>
        </pc:spChg>
        <pc:spChg chg="del mod">
          <ac:chgData name="Harsh Dalal" userId="S::harsh.dalal@bluedataconsulting.in::b955d4cd-8966-4207-a182-07fe202de296" providerId="AD" clId="Web-{A2610BA4-2E75-8B77-FA1F-7E8FE8D45FDF}" dt="2025-12-02T14:10:31.887" v="70"/>
          <ac:spMkLst>
            <pc:docMk/>
            <pc:sldMk cId="97765210" sldId="259"/>
            <ac:spMk id="3" creationId="{AB56692C-EC23-B6DF-E30E-0A79640671A3}"/>
          </ac:spMkLst>
        </pc:spChg>
        <pc:spChg chg="add">
          <ac:chgData name="Harsh Dalal" userId="S::harsh.dalal@bluedataconsulting.in::b955d4cd-8966-4207-a182-07fe202de296" providerId="AD" clId="Web-{A2610BA4-2E75-8B77-FA1F-7E8FE8D45FDF}" dt="2025-12-02T14:10:31.887" v="70"/>
          <ac:spMkLst>
            <pc:docMk/>
            <pc:sldMk cId="97765210" sldId="259"/>
            <ac:spMk id="9" creationId="{BACC6370-2D7E-4714-9D71-7542949D7D5D}"/>
          </ac:spMkLst>
        </pc:spChg>
        <pc:spChg chg="add">
          <ac:chgData name="Harsh Dalal" userId="S::harsh.dalal@bluedataconsulting.in::b955d4cd-8966-4207-a182-07fe202de296" providerId="AD" clId="Web-{A2610BA4-2E75-8B77-FA1F-7E8FE8D45FDF}" dt="2025-12-02T14:10:31.887" v="70"/>
          <ac:spMkLst>
            <pc:docMk/>
            <pc:sldMk cId="97765210" sldId="259"/>
            <ac:spMk id="11" creationId="{F68B3F68-107C-434F-AA38-110D5EA91B85}"/>
          </ac:spMkLst>
        </pc:spChg>
        <pc:spChg chg="add">
          <ac:chgData name="Harsh Dalal" userId="S::harsh.dalal@bluedataconsulting.in::b955d4cd-8966-4207-a182-07fe202de296" providerId="AD" clId="Web-{A2610BA4-2E75-8B77-FA1F-7E8FE8D45FDF}" dt="2025-12-02T14:10:31.887" v="70"/>
          <ac:spMkLst>
            <pc:docMk/>
            <pc:sldMk cId="97765210" sldId="259"/>
            <ac:spMk id="13" creationId="{AAD0DBB9-1A4B-4391-81D4-CB19F9AB918A}"/>
          </ac:spMkLst>
        </pc:spChg>
        <pc:spChg chg="add">
          <ac:chgData name="Harsh Dalal" userId="S::harsh.dalal@bluedataconsulting.in::b955d4cd-8966-4207-a182-07fe202de296" providerId="AD" clId="Web-{A2610BA4-2E75-8B77-FA1F-7E8FE8D45FDF}" dt="2025-12-02T14:10:31.887" v="70"/>
          <ac:spMkLst>
            <pc:docMk/>
            <pc:sldMk cId="97765210" sldId="259"/>
            <ac:spMk id="15" creationId="{063BBA22-50EA-4C4D-BE05-F1CE4E63AA56}"/>
          </ac:spMkLst>
        </pc:spChg>
        <pc:graphicFrameChg chg="add">
          <ac:chgData name="Harsh Dalal" userId="S::harsh.dalal@bluedataconsulting.in::b955d4cd-8966-4207-a182-07fe202de296" providerId="AD" clId="Web-{A2610BA4-2E75-8B77-FA1F-7E8FE8D45FDF}" dt="2025-12-02T14:10:31.887" v="70"/>
          <ac:graphicFrameMkLst>
            <pc:docMk/>
            <pc:sldMk cId="97765210" sldId="259"/>
            <ac:graphicFrameMk id="5" creationId="{F77BF651-7A10-B1BF-DC01-417940EF2901}"/>
          </ac:graphicFrameMkLst>
        </pc:graphicFrameChg>
      </pc:sldChg>
      <pc:sldChg chg="addSp modSp new mod setBg">
        <pc:chgData name="Harsh Dalal" userId="S::harsh.dalal@bluedataconsulting.in::b955d4cd-8966-4207-a182-07fe202de296" providerId="AD" clId="Web-{A2610BA4-2E75-8B77-FA1F-7E8FE8D45FDF}" dt="2025-12-02T14:09:49.946" v="66"/>
        <pc:sldMkLst>
          <pc:docMk/>
          <pc:sldMk cId="2602554603" sldId="260"/>
        </pc:sldMkLst>
        <pc:spChg chg="mod">
          <ac:chgData name="Harsh Dalal" userId="S::harsh.dalal@bluedataconsulting.in::b955d4cd-8966-4207-a182-07fe202de296" providerId="AD" clId="Web-{A2610BA4-2E75-8B77-FA1F-7E8FE8D45FDF}" dt="2025-12-02T14:09:49.946" v="66"/>
          <ac:spMkLst>
            <pc:docMk/>
            <pc:sldMk cId="2602554603" sldId="260"/>
            <ac:spMk id="2" creationId="{9B64E0DF-2B6B-5B24-5C04-2A78F8C78B06}"/>
          </ac:spMkLst>
        </pc:spChg>
        <pc:spChg chg="mod">
          <ac:chgData name="Harsh Dalal" userId="S::harsh.dalal@bluedataconsulting.in::b955d4cd-8966-4207-a182-07fe202de296" providerId="AD" clId="Web-{A2610BA4-2E75-8B77-FA1F-7E8FE8D45FDF}" dt="2025-12-02T14:09:49.946" v="66"/>
          <ac:spMkLst>
            <pc:docMk/>
            <pc:sldMk cId="2602554603" sldId="260"/>
            <ac:spMk id="3" creationId="{F9B07D3E-470A-921E-455E-5DAC1F6DD534}"/>
          </ac:spMkLst>
        </pc:spChg>
        <pc:spChg chg="add">
          <ac:chgData name="Harsh Dalal" userId="S::harsh.dalal@bluedataconsulting.in::b955d4cd-8966-4207-a182-07fe202de296" providerId="AD" clId="Web-{A2610BA4-2E75-8B77-FA1F-7E8FE8D45FDF}" dt="2025-12-02T14:09:49.946" v="66"/>
          <ac:spMkLst>
            <pc:docMk/>
            <pc:sldMk cId="2602554603" sldId="260"/>
            <ac:spMk id="8" creationId="{09588DA8-065E-4F6F-8EFD-43104AB2E0CF}"/>
          </ac:spMkLst>
        </pc:spChg>
        <pc:spChg chg="add">
          <ac:chgData name="Harsh Dalal" userId="S::harsh.dalal@bluedataconsulting.in::b955d4cd-8966-4207-a182-07fe202de296" providerId="AD" clId="Web-{A2610BA4-2E75-8B77-FA1F-7E8FE8D45FDF}" dt="2025-12-02T14:09:49.946" v="66"/>
          <ac:spMkLst>
            <pc:docMk/>
            <pc:sldMk cId="2602554603" sldId="260"/>
            <ac:spMk id="10" creationId="{C4285719-470E-454C-AF62-8323075F1F5B}"/>
          </ac:spMkLst>
        </pc:spChg>
        <pc:spChg chg="add">
          <ac:chgData name="Harsh Dalal" userId="S::harsh.dalal@bluedataconsulting.in::b955d4cd-8966-4207-a182-07fe202de296" providerId="AD" clId="Web-{A2610BA4-2E75-8B77-FA1F-7E8FE8D45FDF}" dt="2025-12-02T14:09:49.946" v="66"/>
          <ac:spMkLst>
            <pc:docMk/>
            <pc:sldMk cId="2602554603" sldId="260"/>
            <ac:spMk id="12" creationId="{CD9FE4EF-C4D8-49A0-B2FF-81D8DB7D8A24}"/>
          </ac:spMkLst>
        </pc:spChg>
        <pc:spChg chg="add">
          <ac:chgData name="Harsh Dalal" userId="S::harsh.dalal@bluedataconsulting.in::b955d4cd-8966-4207-a182-07fe202de296" providerId="AD" clId="Web-{A2610BA4-2E75-8B77-FA1F-7E8FE8D45FDF}" dt="2025-12-02T14:09:49.946" v="66"/>
          <ac:spMkLst>
            <pc:docMk/>
            <pc:sldMk cId="2602554603" sldId="260"/>
            <ac:spMk id="14" creationId="{4300840D-0A0B-4512-BACA-B439D5B9C57C}"/>
          </ac:spMkLst>
        </pc:spChg>
        <pc:spChg chg="add">
          <ac:chgData name="Harsh Dalal" userId="S::harsh.dalal@bluedataconsulting.in::b955d4cd-8966-4207-a182-07fe202de296" providerId="AD" clId="Web-{A2610BA4-2E75-8B77-FA1F-7E8FE8D45FDF}" dt="2025-12-02T14:09:49.946" v="66"/>
          <ac:spMkLst>
            <pc:docMk/>
            <pc:sldMk cId="2602554603" sldId="260"/>
            <ac:spMk id="16" creationId="{D2B78728-A580-49A7-84F9-6EF6F583ADE0}"/>
          </ac:spMkLst>
        </pc:spChg>
        <pc:spChg chg="add">
          <ac:chgData name="Harsh Dalal" userId="S::harsh.dalal@bluedataconsulting.in::b955d4cd-8966-4207-a182-07fe202de296" providerId="AD" clId="Web-{A2610BA4-2E75-8B77-FA1F-7E8FE8D45FDF}" dt="2025-12-02T14:09:49.946" v="66"/>
          <ac:spMkLst>
            <pc:docMk/>
            <pc:sldMk cId="2602554603" sldId="260"/>
            <ac:spMk id="18" creationId="{38FAA1A1-D861-433F-88FA-1E9D6FD31D11}"/>
          </ac:spMkLst>
        </pc:spChg>
        <pc:spChg chg="add">
          <ac:chgData name="Harsh Dalal" userId="S::harsh.dalal@bluedataconsulting.in::b955d4cd-8966-4207-a182-07fe202de296" providerId="AD" clId="Web-{A2610BA4-2E75-8B77-FA1F-7E8FE8D45FDF}" dt="2025-12-02T14:09:49.946" v="66"/>
          <ac:spMkLst>
            <pc:docMk/>
            <pc:sldMk cId="2602554603" sldId="260"/>
            <ac:spMk id="20" creationId="{8D71EDA1-87BF-4D5D-AB79-F346FD19278A}"/>
          </ac:spMkLst>
        </pc:spChg>
      </pc:sldChg>
      <pc:sldChg chg="addSp delSp modSp new mod setBg">
        <pc:chgData name="Harsh Dalal" userId="S::harsh.dalal@bluedataconsulting.in::b955d4cd-8966-4207-a182-07fe202de296" providerId="AD" clId="Web-{A2610BA4-2E75-8B77-FA1F-7E8FE8D45FDF}" dt="2025-12-02T14:10:40.294" v="71"/>
        <pc:sldMkLst>
          <pc:docMk/>
          <pc:sldMk cId="429568776" sldId="261"/>
        </pc:sldMkLst>
        <pc:spChg chg="mod">
          <ac:chgData name="Harsh Dalal" userId="S::harsh.dalal@bluedataconsulting.in::b955d4cd-8966-4207-a182-07fe202de296" providerId="AD" clId="Web-{A2610BA4-2E75-8B77-FA1F-7E8FE8D45FDF}" dt="2025-12-02T14:10:40.294" v="71"/>
          <ac:spMkLst>
            <pc:docMk/>
            <pc:sldMk cId="429568776" sldId="261"/>
            <ac:spMk id="2" creationId="{50E6DEE1-B387-FF81-C368-A7C2376EC10C}"/>
          </ac:spMkLst>
        </pc:spChg>
        <pc:spChg chg="del mod">
          <ac:chgData name="Harsh Dalal" userId="S::harsh.dalal@bluedataconsulting.in::b955d4cd-8966-4207-a182-07fe202de296" providerId="AD" clId="Web-{A2610BA4-2E75-8B77-FA1F-7E8FE8D45FDF}" dt="2025-12-02T14:10:40.294" v="71"/>
          <ac:spMkLst>
            <pc:docMk/>
            <pc:sldMk cId="429568776" sldId="261"/>
            <ac:spMk id="3" creationId="{F2D6FE2C-6B9C-7B43-105C-D364A36252F0}"/>
          </ac:spMkLst>
        </pc:spChg>
        <pc:spChg chg="add">
          <ac:chgData name="Harsh Dalal" userId="S::harsh.dalal@bluedataconsulting.in::b955d4cd-8966-4207-a182-07fe202de296" providerId="AD" clId="Web-{A2610BA4-2E75-8B77-FA1F-7E8FE8D45FDF}" dt="2025-12-02T14:10:40.294" v="71"/>
          <ac:spMkLst>
            <pc:docMk/>
            <pc:sldMk cId="429568776" sldId="261"/>
            <ac:spMk id="9" creationId="{BACC6370-2D7E-4714-9D71-7542949D7D5D}"/>
          </ac:spMkLst>
        </pc:spChg>
        <pc:spChg chg="add">
          <ac:chgData name="Harsh Dalal" userId="S::harsh.dalal@bluedataconsulting.in::b955d4cd-8966-4207-a182-07fe202de296" providerId="AD" clId="Web-{A2610BA4-2E75-8B77-FA1F-7E8FE8D45FDF}" dt="2025-12-02T14:10:40.294" v="71"/>
          <ac:spMkLst>
            <pc:docMk/>
            <pc:sldMk cId="429568776" sldId="261"/>
            <ac:spMk id="11" creationId="{F68B3F68-107C-434F-AA38-110D5EA91B85}"/>
          </ac:spMkLst>
        </pc:spChg>
        <pc:spChg chg="add">
          <ac:chgData name="Harsh Dalal" userId="S::harsh.dalal@bluedataconsulting.in::b955d4cd-8966-4207-a182-07fe202de296" providerId="AD" clId="Web-{A2610BA4-2E75-8B77-FA1F-7E8FE8D45FDF}" dt="2025-12-02T14:10:40.294" v="71"/>
          <ac:spMkLst>
            <pc:docMk/>
            <pc:sldMk cId="429568776" sldId="261"/>
            <ac:spMk id="13" creationId="{AAD0DBB9-1A4B-4391-81D4-CB19F9AB918A}"/>
          </ac:spMkLst>
        </pc:spChg>
        <pc:spChg chg="add">
          <ac:chgData name="Harsh Dalal" userId="S::harsh.dalal@bluedataconsulting.in::b955d4cd-8966-4207-a182-07fe202de296" providerId="AD" clId="Web-{A2610BA4-2E75-8B77-FA1F-7E8FE8D45FDF}" dt="2025-12-02T14:10:40.294" v="71"/>
          <ac:spMkLst>
            <pc:docMk/>
            <pc:sldMk cId="429568776" sldId="261"/>
            <ac:spMk id="15" creationId="{063BBA22-50EA-4C4D-BE05-F1CE4E63AA56}"/>
          </ac:spMkLst>
        </pc:spChg>
        <pc:graphicFrameChg chg="add">
          <ac:chgData name="Harsh Dalal" userId="S::harsh.dalal@bluedataconsulting.in::b955d4cd-8966-4207-a182-07fe202de296" providerId="AD" clId="Web-{A2610BA4-2E75-8B77-FA1F-7E8FE8D45FDF}" dt="2025-12-02T14:10:40.294" v="71"/>
          <ac:graphicFrameMkLst>
            <pc:docMk/>
            <pc:sldMk cId="429568776" sldId="261"/>
            <ac:graphicFrameMk id="5" creationId="{60436F07-052E-0BF3-DA4F-F9C32E03B87D}"/>
          </ac:graphicFrameMkLst>
        </pc:graphicFrameChg>
      </pc:sldChg>
      <pc:sldChg chg="addSp delSp modSp new mod setBg">
        <pc:chgData name="Harsh Dalal" userId="S::harsh.dalal@bluedataconsulting.in::b955d4cd-8966-4207-a182-07fe202de296" providerId="AD" clId="Web-{A2610BA4-2E75-8B77-FA1F-7E8FE8D45FDF}" dt="2025-12-02T14:10:58.732" v="72"/>
        <pc:sldMkLst>
          <pc:docMk/>
          <pc:sldMk cId="385476014" sldId="262"/>
        </pc:sldMkLst>
        <pc:spChg chg="mod">
          <ac:chgData name="Harsh Dalal" userId="S::harsh.dalal@bluedataconsulting.in::b955d4cd-8966-4207-a182-07fe202de296" providerId="AD" clId="Web-{A2610BA4-2E75-8B77-FA1F-7E8FE8D45FDF}" dt="2025-12-02T14:10:58.732" v="72"/>
          <ac:spMkLst>
            <pc:docMk/>
            <pc:sldMk cId="385476014" sldId="262"/>
            <ac:spMk id="2" creationId="{93DC4711-4BF4-1CAF-4DB4-E1BB46B458AD}"/>
          </ac:spMkLst>
        </pc:spChg>
        <pc:spChg chg="del mod">
          <ac:chgData name="Harsh Dalal" userId="S::harsh.dalal@bluedataconsulting.in::b955d4cd-8966-4207-a182-07fe202de296" providerId="AD" clId="Web-{A2610BA4-2E75-8B77-FA1F-7E8FE8D45FDF}" dt="2025-12-02T14:10:58.732" v="72"/>
          <ac:spMkLst>
            <pc:docMk/>
            <pc:sldMk cId="385476014" sldId="262"/>
            <ac:spMk id="3" creationId="{FF41BF80-A377-AC45-1A7A-CE18AA3CD2A5}"/>
          </ac:spMkLst>
        </pc:spChg>
        <pc:spChg chg="add">
          <ac:chgData name="Harsh Dalal" userId="S::harsh.dalal@bluedataconsulting.in::b955d4cd-8966-4207-a182-07fe202de296" providerId="AD" clId="Web-{A2610BA4-2E75-8B77-FA1F-7E8FE8D45FDF}" dt="2025-12-02T14:10:58.732" v="72"/>
          <ac:spMkLst>
            <pc:docMk/>
            <pc:sldMk cId="385476014" sldId="262"/>
            <ac:spMk id="9" creationId="{BACC6370-2D7E-4714-9D71-7542949D7D5D}"/>
          </ac:spMkLst>
        </pc:spChg>
        <pc:spChg chg="add">
          <ac:chgData name="Harsh Dalal" userId="S::harsh.dalal@bluedataconsulting.in::b955d4cd-8966-4207-a182-07fe202de296" providerId="AD" clId="Web-{A2610BA4-2E75-8B77-FA1F-7E8FE8D45FDF}" dt="2025-12-02T14:10:58.732" v="72"/>
          <ac:spMkLst>
            <pc:docMk/>
            <pc:sldMk cId="385476014" sldId="262"/>
            <ac:spMk id="11" creationId="{F68B3F68-107C-434F-AA38-110D5EA91B85}"/>
          </ac:spMkLst>
        </pc:spChg>
        <pc:spChg chg="add">
          <ac:chgData name="Harsh Dalal" userId="S::harsh.dalal@bluedataconsulting.in::b955d4cd-8966-4207-a182-07fe202de296" providerId="AD" clId="Web-{A2610BA4-2E75-8B77-FA1F-7E8FE8D45FDF}" dt="2025-12-02T14:10:58.732" v="72"/>
          <ac:spMkLst>
            <pc:docMk/>
            <pc:sldMk cId="385476014" sldId="262"/>
            <ac:spMk id="13" creationId="{AAD0DBB9-1A4B-4391-81D4-CB19F9AB918A}"/>
          </ac:spMkLst>
        </pc:spChg>
        <pc:spChg chg="add">
          <ac:chgData name="Harsh Dalal" userId="S::harsh.dalal@bluedataconsulting.in::b955d4cd-8966-4207-a182-07fe202de296" providerId="AD" clId="Web-{A2610BA4-2E75-8B77-FA1F-7E8FE8D45FDF}" dt="2025-12-02T14:10:58.732" v="72"/>
          <ac:spMkLst>
            <pc:docMk/>
            <pc:sldMk cId="385476014" sldId="262"/>
            <ac:spMk id="15" creationId="{063BBA22-50EA-4C4D-BE05-F1CE4E63AA56}"/>
          </ac:spMkLst>
        </pc:spChg>
        <pc:graphicFrameChg chg="add">
          <ac:chgData name="Harsh Dalal" userId="S::harsh.dalal@bluedataconsulting.in::b955d4cd-8966-4207-a182-07fe202de296" providerId="AD" clId="Web-{A2610BA4-2E75-8B77-FA1F-7E8FE8D45FDF}" dt="2025-12-02T14:10:58.732" v="72"/>
          <ac:graphicFrameMkLst>
            <pc:docMk/>
            <pc:sldMk cId="385476014" sldId="262"/>
            <ac:graphicFrameMk id="5" creationId="{3E56F839-0A0F-AE19-27C7-6D14BFB41A75}"/>
          </ac:graphicFrameMkLst>
        </pc:graphicFrameChg>
      </pc:sldChg>
      <pc:sldChg chg="addSp delSp modSp new mod setBg">
        <pc:chgData name="Harsh Dalal" userId="S::harsh.dalal@bluedataconsulting.in::b955d4cd-8966-4207-a182-07fe202de296" providerId="AD" clId="Web-{A2610BA4-2E75-8B77-FA1F-7E8FE8D45FDF}" dt="2025-12-02T14:12:06.501" v="87"/>
        <pc:sldMkLst>
          <pc:docMk/>
          <pc:sldMk cId="563988557" sldId="263"/>
        </pc:sldMkLst>
        <pc:spChg chg="mod">
          <ac:chgData name="Harsh Dalal" userId="S::harsh.dalal@bluedataconsulting.in::b955d4cd-8966-4207-a182-07fe202de296" providerId="AD" clId="Web-{A2610BA4-2E75-8B77-FA1F-7E8FE8D45FDF}" dt="2025-12-02T14:12:06.501" v="87"/>
          <ac:spMkLst>
            <pc:docMk/>
            <pc:sldMk cId="563988557" sldId="263"/>
            <ac:spMk id="2" creationId="{E0018D74-5F76-53B9-B293-4FD0D0EF1F95}"/>
          </ac:spMkLst>
        </pc:spChg>
        <pc:spChg chg="add del mod">
          <ac:chgData name="Harsh Dalal" userId="S::harsh.dalal@bluedataconsulting.in::b955d4cd-8966-4207-a182-07fe202de296" providerId="AD" clId="Web-{A2610BA4-2E75-8B77-FA1F-7E8FE8D45FDF}" dt="2025-12-02T14:11:18.983" v="75"/>
          <ac:spMkLst>
            <pc:docMk/>
            <pc:sldMk cId="563988557" sldId="263"/>
            <ac:spMk id="3" creationId="{0B8DBABF-37D0-E9C4-7DEA-F5384A89B042}"/>
          </ac:spMkLst>
        </pc:spChg>
        <pc:spChg chg="add del">
          <ac:chgData name="Harsh Dalal" userId="S::harsh.dalal@bluedataconsulting.in::b955d4cd-8966-4207-a182-07fe202de296" providerId="AD" clId="Web-{A2610BA4-2E75-8B77-FA1F-7E8FE8D45FDF}" dt="2025-12-02T14:11:18.937" v="74"/>
          <ac:spMkLst>
            <pc:docMk/>
            <pc:sldMk cId="563988557" sldId="263"/>
            <ac:spMk id="9" creationId="{BACC6370-2D7E-4714-9D71-7542949D7D5D}"/>
          </ac:spMkLst>
        </pc:spChg>
        <pc:spChg chg="add del">
          <ac:chgData name="Harsh Dalal" userId="S::harsh.dalal@bluedataconsulting.in::b955d4cd-8966-4207-a182-07fe202de296" providerId="AD" clId="Web-{A2610BA4-2E75-8B77-FA1F-7E8FE8D45FDF}" dt="2025-12-02T14:12:06.501" v="87"/>
          <ac:spMkLst>
            <pc:docMk/>
            <pc:sldMk cId="563988557" sldId="263"/>
            <ac:spMk id="10" creationId="{E51BA4DF-2BD4-4EC2-B1DB-B27C8AC71864}"/>
          </ac:spMkLst>
        </pc:spChg>
        <pc:spChg chg="add del">
          <ac:chgData name="Harsh Dalal" userId="S::harsh.dalal@bluedataconsulting.in::b955d4cd-8966-4207-a182-07fe202de296" providerId="AD" clId="Web-{A2610BA4-2E75-8B77-FA1F-7E8FE8D45FDF}" dt="2025-12-02T14:11:18.937" v="74"/>
          <ac:spMkLst>
            <pc:docMk/>
            <pc:sldMk cId="563988557" sldId="263"/>
            <ac:spMk id="11" creationId="{256B2C21-A230-48C0-8DF1-C46611373C44}"/>
          </ac:spMkLst>
        </pc:spChg>
        <pc:spChg chg="add del">
          <ac:chgData name="Harsh Dalal" userId="S::harsh.dalal@bluedataconsulting.in::b955d4cd-8966-4207-a182-07fe202de296" providerId="AD" clId="Web-{A2610BA4-2E75-8B77-FA1F-7E8FE8D45FDF}" dt="2025-12-02T14:11:18.937" v="74"/>
          <ac:spMkLst>
            <pc:docMk/>
            <pc:sldMk cId="563988557" sldId="263"/>
            <ac:spMk id="13" creationId="{3847E18C-932D-4C95-AABA-FEC7C9499AD7}"/>
          </ac:spMkLst>
        </pc:spChg>
        <pc:spChg chg="add del">
          <ac:chgData name="Harsh Dalal" userId="S::harsh.dalal@bluedataconsulting.in::b955d4cd-8966-4207-a182-07fe202de296" providerId="AD" clId="Web-{A2610BA4-2E75-8B77-FA1F-7E8FE8D45FDF}" dt="2025-12-02T14:11:18.937" v="74"/>
          <ac:spMkLst>
            <pc:docMk/>
            <pc:sldMk cId="563988557" sldId="263"/>
            <ac:spMk id="15" creationId="{3150CB11-0C61-439E-910F-5787759E72A0}"/>
          </ac:spMkLst>
        </pc:spChg>
        <pc:spChg chg="add del">
          <ac:chgData name="Harsh Dalal" userId="S::harsh.dalal@bluedataconsulting.in::b955d4cd-8966-4207-a182-07fe202de296" providerId="AD" clId="Web-{A2610BA4-2E75-8B77-FA1F-7E8FE8D45FDF}" dt="2025-12-02T14:11:18.937" v="74"/>
          <ac:spMkLst>
            <pc:docMk/>
            <pc:sldMk cId="563988557" sldId="263"/>
            <ac:spMk id="17" creationId="{43F8A58B-5155-44CE-A5FF-7647B47D0A7A}"/>
          </ac:spMkLst>
        </pc:spChg>
        <pc:spChg chg="add del">
          <ac:chgData name="Harsh Dalal" userId="S::harsh.dalal@bluedataconsulting.in::b955d4cd-8966-4207-a182-07fe202de296" providerId="AD" clId="Web-{A2610BA4-2E75-8B77-FA1F-7E8FE8D45FDF}" dt="2025-12-02T14:11:18.937" v="74"/>
          <ac:spMkLst>
            <pc:docMk/>
            <pc:sldMk cId="563988557" sldId="263"/>
            <ac:spMk id="19" creationId="{443F2ACA-E6D6-4028-82DD-F03C262D5DE6}"/>
          </ac:spMkLst>
        </pc:spChg>
        <pc:spChg chg="add">
          <ac:chgData name="Harsh Dalal" userId="S::harsh.dalal@bluedataconsulting.in::b955d4cd-8966-4207-a182-07fe202de296" providerId="AD" clId="Web-{A2610BA4-2E75-8B77-FA1F-7E8FE8D45FDF}" dt="2025-12-02T14:12:06.501" v="87"/>
          <ac:spMkLst>
            <pc:docMk/>
            <pc:sldMk cId="563988557" sldId="263"/>
            <ac:spMk id="26" creationId="{135FA909-3F24-448C-A8BC-7CF77F62F84F}"/>
          </ac:spMkLst>
        </pc:spChg>
        <pc:grpChg chg="add">
          <ac:chgData name="Harsh Dalal" userId="S::harsh.dalal@bluedataconsulting.in::b955d4cd-8966-4207-a182-07fe202de296" providerId="AD" clId="Web-{A2610BA4-2E75-8B77-FA1F-7E8FE8D45FDF}" dt="2025-12-02T14:12:06.501" v="87"/>
          <ac:grpSpMkLst>
            <pc:docMk/>
            <pc:sldMk cId="563988557" sldId="263"/>
            <ac:grpSpMk id="28" creationId="{8B60959F-9B69-4520-A16E-EA6BECC747D6}"/>
          </ac:grpSpMkLst>
        </pc:grpChg>
        <pc:graphicFrameChg chg="add del">
          <ac:chgData name="Harsh Dalal" userId="S::harsh.dalal@bluedataconsulting.in::b955d4cd-8966-4207-a182-07fe202de296" providerId="AD" clId="Web-{A2610BA4-2E75-8B77-FA1F-7E8FE8D45FDF}" dt="2025-12-02T14:11:18.937" v="74"/>
          <ac:graphicFrameMkLst>
            <pc:docMk/>
            <pc:sldMk cId="563988557" sldId="263"/>
            <ac:graphicFrameMk id="5" creationId="{8CDDFAFD-480F-8AB4-8AC3-C0A63A192393}"/>
          </ac:graphicFrameMkLst>
        </pc:graphicFrameChg>
        <pc:graphicFrameChg chg="add mod modGraphic">
          <ac:chgData name="Harsh Dalal" userId="S::harsh.dalal@bluedataconsulting.in::b955d4cd-8966-4207-a182-07fe202de296" providerId="AD" clId="Web-{A2610BA4-2E75-8B77-FA1F-7E8FE8D45FDF}" dt="2025-12-02T14:12:06.501" v="87"/>
          <ac:graphicFrameMkLst>
            <pc:docMk/>
            <pc:sldMk cId="563988557" sldId="263"/>
            <ac:graphicFrameMk id="21" creationId="{046B5840-72FE-04AA-BE12-F75EF569B387}"/>
          </ac:graphicFrameMkLst>
        </pc:graphicFrameChg>
        <pc:picChg chg="add mod">
          <ac:chgData name="Harsh Dalal" userId="S::harsh.dalal@bluedataconsulting.in::b955d4cd-8966-4207-a182-07fe202de296" providerId="AD" clId="Web-{A2610BA4-2E75-8B77-FA1F-7E8FE8D45FDF}" dt="2025-12-02T14:12:06.501" v="87"/>
          <ac:picMkLst>
            <pc:docMk/>
            <pc:sldMk cId="563988557" sldId="263"/>
            <ac:picMk id="6" creationId="{C338700B-351F-AA75-9E57-FC797078919E}"/>
          </ac:picMkLst>
        </pc:picChg>
      </pc:sldChg>
      <pc:sldChg chg="addSp modSp new mod setBg">
        <pc:chgData name="Harsh Dalal" userId="S::harsh.dalal@bluedataconsulting.in::b955d4cd-8966-4207-a182-07fe202de296" providerId="AD" clId="Web-{A2610BA4-2E75-8B77-FA1F-7E8FE8D45FDF}" dt="2025-12-02T14:11:50.626" v="86" actId="14100"/>
        <pc:sldMkLst>
          <pc:docMk/>
          <pc:sldMk cId="3947374892" sldId="264"/>
        </pc:sldMkLst>
        <pc:spChg chg="mod">
          <ac:chgData name="Harsh Dalal" userId="S::harsh.dalal@bluedataconsulting.in::b955d4cd-8966-4207-a182-07fe202de296" providerId="AD" clId="Web-{A2610BA4-2E75-8B77-FA1F-7E8FE8D45FDF}" dt="2025-12-02T14:11:34.531" v="76"/>
          <ac:spMkLst>
            <pc:docMk/>
            <pc:sldMk cId="3947374892" sldId="264"/>
            <ac:spMk id="2" creationId="{242D98C7-A6F1-DB4F-2571-E1106F0AF4E5}"/>
          </ac:spMkLst>
        </pc:spChg>
        <pc:spChg chg="mod">
          <ac:chgData name="Harsh Dalal" userId="S::harsh.dalal@bluedataconsulting.in::b955d4cd-8966-4207-a182-07fe202de296" providerId="AD" clId="Web-{A2610BA4-2E75-8B77-FA1F-7E8FE8D45FDF}" dt="2025-12-02T14:11:50.626" v="86" actId="14100"/>
          <ac:spMkLst>
            <pc:docMk/>
            <pc:sldMk cId="3947374892" sldId="264"/>
            <ac:spMk id="3" creationId="{B95175DF-1B81-FE01-22BA-9E0B468DAA12}"/>
          </ac:spMkLst>
        </pc:spChg>
        <pc:spChg chg="add">
          <ac:chgData name="Harsh Dalal" userId="S::harsh.dalal@bluedataconsulting.in::b955d4cd-8966-4207-a182-07fe202de296" providerId="AD" clId="Web-{A2610BA4-2E75-8B77-FA1F-7E8FE8D45FDF}" dt="2025-12-02T14:11:34.531" v="76"/>
          <ac:spMkLst>
            <pc:docMk/>
            <pc:sldMk cId="3947374892" sldId="264"/>
            <ac:spMk id="8" creationId="{5A0118C5-4F8D-4CF4-BADD-53FEACC6C42A}"/>
          </ac:spMkLst>
        </pc:spChg>
        <pc:spChg chg="add">
          <ac:chgData name="Harsh Dalal" userId="S::harsh.dalal@bluedataconsulting.in::b955d4cd-8966-4207-a182-07fe202de296" providerId="AD" clId="Web-{A2610BA4-2E75-8B77-FA1F-7E8FE8D45FDF}" dt="2025-12-02T14:11:34.531" v="76"/>
          <ac:spMkLst>
            <pc:docMk/>
            <pc:sldMk cId="3947374892" sldId="264"/>
            <ac:spMk id="10" creationId="{F98F79A4-A6C7-4101-B1E9-27E05CB7CFA0}"/>
          </ac:spMkLst>
        </pc:spChg>
        <pc:spChg chg="add">
          <ac:chgData name="Harsh Dalal" userId="S::harsh.dalal@bluedataconsulting.in::b955d4cd-8966-4207-a182-07fe202de296" providerId="AD" clId="Web-{A2610BA4-2E75-8B77-FA1F-7E8FE8D45FDF}" dt="2025-12-02T14:11:34.531" v="76"/>
          <ac:spMkLst>
            <pc:docMk/>
            <pc:sldMk cId="3947374892" sldId="264"/>
            <ac:spMk id="12" creationId="{31CE7A08-2184-4B99-ABC0-B40CD1D3F281}"/>
          </ac:spMkLst>
        </pc:spChg>
        <pc:spChg chg="add">
          <ac:chgData name="Harsh Dalal" userId="S::harsh.dalal@bluedataconsulting.in::b955d4cd-8966-4207-a182-07fe202de296" providerId="AD" clId="Web-{A2610BA4-2E75-8B77-FA1F-7E8FE8D45FDF}" dt="2025-12-02T14:11:34.531" v="76"/>
          <ac:spMkLst>
            <pc:docMk/>
            <pc:sldMk cId="3947374892" sldId="264"/>
            <ac:spMk id="14" creationId="{79AFCB35-9C04-4524-A0B1-57FF6865D013}"/>
          </ac:spMkLst>
        </pc:spChg>
        <pc:spChg chg="add">
          <ac:chgData name="Harsh Dalal" userId="S::harsh.dalal@bluedataconsulting.in::b955d4cd-8966-4207-a182-07fe202de296" providerId="AD" clId="Web-{A2610BA4-2E75-8B77-FA1F-7E8FE8D45FDF}" dt="2025-12-02T14:11:34.531" v="76"/>
          <ac:spMkLst>
            <pc:docMk/>
            <pc:sldMk cId="3947374892" sldId="264"/>
            <ac:spMk id="16" creationId="{D11AD2AD-0BA0-4DD3-8EEA-84686A0E718C}"/>
          </ac:spMkLst>
        </pc:spChg>
        <pc:spChg chg="add">
          <ac:chgData name="Harsh Dalal" userId="S::harsh.dalal@bluedataconsulting.in::b955d4cd-8966-4207-a182-07fe202de296" providerId="AD" clId="Web-{A2610BA4-2E75-8B77-FA1F-7E8FE8D45FDF}" dt="2025-12-02T14:11:34.531" v="76"/>
          <ac:spMkLst>
            <pc:docMk/>
            <pc:sldMk cId="3947374892" sldId="264"/>
            <ac:spMk id="18" creationId="{9E5C5460-229E-46C8-A712-CC317985420F}"/>
          </ac:spMkLst>
        </pc:spChg>
        <pc:spChg chg="add">
          <ac:chgData name="Harsh Dalal" userId="S::harsh.dalal@bluedataconsulting.in::b955d4cd-8966-4207-a182-07fe202de296" providerId="AD" clId="Web-{A2610BA4-2E75-8B77-FA1F-7E8FE8D45FDF}" dt="2025-12-02T14:11:34.531" v="76"/>
          <ac:spMkLst>
            <pc:docMk/>
            <pc:sldMk cId="3947374892" sldId="264"/>
            <ac:spMk id="20" creationId="{2552FC29-9118-466F-940E-80C84EFDF07B}"/>
          </ac:spMkLst>
        </pc:spChg>
        <pc:grpChg chg="add">
          <ac:chgData name="Harsh Dalal" userId="S::harsh.dalal@bluedataconsulting.in::b955d4cd-8966-4207-a182-07fe202de296" providerId="AD" clId="Web-{A2610BA4-2E75-8B77-FA1F-7E8FE8D45FDF}" dt="2025-12-02T14:11:34.531" v="76"/>
          <ac:grpSpMkLst>
            <pc:docMk/>
            <pc:sldMk cId="3947374892" sldId="264"/>
            <ac:grpSpMk id="22" creationId="{0C156BF8-7FF7-440F-BE2B-417DFFE8BFA5}"/>
          </ac:grpSpMkLst>
        </pc:grpChg>
      </pc:sldChg>
      <pc:sldChg chg="addSp delSp modSp new mod setBg">
        <pc:chgData name="Harsh Dalal" userId="S::harsh.dalal@bluedataconsulting.in::b955d4cd-8966-4207-a182-07fe202de296" providerId="AD" clId="Web-{A2610BA4-2E75-8B77-FA1F-7E8FE8D45FDF}" dt="2025-12-02T14:12:31.424" v="92"/>
        <pc:sldMkLst>
          <pc:docMk/>
          <pc:sldMk cId="735147301" sldId="265"/>
        </pc:sldMkLst>
        <pc:spChg chg="mod">
          <ac:chgData name="Harsh Dalal" userId="S::harsh.dalal@bluedataconsulting.in::b955d4cd-8966-4207-a182-07fe202de296" providerId="AD" clId="Web-{A2610BA4-2E75-8B77-FA1F-7E8FE8D45FDF}" dt="2025-12-02T14:12:31.424" v="92"/>
          <ac:spMkLst>
            <pc:docMk/>
            <pc:sldMk cId="735147301" sldId="265"/>
            <ac:spMk id="2" creationId="{E3133E88-5DD9-FB5D-50EC-3313642CF23D}"/>
          </ac:spMkLst>
        </pc:spChg>
        <pc:spChg chg="add del mod">
          <ac:chgData name="Harsh Dalal" userId="S::harsh.dalal@bluedataconsulting.in::b955d4cd-8966-4207-a182-07fe202de296" providerId="AD" clId="Web-{A2610BA4-2E75-8B77-FA1F-7E8FE8D45FDF}" dt="2025-12-02T14:12:31.424" v="92"/>
          <ac:spMkLst>
            <pc:docMk/>
            <pc:sldMk cId="735147301" sldId="265"/>
            <ac:spMk id="3" creationId="{E993E13C-6F52-66D0-B445-C8A7244B7D9D}"/>
          </ac:spMkLst>
        </pc:spChg>
        <pc:spChg chg="add">
          <ac:chgData name="Harsh Dalal" userId="S::harsh.dalal@bluedataconsulting.in::b955d4cd-8966-4207-a182-07fe202de296" providerId="AD" clId="Web-{A2610BA4-2E75-8B77-FA1F-7E8FE8D45FDF}" dt="2025-12-02T14:12:31.424" v="92"/>
          <ac:spMkLst>
            <pc:docMk/>
            <pc:sldMk cId="735147301" sldId="265"/>
            <ac:spMk id="8" creationId="{87BF42CA-AD55-48B4-8949-C4DCA60A6AEE}"/>
          </ac:spMkLst>
        </pc:spChg>
        <pc:spChg chg="add">
          <ac:chgData name="Harsh Dalal" userId="S::harsh.dalal@bluedataconsulting.in::b955d4cd-8966-4207-a182-07fe202de296" providerId="AD" clId="Web-{A2610BA4-2E75-8B77-FA1F-7E8FE8D45FDF}" dt="2025-12-02T14:12:31.424" v="92"/>
          <ac:spMkLst>
            <pc:docMk/>
            <pc:sldMk cId="735147301" sldId="265"/>
            <ac:spMk id="9" creationId="{E993E13C-6F52-66D0-B445-C8A7244B7D9D}"/>
          </ac:spMkLst>
        </pc:spChg>
        <pc:spChg chg="add">
          <ac:chgData name="Harsh Dalal" userId="S::harsh.dalal@bluedataconsulting.in::b955d4cd-8966-4207-a182-07fe202de296" providerId="AD" clId="Web-{A2610BA4-2E75-8B77-FA1F-7E8FE8D45FDF}" dt="2025-12-02T14:12:31.424" v="92"/>
          <ac:spMkLst>
            <pc:docMk/>
            <pc:sldMk cId="735147301" sldId="265"/>
            <ac:spMk id="10" creationId="{66AE1D3D-3106-4CB2-AA7C-0C1642AC0F2E}"/>
          </ac:spMkLst>
        </pc:spChg>
        <pc:grpChg chg="add">
          <ac:chgData name="Harsh Dalal" userId="S::harsh.dalal@bluedataconsulting.in::b955d4cd-8966-4207-a182-07fe202de296" providerId="AD" clId="Web-{A2610BA4-2E75-8B77-FA1F-7E8FE8D45FDF}" dt="2025-12-02T14:12:31.424" v="92"/>
          <ac:grpSpMkLst>
            <pc:docMk/>
            <pc:sldMk cId="735147301" sldId="265"/>
            <ac:grpSpMk id="12" creationId="{0A31B6AF-B711-4CDB-8C2B-16E963DDC4C5}"/>
          </ac:grpSpMkLst>
        </pc:grpChg>
        <pc:graphicFrameChg chg="add del">
          <ac:chgData name="Harsh Dalal" userId="S::harsh.dalal@bluedataconsulting.in::b955d4cd-8966-4207-a182-07fe202de296" providerId="AD" clId="Web-{A2610BA4-2E75-8B77-FA1F-7E8FE8D45FDF}" dt="2025-12-02T14:12:21.596" v="89"/>
          <ac:graphicFrameMkLst>
            <pc:docMk/>
            <pc:sldMk cId="735147301" sldId="265"/>
            <ac:graphicFrameMk id="5" creationId="{A5D4F86C-5898-5E68-26B7-4A9F5F915A7B}"/>
          </ac:graphicFrameMkLst>
        </pc:graphicFrameChg>
        <pc:graphicFrameChg chg="add del">
          <ac:chgData name="Harsh Dalal" userId="S::harsh.dalal@bluedataconsulting.in::b955d4cd-8966-4207-a182-07fe202de296" providerId="AD" clId="Web-{A2610BA4-2E75-8B77-FA1F-7E8FE8D45FDF}" dt="2025-12-02T14:12:31.393" v="91"/>
          <ac:graphicFrameMkLst>
            <pc:docMk/>
            <pc:sldMk cId="735147301" sldId="265"/>
            <ac:graphicFrameMk id="7" creationId="{656D5276-ACD7-5E28-EBBA-9079ED7F800B}"/>
          </ac:graphicFrameMkLst>
        </pc:graphicFrameChg>
      </pc:sldChg>
      <pc:sldChg chg="addSp delSp modSp new mod setBg">
        <pc:chgData name="Harsh Dalal" userId="S::harsh.dalal@bluedataconsulting.in::b955d4cd-8966-4207-a182-07fe202de296" providerId="AD" clId="Web-{A2610BA4-2E75-8B77-FA1F-7E8FE8D45FDF}" dt="2025-12-02T14:14:21.990" v="104"/>
        <pc:sldMkLst>
          <pc:docMk/>
          <pc:sldMk cId="1917591773" sldId="266"/>
        </pc:sldMkLst>
        <pc:spChg chg="mod">
          <ac:chgData name="Harsh Dalal" userId="S::harsh.dalal@bluedataconsulting.in::b955d4cd-8966-4207-a182-07fe202de296" providerId="AD" clId="Web-{A2610BA4-2E75-8B77-FA1F-7E8FE8D45FDF}" dt="2025-12-02T14:14:21.990" v="104"/>
          <ac:spMkLst>
            <pc:docMk/>
            <pc:sldMk cId="1917591773" sldId="266"/>
            <ac:spMk id="2" creationId="{3A2E14A6-DD57-E873-146D-23612613B960}"/>
          </ac:spMkLst>
        </pc:spChg>
        <pc:spChg chg="del">
          <ac:chgData name="Harsh Dalal" userId="S::harsh.dalal@bluedataconsulting.in::b955d4cd-8966-4207-a182-07fe202de296" providerId="AD" clId="Web-{A2610BA4-2E75-8B77-FA1F-7E8FE8D45FDF}" dt="2025-12-02T14:14:17.802" v="103"/>
          <ac:spMkLst>
            <pc:docMk/>
            <pc:sldMk cId="1917591773" sldId="266"/>
            <ac:spMk id="3" creationId="{69524C70-5990-416E-C608-9CB6B8621907}"/>
          </ac:spMkLst>
        </pc:spChg>
        <pc:spChg chg="add">
          <ac:chgData name="Harsh Dalal" userId="S::harsh.dalal@bluedataconsulting.in::b955d4cd-8966-4207-a182-07fe202de296" providerId="AD" clId="Web-{A2610BA4-2E75-8B77-FA1F-7E8FE8D45FDF}" dt="2025-12-02T14:14:21.990" v="104"/>
          <ac:spMkLst>
            <pc:docMk/>
            <pc:sldMk cId="1917591773" sldId="266"/>
            <ac:spMk id="9" creationId="{A4AC5506-6312-4701-8D3C-40187889A947}"/>
          </ac:spMkLst>
        </pc:spChg>
        <pc:picChg chg="add mod ord">
          <ac:chgData name="Harsh Dalal" userId="S::harsh.dalal@bluedataconsulting.in::b955d4cd-8966-4207-a182-07fe202de296" providerId="AD" clId="Web-{A2610BA4-2E75-8B77-FA1F-7E8FE8D45FDF}" dt="2025-12-02T14:14:21.990" v="104"/>
          <ac:picMkLst>
            <pc:docMk/>
            <pc:sldMk cId="1917591773" sldId="266"/>
            <ac:picMk id="4" creationId="{5C073756-ACDC-B482-A4A6-B4B628BAEC3C}"/>
          </ac:picMkLst>
        </pc:picChg>
      </pc:sldChg>
      <pc:sldChg chg="addSp delSp modSp new mod setBg">
        <pc:chgData name="Harsh Dalal" userId="S::harsh.dalal@bluedataconsulting.in::b955d4cd-8966-4207-a182-07fe202de296" providerId="AD" clId="Web-{A2610BA4-2E75-8B77-FA1F-7E8FE8D45FDF}" dt="2025-12-02T14:18:13.968" v="140" actId="20577"/>
        <pc:sldMkLst>
          <pc:docMk/>
          <pc:sldMk cId="2688886268" sldId="267"/>
        </pc:sldMkLst>
        <pc:spChg chg="del">
          <ac:chgData name="Harsh Dalal" userId="S::harsh.dalal@bluedataconsulting.in::b955d4cd-8966-4207-a182-07fe202de296" providerId="AD" clId="Web-{A2610BA4-2E75-8B77-FA1F-7E8FE8D45FDF}" dt="2025-12-02T14:16:05.684" v="108"/>
          <ac:spMkLst>
            <pc:docMk/>
            <pc:sldMk cId="2688886268" sldId="267"/>
            <ac:spMk id="2" creationId="{3DF48770-44A1-1E2A-D7E3-809D042961AB}"/>
          </ac:spMkLst>
        </pc:spChg>
        <pc:spChg chg="add del mod ord">
          <ac:chgData name="Harsh Dalal" userId="S::harsh.dalal@bluedataconsulting.in::b955d4cd-8966-4207-a182-07fe202de296" providerId="AD" clId="Web-{A2610BA4-2E75-8B77-FA1F-7E8FE8D45FDF}" dt="2025-12-02T14:18:13.968" v="140" actId="20577"/>
          <ac:spMkLst>
            <pc:docMk/>
            <pc:sldMk cId="2688886268" sldId="267"/>
            <ac:spMk id="3" creationId="{BFE47FF0-DC57-4286-E941-86E76F483209}"/>
          </ac:spMkLst>
        </pc:spChg>
        <pc:spChg chg="add mod ord">
          <ac:chgData name="Harsh Dalal" userId="S::harsh.dalal@bluedataconsulting.in::b955d4cd-8966-4207-a182-07fe202de296" providerId="AD" clId="Web-{A2610BA4-2E75-8B77-FA1F-7E8FE8D45FDF}" dt="2025-12-02T14:18:03.843" v="138"/>
          <ac:spMkLst>
            <pc:docMk/>
            <pc:sldMk cId="2688886268" sldId="267"/>
            <ac:spMk id="6" creationId="{CBD97671-7A53-6F8C-0028-476463A72AE2}"/>
          </ac:spMkLst>
        </pc:spChg>
        <pc:spChg chg="add del">
          <ac:chgData name="Harsh Dalal" userId="S::harsh.dalal@bluedataconsulting.in::b955d4cd-8966-4207-a182-07fe202de296" providerId="AD" clId="Web-{A2610BA4-2E75-8B77-FA1F-7E8FE8D45FDF}" dt="2025-12-02T14:17:03.373" v="122"/>
          <ac:spMkLst>
            <pc:docMk/>
            <pc:sldMk cId="2688886268" sldId="267"/>
            <ac:spMk id="10" creationId="{5A0118C5-4F8D-4CF4-BADD-53FEACC6C42A}"/>
          </ac:spMkLst>
        </pc:spChg>
        <pc:spChg chg="add del">
          <ac:chgData name="Harsh Dalal" userId="S::harsh.dalal@bluedataconsulting.in::b955d4cd-8966-4207-a182-07fe202de296" providerId="AD" clId="Web-{A2610BA4-2E75-8B77-FA1F-7E8FE8D45FDF}" dt="2025-12-02T14:18:03.843" v="138"/>
          <ac:spMkLst>
            <pc:docMk/>
            <pc:sldMk cId="2688886268" sldId="267"/>
            <ac:spMk id="31" creationId="{9C3A50E9-9119-7BC3-083B-2D84CCC78E47}"/>
          </ac:spMkLst>
        </pc:spChg>
        <pc:spChg chg="add del">
          <ac:chgData name="Harsh Dalal" userId="S::harsh.dalal@bluedataconsulting.in::b955d4cd-8966-4207-a182-07fe202de296" providerId="AD" clId="Web-{A2610BA4-2E75-8B77-FA1F-7E8FE8D45FDF}" dt="2025-12-02T14:18:03.843" v="138"/>
          <ac:spMkLst>
            <pc:docMk/>
            <pc:sldMk cId="2688886268" sldId="267"/>
            <ac:spMk id="33" creationId="{DC39DE25-0E4E-0AA7-0932-1D78C2372786}"/>
          </ac:spMkLst>
        </pc:spChg>
        <pc:spChg chg="add del">
          <ac:chgData name="Harsh Dalal" userId="S::harsh.dalal@bluedataconsulting.in::b955d4cd-8966-4207-a182-07fe202de296" providerId="AD" clId="Web-{A2610BA4-2E75-8B77-FA1F-7E8FE8D45FDF}" dt="2025-12-02T14:18:03.843" v="138"/>
          <ac:spMkLst>
            <pc:docMk/>
            <pc:sldMk cId="2688886268" sldId="267"/>
            <ac:spMk id="34" creationId="{AE3A741D-C19B-960A-5803-1C5887147820}"/>
          </ac:spMkLst>
        </pc:spChg>
        <pc:spChg chg="add del">
          <ac:chgData name="Harsh Dalal" userId="S::harsh.dalal@bluedataconsulting.in::b955d4cd-8966-4207-a182-07fe202de296" providerId="AD" clId="Web-{A2610BA4-2E75-8B77-FA1F-7E8FE8D45FDF}" dt="2025-12-02T14:18:03.843" v="138"/>
          <ac:spMkLst>
            <pc:docMk/>
            <pc:sldMk cId="2688886268" sldId="267"/>
            <ac:spMk id="35" creationId="{8D6EA299-0840-6DEA-E670-C49AEBC87E89}"/>
          </ac:spMkLst>
        </pc:spChg>
        <pc:spChg chg="add">
          <ac:chgData name="Harsh Dalal" userId="S::harsh.dalal@bluedataconsulting.in::b955d4cd-8966-4207-a182-07fe202de296" providerId="AD" clId="Web-{A2610BA4-2E75-8B77-FA1F-7E8FE8D45FDF}" dt="2025-12-02T14:18:03.843" v="138"/>
          <ac:spMkLst>
            <pc:docMk/>
            <pc:sldMk cId="2688886268" sldId="267"/>
            <ac:spMk id="40" creationId="{C0763A76-9F1C-4FC5-82B7-DD475DA461B2}"/>
          </ac:spMkLst>
        </pc:spChg>
        <pc:spChg chg="add">
          <ac:chgData name="Harsh Dalal" userId="S::harsh.dalal@bluedataconsulting.in::b955d4cd-8966-4207-a182-07fe202de296" providerId="AD" clId="Web-{A2610BA4-2E75-8B77-FA1F-7E8FE8D45FDF}" dt="2025-12-02T14:18:03.843" v="138"/>
          <ac:spMkLst>
            <pc:docMk/>
            <pc:sldMk cId="2688886268" sldId="267"/>
            <ac:spMk id="42" creationId="{E81BF4F6-F2CF-4984-9D14-D6966D92F99F}"/>
          </ac:spMkLst>
        </pc:spChg>
        <pc:grpChg chg="add del">
          <ac:chgData name="Harsh Dalal" userId="S::harsh.dalal@bluedataconsulting.in::b955d4cd-8966-4207-a182-07fe202de296" providerId="AD" clId="Web-{A2610BA4-2E75-8B77-FA1F-7E8FE8D45FDF}" dt="2025-12-02T14:17:03.373" v="122"/>
          <ac:grpSpMkLst>
            <pc:docMk/>
            <pc:sldMk cId="2688886268" sldId="267"/>
            <ac:grpSpMk id="12" creationId="{B894EFA8-F425-4D19-A94B-445388B31E20}"/>
          </ac:grpSpMkLst>
        </pc:grpChg>
        <pc:grpChg chg="add del">
          <ac:chgData name="Harsh Dalal" userId="S::harsh.dalal@bluedataconsulting.in::b955d4cd-8966-4207-a182-07fe202de296" providerId="AD" clId="Web-{A2610BA4-2E75-8B77-FA1F-7E8FE8D45FDF}" dt="2025-12-02T14:17:03.373" v="122"/>
          <ac:grpSpMkLst>
            <pc:docMk/>
            <pc:sldMk cId="2688886268" sldId="267"/>
            <ac:grpSpMk id="16" creationId="{582A903B-6B78-4F0A-B7C9-3D80499020B8}"/>
          </ac:grpSpMkLst>
        </pc:grpChg>
        <pc:grpChg chg="add del">
          <ac:chgData name="Harsh Dalal" userId="S::harsh.dalal@bluedataconsulting.in::b955d4cd-8966-4207-a182-07fe202de296" providerId="AD" clId="Web-{A2610BA4-2E75-8B77-FA1F-7E8FE8D45FDF}" dt="2025-12-02T14:17:31.514" v="129"/>
          <ac:grpSpMkLst>
            <pc:docMk/>
            <pc:sldMk cId="2688886268" sldId="267"/>
            <ac:grpSpMk id="23" creationId="{5EFBDE31-BB3E-6CFC-23CD-B5976DA38438}"/>
          </ac:grpSpMkLst>
        </pc:grpChg>
        <pc:grpChg chg="add del">
          <ac:chgData name="Harsh Dalal" userId="S::harsh.dalal@bluedataconsulting.in::b955d4cd-8966-4207-a182-07fe202de296" providerId="AD" clId="Web-{A2610BA4-2E75-8B77-FA1F-7E8FE8D45FDF}" dt="2025-12-02T14:17:31.499" v="128"/>
          <ac:grpSpMkLst>
            <pc:docMk/>
            <pc:sldMk cId="2688886268" sldId="267"/>
            <ac:grpSpMk id="29" creationId="{16C73AF9-0D33-5C66-5D79-0D0129904B31}"/>
          </ac:grpSpMkLst>
        </pc:grpChg>
        <pc:picChg chg="add del mod ord">
          <ac:chgData name="Harsh Dalal" userId="S::harsh.dalal@bluedataconsulting.in::b955d4cd-8966-4207-a182-07fe202de296" providerId="AD" clId="Web-{A2610BA4-2E75-8B77-FA1F-7E8FE8D45FDF}" dt="2025-12-02T14:16:01.293" v="107"/>
          <ac:picMkLst>
            <pc:docMk/>
            <pc:sldMk cId="2688886268" sldId="267"/>
            <ac:picMk id="4" creationId="{19C61894-A5D3-3241-70D9-9C9D94332FD7}"/>
          </ac:picMkLst>
        </pc:picChg>
        <pc:picChg chg="add mod ord">
          <ac:chgData name="Harsh Dalal" userId="S::harsh.dalal@bluedataconsulting.in::b955d4cd-8966-4207-a182-07fe202de296" providerId="AD" clId="Web-{A2610BA4-2E75-8B77-FA1F-7E8FE8D45FDF}" dt="2025-12-02T14:18:03.843" v="138"/>
          <ac:picMkLst>
            <pc:docMk/>
            <pc:sldMk cId="2688886268" sldId="267"/>
            <ac:picMk id="5" creationId="{EC753C96-077D-8170-CB56-5961A871845F}"/>
          </ac:picMkLst>
        </pc:picChg>
      </pc:sldChg>
      <pc:sldChg chg="addSp modSp new mod setBg">
        <pc:chgData name="Harsh Dalal" userId="S::harsh.dalal@bluedataconsulting.in::b955d4cd-8966-4207-a182-07fe202de296" providerId="AD" clId="Web-{A2610BA4-2E75-8B77-FA1F-7E8FE8D45FDF}" dt="2025-12-02T14:40:27.333" v="151" actId="20577"/>
        <pc:sldMkLst>
          <pc:docMk/>
          <pc:sldMk cId="915185998" sldId="268"/>
        </pc:sldMkLst>
        <pc:spChg chg="mod">
          <ac:chgData name="Harsh Dalal" userId="S::harsh.dalal@bluedataconsulting.in::b955d4cd-8966-4207-a182-07fe202de296" providerId="AD" clId="Web-{A2610BA4-2E75-8B77-FA1F-7E8FE8D45FDF}" dt="2025-12-02T14:40:27.333" v="151" actId="20577"/>
          <ac:spMkLst>
            <pc:docMk/>
            <pc:sldMk cId="915185998" sldId="268"/>
            <ac:spMk id="2" creationId="{32545CE9-7641-5CA9-8F81-EA998EE717C6}"/>
          </ac:spMkLst>
        </pc:spChg>
        <pc:spChg chg="mod">
          <ac:chgData name="Harsh Dalal" userId="S::harsh.dalal@bluedataconsulting.in::b955d4cd-8966-4207-a182-07fe202de296" providerId="AD" clId="Web-{A2610BA4-2E75-8B77-FA1F-7E8FE8D45FDF}" dt="2025-12-02T14:19:03.844" v="150"/>
          <ac:spMkLst>
            <pc:docMk/>
            <pc:sldMk cId="915185998" sldId="268"/>
            <ac:spMk id="3" creationId="{9D16649C-8416-A300-1A89-C18C99690FA4}"/>
          </ac:spMkLst>
        </pc:spChg>
        <pc:spChg chg="add">
          <ac:chgData name="Harsh Dalal" userId="S::harsh.dalal@bluedataconsulting.in::b955d4cd-8966-4207-a182-07fe202de296" providerId="AD" clId="Web-{A2610BA4-2E75-8B77-FA1F-7E8FE8D45FDF}" dt="2025-12-02T14:19:03.844" v="150"/>
          <ac:spMkLst>
            <pc:docMk/>
            <pc:sldMk cId="915185998" sldId="268"/>
            <ac:spMk id="9" creationId="{C0763A76-9F1C-4FC5-82B7-DD475DA461B2}"/>
          </ac:spMkLst>
        </pc:spChg>
        <pc:spChg chg="add">
          <ac:chgData name="Harsh Dalal" userId="S::harsh.dalal@bluedataconsulting.in::b955d4cd-8966-4207-a182-07fe202de296" providerId="AD" clId="Web-{A2610BA4-2E75-8B77-FA1F-7E8FE8D45FDF}" dt="2025-12-02T14:19:03.844" v="150"/>
          <ac:spMkLst>
            <pc:docMk/>
            <pc:sldMk cId="915185998" sldId="268"/>
            <ac:spMk id="11" creationId="{E81BF4F6-F2CF-4984-9D14-D6966D92F99F}"/>
          </ac:spMkLst>
        </pc:spChg>
        <pc:picChg chg="add mod">
          <ac:chgData name="Harsh Dalal" userId="S::harsh.dalal@bluedataconsulting.in::b955d4cd-8966-4207-a182-07fe202de296" providerId="AD" clId="Web-{A2610BA4-2E75-8B77-FA1F-7E8FE8D45FDF}" dt="2025-12-02T14:19:03.844" v="150"/>
          <ac:picMkLst>
            <pc:docMk/>
            <pc:sldMk cId="915185998" sldId="268"/>
            <ac:picMk id="4" creationId="{D2A0278C-7D3E-FD8B-FB63-E60E8D35570B}"/>
          </ac:picMkLst>
        </pc:picChg>
      </pc:sldChg>
      <pc:sldChg chg="addSp modSp new mod setBg">
        <pc:chgData name="Harsh Dalal" userId="S::harsh.dalal@bluedataconsulting.in::b955d4cd-8966-4207-a182-07fe202de296" providerId="AD" clId="Web-{A2610BA4-2E75-8B77-FA1F-7E8FE8D45FDF}" dt="2025-12-02T14:42:00.228" v="165"/>
        <pc:sldMkLst>
          <pc:docMk/>
          <pc:sldMk cId="1449866539" sldId="269"/>
        </pc:sldMkLst>
        <pc:spChg chg="mod">
          <ac:chgData name="Harsh Dalal" userId="S::harsh.dalal@bluedataconsulting.in::b955d4cd-8966-4207-a182-07fe202de296" providerId="AD" clId="Web-{A2610BA4-2E75-8B77-FA1F-7E8FE8D45FDF}" dt="2025-12-02T14:42:00.228" v="165"/>
          <ac:spMkLst>
            <pc:docMk/>
            <pc:sldMk cId="1449866539" sldId="269"/>
            <ac:spMk id="2" creationId="{F2CD4E98-770D-F517-4D0F-CA7E4F0286BD}"/>
          </ac:spMkLst>
        </pc:spChg>
        <pc:spChg chg="mod">
          <ac:chgData name="Harsh Dalal" userId="S::harsh.dalal@bluedataconsulting.in::b955d4cd-8966-4207-a182-07fe202de296" providerId="AD" clId="Web-{A2610BA4-2E75-8B77-FA1F-7E8FE8D45FDF}" dt="2025-12-02T14:42:00.228" v="165"/>
          <ac:spMkLst>
            <pc:docMk/>
            <pc:sldMk cId="1449866539" sldId="269"/>
            <ac:spMk id="3" creationId="{6387AA4C-2B7D-82A4-8D8E-14CD6DBEF0E1}"/>
          </ac:spMkLst>
        </pc:spChg>
        <pc:spChg chg="add">
          <ac:chgData name="Harsh Dalal" userId="S::harsh.dalal@bluedataconsulting.in::b955d4cd-8966-4207-a182-07fe202de296" providerId="AD" clId="Web-{A2610BA4-2E75-8B77-FA1F-7E8FE8D45FDF}" dt="2025-12-02T14:42:00.228" v="165"/>
          <ac:spMkLst>
            <pc:docMk/>
            <pc:sldMk cId="1449866539" sldId="269"/>
            <ac:spMk id="9" creationId="{3ECBE1F1-D69B-4AFA-ABD5-8E41720EF6DE}"/>
          </ac:spMkLst>
        </pc:spChg>
        <pc:spChg chg="add">
          <ac:chgData name="Harsh Dalal" userId="S::harsh.dalal@bluedataconsulting.in::b955d4cd-8966-4207-a182-07fe202de296" providerId="AD" clId="Web-{A2610BA4-2E75-8B77-FA1F-7E8FE8D45FDF}" dt="2025-12-02T14:42:00.228" v="165"/>
          <ac:spMkLst>
            <pc:docMk/>
            <pc:sldMk cId="1449866539" sldId="269"/>
            <ac:spMk id="11" creationId="{603A6265-E10C-4B85-9C20-E75FCAF9CC63}"/>
          </ac:spMkLst>
        </pc:spChg>
        <pc:picChg chg="add">
          <ac:chgData name="Harsh Dalal" userId="S::harsh.dalal@bluedataconsulting.in::b955d4cd-8966-4207-a182-07fe202de296" providerId="AD" clId="Web-{A2610BA4-2E75-8B77-FA1F-7E8FE8D45FDF}" dt="2025-12-02T14:42:00.228" v="165"/>
          <ac:picMkLst>
            <pc:docMk/>
            <pc:sldMk cId="1449866539" sldId="269"/>
            <ac:picMk id="5" creationId="{E96B849D-5F3C-39F0-5B01-4BFDEDDD6D17}"/>
          </ac:picMkLst>
        </pc:picChg>
      </pc:sldChg>
      <pc:sldChg chg="addSp delSp modSp new mod setBg">
        <pc:chgData name="Harsh Dalal" userId="S::harsh.dalal@bluedataconsulting.in::b955d4cd-8966-4207-a182-07fe202de296" providerId="AD" clId="Web-{A2610BA4-2E75-8B77-FA1F-7E8FE8D45FDF}" dt="2025-12-02T14:42:50.589" v="173"/>
        <pc:sldMkLst>
          <pc:docMk/>
          <pc:sldMk cId="490276361" sldId="270"/>
        </pc:sldMkLst>
        <pc:spChg chg="mod">
          <ac:chgData name="Harsh Dalal" userId="S::harsh.dalal@bluedataconsulting.in::b955d4cd-8966-4207-a182-07fe202de296" providerId="AD" clId="Web-{A2610BA4-2E75-8B77-FA1F-7E8FE8D45FDF}" dt="2025-12-02T14:42:50.589" v="173"/>
          <ac:spMkLst>
            <pc:docMk/>
            <pc:sldMk cId="490276361" sldId="270"/>
            <ac:spMk id="2" creationId="{9F3E3946-8326-7222-974F-406F613F0F06}"/>
          </ac:spMkLst>
        </pc:spChg>
        <pc:spChg chg="del">
          <ac:chgData name="Harsh Dalal" userId="S::harsh.dalal@bluedataconsulting.in::b955d4cd-8966-4207-a182-07fe202de296" providerId="AD" clId="Web-{A2610BA4-2E75-8B77-FA1F-7E8FE8D45FDF}" dt="2025-12-02T14:42:41.902" v="170"/>
          <ac:spMkLst>
            <pc:docMk/>
            <pc:sldMk cId="490276361" sldId="270"/>
            <ac:spMk id="3" creationId="{53B0FDDD-EBDA-63A3-C05A-25CE804436C6}"/>
          </ac:spMkLst>
        </pc:spChg>
        <pc:spChg chg="add del">
          <ac:chgData name="Harsh Dalal" userId="S::harsh.dalal@bluedataconsulting.in::b955d4cd-8966-4207-a182-07fe202de296" providerId="AD" clId="Web-{A2610BA4-2E75-8B77-FA1F-7E8FE8D45FDF}" dt="2025-12-02T14:42:50.574" v="172"/>
          <ac:spMkLst>
            <pc:docMk/>
            <pc:sldMk cId="490276361" sldId="270"/>
            <ac:spMk id="8" creationId="{0603422C-1EF1-8D66-DB8A-75CF67268E49}"/>
          </ac:spMkLst>
        </pc:spChg>
        <pc:spChg chg="add">
          <ac:chgData name="Harsh Dalal" userId="S::harsh.dalal@bluedataconsulting.in::b955d4cd-8966-4207-a182-07fe202de296" providerId="AD" clId="Web-{A2610BA4-2E75-8B77-FA1F-7E8FE8D45FDF}" dt="2025-12-02T14:42:50.589" v="173"/>
          <ac:spMkLst>
            <pc:docMk/>
            <pc:sldMk cId="490276361" sldId="270"/>
            <ac:spMk id="9" creationId="{A8384FB5-9ADC-4DDC-881B-597D56F5B15D}"/>
          </ac:spMkLst>
        </pc:spChg>
        <pc:spChg chg="add del">
          <ac:chgData name="Harsh Dalal" userId="S::harsh.dalal@bluedataconsulting.in::b955d4cd-8966-4207-a182-07fe202de296" providerId="AD" clId="Web-{A2610BA4-2E75-8B77-FA1F-7E8FE8D45FDF}" dt="2025-12-02T14:42:50.574" v="172"/>
          <ac:spMkLst>
            <pc:docMk/>
            <pc:sldMk cId="490276361" sldId="270"/>
            <ac:spMk id="11" creationId="{C0763A76-9F1C-4FC5-82B7-DD475DA461B2}"/>
          </ac:spMkLst>
        </pc:spChg>
        <pc:spChg chg="add del">
          <ac:chgData name="Harsh Dalal" userId="S::harsh.dalal@bluedataconsulting.in::b955d4cd-8966-4207-a182-07fe202de296" providerId="AD" clId="Web-{A2610BA4-2E75-8B77-FA1F-7E8FE8D45FDF}" dt="2025-12-02T14:42:50.574" v="172"/>
          <ac:spMkLst>
            <pc:docMk/>
            <pc:sldMk cId="490276361" sldId="270"/>
            <ac:spMk id="13" creationId="{E81BF4F6-F2CF-4984-9D14-D6966D92F99F}"/>
          </ac:spMkLst>
        </pc:spChg>
        <pc:spChg chg="add">
          <ac:chgData name="Harsh Dalal" userId="S::harsh.dalal@bluedataconsulting.in::b955d4cd-8966-4207-a182-07fe202de296" providerId="AD" clId="Web-{A2610BA4-2E75-8B77-FA1F-7E8FE8D45FDF}" dt="2025-12-02T14:42:50.589" v="173"/>
          <ac:spMkLst>
            <pc:docMk/>
            <pc:sldMk cId="490276361" sldId="270"/>
            <ac:spMk id="15" creationId="{85149191-5F60-4A28-AAFF-039F96B0F3EC}"/>
          </ac:spMkLst>
        </pc:spChg>
        <pc:spChg chg="add">
          <ac:chgData name="Harsh Dalal" userId="S::harsh.dalal@bluedataconsulting.in::b955d4cd-8966-4207-a182-07fe202de296" providerId="AD" clId="Web-{A2610BA4-2E75-8B77-FA1F-7E8FE8D45FDF}" dt="2025-12-02T14:42:50.589" v="173"/>
          <ac:spMkLst>
            <pc:docMk/>
            <pc:sldMk cId="490276361" sldId="270"/>
            <ac:spMk id="16" creationId="{91E5A9A7-95C6-4F4F-B00E-C82E07FE62EF}"/>
          </ac:spMkLst>
        </pc:spChg>
        <pc:spChg chg="add">
          <ac:chgData name="Harsh Dalal" userId="S::harsh.dalal@bluedataconsulting.in::b955d4cd-8966-4207-a182-07fe202de296" providerId="AD" clId="Web-{A2610BA4-2E75-8B77-FA1F-7E8FE8D45FDF}" dt="2025-12-02T14:42:50.589" v="173"/>
          <ac:spMkLst>
            <pc:docMk/>
            <pc:sldMk cId="490276361" sldId="270"/>
            <ac:spMk id="17" creationId="{F8260ED5-17F7-4158-B241-D51DD4CF1B7E}"/>
          </ac:spMkLst>
        </pc:spChg>
        <pc:spChg chg="add">
          <ac:chgData name="Harsh Dalal" userId="S::harsh.dalal@bluedataconsulting.in::b955d4cd-8966-4207-a182-07fe202de296" providerId="AD" clId="Web-{A2610BA4-2E75-8B77-FA1F-7E8FE8D45FDF}" dt="2025-12-02T14:42:50.589" v="173"/>
          <ac:spMkLst>
            <pc:docMk/>
            <pc:sldMk cId="490276361" sldId="270"/>
            <ac:spMk id="18" creationId="{D07DD2DE-F619-49DD-B5E7-03A290FF4ED1}"/>
          </ac:spMkLst>
        </pc:spChg>
        <pc:picChg chg="add mod ord">
          <ac:chgData name="Harsh Dalal" userId="S::harsh.dalal@bluedataconsulting.in::b955d4cd-8966-4207-a182-07fe202de296" providerId="AD" clId="Web-{A2610BA4-2E75-8B77-FA1F-7E8FE8D45FDF}" dt="2025-12-02T14:42:50.589" v="173"/>
          <ac:picMkLst>
            <pc:docMk/>
            <pc:sldMk cId="490276361" sldId="270"/>
            <ac:picMk id="4" creationId="{17412F3C-C6A9-FA7D-4337-5C0BD8316940}"/>
          </ac:picMkLst>
        </pc:picChg>
      </pc:sldChg>
      <pc:sldChg chg="addSp delSp add">
        <pc:chgData name="Harsh Dalal" userId="S::harsh.dalal@bluedataconsulting.in::b955d4cd-8966-4207-a182-07fe202de296" providerId="AD" clId="Web-{A2610BA4-2E75-8B77-FA1F-7E8FE8D45FDF}" dt="2025-12-02T14:44:32.489" v="176"/>
        <pc:sldMkLst>
          <pc:docMk/>
          <pc:sldMk cId="2570459790" sldId="390"/>
        </pc:sldMkLst>
        <pc:picChg chg="add del">
          <ac:chgData name="Harsh Dalal" userId="S::harsh.dalal@bluedataconsulting.in::b955d4cd-8966-4207-a182-07fe202de296" providerId="AD" clId="Web-{A2610BA4-2E75-8B77-FA1F-7E8FE8D45FDF}" dt="2025-12-02T14:44:32.489" v="176"/>
          <ac:picMkLst>
            <pc:docMk/>
            <pc:sldMk cId="2570459790" sldId="390"/>
            <ac:picMk id="9" creationId="{00000000-0000-0000-0000-000000000000}"/>
          </ac:picMkLst>
        </pc:picChg>
      </pc:sldChg>
      <pc:sldChg chg="new del">
        <pc:chgData name="Harsh Dalal" userId="S::harsh.dalal@bluedataconsulting.in::b955d4cd-8966-4207-a182-07fe202de296" providerId="AD" clId="Web-{A2610BA4-2E75-8B77-FA1F-7E8FE8D45FDF}" dt="2025-12-02T14:45:50.049" v="180"/>
        <pc:sldMkLst>
          <pc:docMk/>
          <pc:sldMk cId="1827898340" sldId="391"/>
        </pc:sldMkLst>
      </pc:sldChg>
      <pc:sldChg chg="addSp delSp modSp new mod setBg">
        <pc:chgData name="Harsh Dalal" userId="S::harsh.dalal@bluedataconsulting.in::b955d4cd-8966-4207-a182-07fe202de296" providerId="AD" clId="Web-{A2610BA4-2E75-8B77-FA1F-7E8FE8D45FDF}" dt="2025-12-02T14:47:04.050" v="195"/>
        <pc:sldMkLst>
          <pc:docMk/>
          <pc:sldMk cId="2099649130" sldId="391"/>
        </pc:sldMkLst>
        <pc:spChg chg="mod">
          <ac:chgData name="Harsh Dalal" userId="S::harsh.dalal@bluedataconsulting.in::b955d4cd-8966-4207-a182-07fe202de296" providerId="AD" clId="Web-{A2610BA4-2E75-8B77-FA1F-7E8FE8D45FDF}" dt="2025-12-02T14:47:04.050" v="195"/>
          <ac:spMkLst>
            <pc:docMk/>
            <pc:sldMk cId="2099649130" sldId="391"/>
            <ac:spMk id="2" creationId="{93E97CA5-6920-7C6A-CB74-1AF637E296B7}"/>
          </ac:spMkLst>
        </pc:spChg>
        <pc:spChg chg="mod ord">
          <ac:chgData name="Harsh Dalal" userId="S::harsh.dalal@bluedataconsulting.in::b955d4cd-8966-4207-a182-07fe202de296" providerId="AD" clId="Web-{A2610BA4-2E75-8B77-FA1F-7E8FE8D45FDF}" dt="2025-12-02T14:47:04.050" v="195"/>
          <ac:spMkLst>
            <pc:docMk/>
            <pc:sldMk cId="2099649130" sldId="391"/>
            <ac:spMk id="3" creationId="{178B48BE-C991-3CB3-D610-53CA80F4D824}"/>
          </ac:spMkLst>
        </pc:spChg>
        <pc:spChg chg="add del">
          <ac:chgData name="Harsh Dalal" userId="S::harsh.dalal@bluedataconsulting.in::b955d4cd-8966-4207-a182-07fe202de296" providerId="AD" clId="Web-{A2610BA4-2E75-8B77-FA1F-7E8FE8D45FDF}" dt="2025-12-02T14:46:54.831" v="192"/>
          <ac:spMkLst>
            <pc:docMk/>
            <pc:sldMk cId="2099649130" sldId="391"/>
            <ac:spMk id="9" creationId="{9F7D5CDA-D291-4307-BF55-1381FED29634}"/>
          </ac:spMkLst>
        </pc:spChg>
        <pc:grpChg chg="add del">
          <ac:chgData name="Harsh Dalal" userId="S::harsh.dalal@bluedataconsulting.in::b955d4cd-8966-4207-a182-07fe202de296" providerId="AD" clId="Web-{A2610BA4-2E75-8B77-FA1F-7E8FE8D45FDF}" dt="2025-12-02T14:47:04.034" v="194"/>
          <ac:grpSpMkLst>
            <pc:docMk/>
            <pc:sldMk cId="2099649130" sldId="391"/>
            <ac:grpSpMk id="12" creationId="{5EFBDE31-BB3E-6CFC-23CD-B5976DA38438}"/>
          </ac:grpSpMkLst>
        </pc:grpChg>
        <pc:grpChg chg="add">
          <ac:chgData name="Harsh Dalal" userId="S::harsh.dalal@bluedataconsulting.in::b955d4cd-8966-4207-a182-07fe202de296" providerId="AD" clId="Web-{A2610BA4-2E75-8B77-FA1F-7E8FE8D45FDF}" dt="2025-12-02T14:47:04.050" v="195"/>
          <ac:grpSpMkLst>
            <pc:docMk/>
            <pc:sldMk cId="2099649130" sldId="391"/>
            <ac:grpSpMk id="14" creationId="{434FA563-76F6-CDCF-AEA0-A7B78E44647B}"/>
          </ac:grpSpMkLst>
        </pc:grpChg>
        <pc:picChg chg="add mod">
          <ac:chgData name="Harsh Dalal" userId="S::harsh.dalal@bluedataconsulting.in::b955d4cd-8966-4207-a182-07fe202de296" providerId="AD" clId="Web-{A2610BA4-2E75-8B77-FA1F-7E8FE8D45FDF}" dt="2025-12-02T14:47:04.050" v="195"/>
          <ac:picMkLst>
            <pc:docMk/>
            <pc:sldMk cId="2099649130" sldId="391"/>
            <ac:picMk id="4" creationId="{B901EB40-7EB2-FC3C-BEFF-7F244865EADC}"/>
          </ac:picMkLst>
        </pc:picChg>
      </pc:sldChg>
      <pc:sldChg chg="addSp delSp modSp new mod setBg">
        <pc:chgData name="Harsh Dalal" userId="S::harsh.dalal@bluedataconsulting.in::b955d4cd-8966-4207-a182-07fe202de296" providerId="AD" clId="Web-{A2610BA4-2E75-8B77-FA1F-7E8FE8D45FDF}" dt="2025-12-02T14:49:08.847" v="205"/>
        <pc:sldMkLst>
          <pc:docMk/>
          <pc:sldMk cId="4195694138" sldId="392"/>
        </pc:sldMkLst>
        <pc:spChg chg="mod ord">
          <ac:chgData name="Harsh Dalal" userId="S::harsh.dalal@bluedataconsulting.in::b955d4cd-8966-4207-a182-07fe202de296" providerId="AD" clId="Web-{A2610BA4-2E75-8B77-FA1F-7E8FE8D45FDF}" dt="2025-12-02T14:49:08.847" v="205"/>
          <ac:spMkLst>
            <pc:docMk/>
            <pc:sldMk cId="4195694138" sldId="392"/>
            <ac:spMk id="2" creationId="{FEFEA8D3-B881-AA76-60F5-89E9566D0A5C}"/>
          </ac:spMkLst>
        </pc:spChg>
        <pc:spChg chg="del mod">
          <ac:chgData name="Harsh Dalal" userId="S::harsh.dalal@bluedataconsulting.in::b955d4cd-8966-4207-a182-07fe202de296" providerId="AD" clId="Web-{A2610BA4-2E75-8B77-FA1F-7E8FE8D45FDF}" dt="2025-12-02T14:49:04.644" v="204"/>
          <ac:spMkLst>
            <pc:docMk/>
            <pc:sldMk cId="4195694138" sldId="392"/>
            <ac:spMk id="3" creationId="{78999A84-6A4C-9E6A-E4ED-62AECD010028}"/>
          </ac:spMkLst>
        </pc:spChg>
        <pc:spChg chg="add del">
          <ac:chgData name="Harsh Dalal" userId="S::harsh.dalal@bluedataconsulting.in::b955d4cd-8966-4207-a182-07fe202de296" providerId="AD" clId="Web-{A2610BA4-2E75-8B77-FA1F-7E8FE8D45FDF}" dt="2025-12-02T14:49:08.847" v="205"/>
          <ac:spMkLst>
            <pc:docMk/>
            <pc:sldMk cId="4195694138" sldId="392"/>
            <ac:spMk id="9" creationId="{C0763A76-9F1C-4FC5-82B7-DD475DA461B2}"/>
          </ac:spMkLst>
        </pc:spChg>
        <pc:spChg chg="add del">
          <ac:chgData name="Harsh Dalal" userId="S::harsh.dalal@bluedataconsulting.in::b955d4cd-8966-4207-a182-07fe202de296" providerId="AD" clId="Web-{A2610BA4-2E75-8B77-FA1F-7E8FE8D45FDF}" dt="2025-12-02T14:49:08.847" v="205"/>
          <ac:spMkLst>
            <pc:docMk/>
            <pc:sldMk cId="4195694138" sldId="392"/>
            <ac:spMk id="11" creationId="{E81BF4F6-F2CF-4984-9D14-D6966D92F99F}"/>
          </ac:spMkLst>
        </pc:spChg>
        <pc:spChg chg="add">
          <ac:chgData name="Harsh Dalal" userId="S::harsh.dalal@bluedataconsulting.in::b955d4cd-8966-4207-a182-07fe202de296" providerId="AD" clId="Web-{A2610BA4-2E75-8B77-FA1F-7E8FE8D45FDF}" dt="2025-12-02T14:49:08.847" v="205"/>
          <ac:spMkLst>
            <pc:docMk/>
            <pc:sldMk cId="4195694138" sldId="392"/>
            <ac:spMk id="16" creationId="{6CCA5F87-1D1E-45CB-8D83-FC7EEFAD9935}"/>
          </ac:spMkLst>
        </pc:spChg>
        <pc:spChg chg="add">
          <ac:chgData name="Harsh Dalal" userId="S::harsh.dalal@bluedataconsulting.in::b955d4cd-8966-4207-a182-07fe202de296" providerId="AD" clId="Web-{A2610BA4-2E75-8B77-FA1F-7E8FE8D45FDF}" dt="2025-12-02T14:49:08.847" v="205"/>
          <ac:spMkLst>
            <pc:docMk/>
            <pc:sldMk cId="4195694138" sldId="392"/>
            <ac:spMk id="18" creationId="{7CCFC2C6-6238-4A2F-93DE-2ADF74AF635E}"/>
          </ac:spMkLst>
        </pc:spChg>
        <pc:spChg chg="add">
          <ac:chgData name="Harsh Dalal" userId="S::harsh.dalal@bluedataconsulting.in::b955d4cd-8966-4207-a182-07fe202de296" providerId="AD" clId="Web-{A2610BA4-2E75-8B77-FA1F-7E8FE8D45FDF}" dt="2025-12-02T14:49:08.847" v="205"/>
          <ac:spMkLst>
            <pc:docMk/>
            <pc:sldMk cId="4195694138" sldId="392"/>
            <ac:spMk id="20" creationId="{AF2F604E-43BE-4DC3-B983-E071523364F8}"/>
          </ac:spMkLst>
        </pc:spChg>
        <pc:spChg chg="add">
          <ac:chgData name="Harsh Dalal" userId="S::harsh.dalal@bluedataconsulting.in::b955d4cd-8966-4207-a182-07fe202de296" providerId="AD" clId="Web-{A2610BA4-2E75-8B77-FA1F-7E8FE8D45FDF}" dt="2025-12-02T14:49:08.847" v="205"/>
          <ac:spMkLst>
            <pc:docMk/>
            <pc:sldMk cId="4195694138" sldId="392"/>
            <ac:spMk id="22" creationId="{08C9B587-E65E-4B52-B37C-ABEBB6E87928}"/>
          </ac:spMkLst>
        </pc:spChg>
        <pc:picChg chg="add mod">
          <ac:chgData name="Harsh Dalal" userId="S::harsh.dalal@bluedataconsulting.in::b955d4cd-8966-4207-a182-07fe202de296" providerId="AD" clId="Web-{A2610BA4-2E75-8B77-FA1F-7E8FE8D45FDF}" dt="2025-12-02T14:49:08.847" v="205"/>
          <ac:picMkLst>
            <pc:docMk/>
            <pc:sldMk cId="4195694138" sldId="392"/>
            <ac:picMk id="5" creationId="{FFC5D529-89A9-9D72-38C1-DD09EB85709B}"/>
          </ac:picMkLst>
        </pc:picChg>
      </pc:sldChg>
      <pc:sldChg chg="addSp delSp modSp new mod setBg">
        <pc:chgData name="Harsh Dalal" userId="S::harsh.dalal@bluedataconsulting.in::b955d4cd-8966-4207-a182-07fe202de296" providerId="AD" clId="Web-{A2610BA4-2E75-8B77-FA1F-7E8FE8D45FDF}" dt="2025-12-02T14:49:27.050" v="211"/>
        <pc:sldMkLst>
          <pc:docMk/>
          <pc:sldMk cId="1586459496" sldId="393"/>
        </pc:sldMkLst>
        <pc:spChg chg="mod">
          <ac:chgData name="Harsh Dalal" userId="S::harsh.dalal@bluedataconsulting.in::b955d4cd-8966-4207-a182-07fe202de296" providerId="AD" clId="Web-{A2610BA4-2E75-8B77-FA1F-7E8FE8D45FDF}" dt="2025-12-02T14:49:27.050" v="211"/>
          <ac:spMkLst>
            <pc:docMk/>
            <pc:sldMk cId="1586459496" sldId="393"/>
            <ac:spMk id="2" creationId="{61A8A83B-D1B6-A8E6-646F-8A590A8540F3}"/>
          </ac:spMkLst>
        </pc:spChg>
        <pc:spChg chg="del">
          <ac:chgData name="Harsh Dalal" userId="S::harsh.dalal@bluedataconsulting.in::b955d4cd-8966-4207-a182-07fe202de296" providerId="AD" clId="Web-{A2610BA4-2E75-8B77-FA1F-7E8FE8D45FDF}" dt="2025-12-02T14:49:16.722" v="207"/>
          <ac:spMkLst>
            <pc:docMk/>
            <pc:sldMk cId="1586459496" sldId="393"/>
            <ac:spMk id="3" creationId="{D1F49B8D-1E17-987F-1142-9B2621CEC584}"/>
          </ac:spMkLst>
        </pc:spChg>
        <pc:spChg chg="add">
          <ac:chgData name="Harsh Dalal" userId="S::harsh.dalal@bluedataconsulting.in::b955d4cd-8966-4207-a182-07fe202de296" providerId="AD" clId="Web-{A2610BA4-2E75-8B77-FA1F-7E8FE8D45FDF}" dt="2025-12-02T14:49:27.050" v="211"/>
          <ac:spMkLst>
            <pc:docMk/>
            <pc:sldMk cId="1586459496" sldId="393"/>
            <ac:spMk id="9" creationId="{A3363022-C969-41E9-8EB2-E4C94908C1FA}"/>
          </ac:spMkLst>
        </pc:spChg>
        <pc:spChg chg="add">
          <ac:chgData name="Harsh Dalal" userId="S::harsh.dalal@bluedataconsulting.in::b955d4cd-8966-4207-a182-07fe202de296" providerId="AD" clId="Web-{A2610BA4-2E75-8B77-FA1F-7E8FE8D45FDF}" dt="2025-12-02T14:49:27.050" v="211"/>
          <ac:spMkLst>
            <pc:docMk/>
            <pc:sldMk cId="1586459496" sldId="393"/>
            <ac:spMk id="11" creationId="{8D1AD6B3-BE88-4CEB-BA17-790657CC4729}"/>
          </ac:spMkLst>
        </pc:spChg>
        <pc:grpChg chg="add">
          <ac:chgData name="Harsh Dalal" userId="S::harsh.dalal@bluedataconsulting.in::b955d4cd-8966-4207-a182-07fe202de296" providerId="AD" clId="Web-{A2610BA4-2E75-8B77-FA1F-7E8FE8D45FDF}" dt="2025-12-02T14:49:27.050" v="211"/>
          <ac:grpSpMkLst>
            <pc:docMk/>
            <pc:sldMk cId="1586459496" sldId="393"/>
            <ac:grpSpMk id="13" creationId="{89D1390B-7E13-4B4F-9CB2-391063412E54}"/>
          </ac:grpSpMkLst>
        </pc:grpChg>
        <pc:picChg chg="add">
          <ac:chgData name="Harsh Dalal" userId="S::harsh.dalal@bluedataconsulting.in::b955d4cd-8966-4207-a182-07fe202de296" providerId="AD" clId="Web-{A2610BA4-2E75-8B77-FA1F-7E8FE8D45FDF}" dt="2025-12-02T14:49:27.050" v="211"/>
          <ac:picMkLst>
            <pc:docMk/>
            <pc:sldMk cId="1586459496" sldId="393"/>
            <ac:picMk id="6" creationId="{0275C05C-BF85-2B14-DDB1-BC233580B247}"/>
          </ac:picMkLst>
        </pc:picChg>
      </pc:sldChg>
      <pc:sldChg chg="add del">
        <pc:chgData name="Harsh Dalal" userId="S::harsh.dalal@bluedataconsulting.in::b955d4cd-8966-4207-a182-07fe202de296" providerId="AD" clId="Web-{A2610BA4-2E75-8B77-FA1F-7E8FE8D45FDF}" dt="2025-12-02T14:45:48.987" v="179"/>
        <pc:sldMkLst>
          <pc:docMk/>
          <pc:sldMk cId="2758037113" sldId="393"/>
        </pc:sldMkLst>
      </pc:sld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eg"/><Relationship Id="rId1" Type="http://schemas.openxmlformats.org/officeDocument/2006/relationships/image" Target="../media/image15.jpg"/></Relationships>
</file>

<file path=ppt/diagrams/_rels/data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eg"/><Relationship Id="rId1" Type="http://schemas.openxmlformats.org/officeDocument/2006/relationships/image" Target="../media/image15.jpg"/></Relationships>
</file>

<file path=ppt/diagrams/_rels/drawing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704DFB-D7D3-4E17-BFE0-4AB9A2D24CCF}" type="doc">
      <dgm:prSet loTypeId="urn:microsoft.com/office/officeart/2005/8/layout/matrix3" loCatId="matrix" qsTypeId="urn:microsoft.com/office/officeart/2005/8/quickstyle/simple4" qsCatId="simple" csTypeId="urn:microsoft.com/office/officeart/2005/8/colors/colorful1" csCatId="colorful"/>
      <dgm:spPr/>
      <dgm:t>
        <a:bodyPr/>
        <a:lstStyle/>
        <a:p>
          <a:endParaRPr lang="en-US"/>
        </a:p>
      </dgm:t>
    </dgm:pt>
    <dgm:pt modelId="{0EE767DA-0AE6-436A-A570-5CEE06E0E892}">
      <dgm:prSet/>
      <dgm:spPr/>
      <dgm:t>
        <a:bodyPr/>
        <a:lstStyle/>
        <a:p>
          <a:r>
            <a:rPr lang="en-US"/>
            <a:t>Deep neural network trained on massive text corpora.</a:t>
          </a:r>
        </a:p>
      </dgm:t>
    </dgm:pt>
    <dgm:pt modelId="{CD34B057-0206-4AD7-BB72-7E9EC1178D85}" type="parTrans" cxnId="{0704AC24-B746-4214-95C3-FA1CACD3A44C}">
      <dgm:prSet/>
      <dgm:spPr/>
      <dgm:t>
        <a:bodyPr/>
        <a:lstStyle/>
        <a:p>
          <a:endParaRPr lang="en-US"/>
        </a:p>
      </dgm:t>
    </dgm:pt>
    <dgm:pt modelId="{C41A1E28-BBC9-4F6F-984D-4B642BEF4AFD}" type="sibTrans" cxnId="{0704AC24-B746-4214-95C3-FA1CACD3A44C}">
      <dgm:prSet/>
      <dgm:spPr/>
      <dgm:t>
        <a:bodyPr/>
        <a:lstStyle/>
        <a:p>
          <a:endParaRPr lang="en-US"/>
        </a:p>
      </dgm:t>
    </dgm:pt>
    <dgm:pt modelId="{2D1F14F2-2240-48BF-ACEE-24DC641C41AB}">
      <dgm:prSet/>
      <dgm:spPr/>
      <dgm:t>
        <a:bodyPr/>
        <a:lstStyle/>
        <a:p>
          <a:r>
            <a:rPr lang="en-US"/>
            <a:t>Understands + generates human-like language.</a:t>
          </a:r>
        </a:p>
      </dgm:t>
    </dgm:pt>
    <dgm:pt modelId="{646CEE94-1482-4FF9-821B-973E5ADDB76C}" type="parTrans" cxnId="{68A6A181-6B11-4D42-8608-15CF9D0E5DC1}">
      <dgm:prSet/>
      <dgm:spPr/>
      <dgm:t>
        <a:bodyPr/>
        <a:lstStyle/>
        <a:p>
          <a:endParaRPr lang="en-US"/>
        </a:p>
      </dgm:t>
    </dgm:pt>
    <dgm:pt modelId="{BDD4324A-0F32-42AC-BBD6-E89849F9F79C}" type="sibTrans" cxnId="{68A6A181-6B11-4D42-8608-15CF9D0E5DC1}">
      <dgm:prSet/>
      <dgm:spPr/>
      <dgm:t>
        <a:bodyPr/>
        <a:lstStyle/>
        <a:p>
          <a:endParaRPr lang="en-US"/>
        </a:p>
      </dgm:t>
    </dgm:pt>
    <dgm:pt modelId="{255B826F-19CD-4577-9F93-A68B4BC116BC}">
      <dgm:prSet/>
      <dgm:spPr/>
      <dgm:t>
        <a:bodyPr/>
        <a:lstStyle/>
        <a:p>
          <a:r>
            <a:rPr lang="en-US"/>
            <a:t>Backbone of ChatGPT, Gemini, Claude, Llama.</a:t>
          </a:r>
        </a:p>
      </dgm:t>
    </dgm:pt>
    <dgm:pt modelId="{BE2E5288-8FF8-4169-B239-0FCA477E4D4D}" type="parTrans" cxnId="{760CA3DB-E251-4202-8922-B60DAD868397}">
      <dgm:prSet/>
      <dgm:spPr/>
      <dgm:t>
        <a:bodyPr/>
        <a:lstStyle/>
        <a:p>
          <a:endParaRPr lang="en-US"/>
        </a:p>
      </dgm:t>
    </dgm:pt>
    <dgm:pt modelId="{1E106C1C-74DB-49CF-AF38-08AB710FA9D4}" type="sibTrans" cxnId="{760CA3DB-E251-4202-8922-B60DAD868397}">
      <dgm:prSet/>
      <dgm:spPr/>
      <dgm:t>
        <a:bodyPr/>
        <a:lstStyle/>
        <a:p>
          <a:endParaRPr lang="en-US"/>
        </a:p>
      </dgm:t>
    </dgm:pt>
    <dgm:pt modelId="{782509CF-EDF3-46FB-8DA8-6D4CD0778F7E}">
      <dgm:prSet/>
      <dgm:spPr/>
      <dgm:t>
        <a:bodyPr/>
        <a:lstStyle/>
        <a:p>
          <a:r>
            <a:rPr lang="en-US"/>
            <a:t>Supports reasoning, summarization, translation, coding.</a:t>
          </a:r>
        </a:p>
      </dgm:t>
    </dgm:pt>
    <dgm:pt modelId="{EA1BA909-30A4-46FF-8AB8-4184A449EDF8}" type="parTrans" cxnId="{A0D8473C-5A9A-429D-9518-EFC063534EE2}">
      <dgm:prSet/>
      <dgm:spPr/>
      <dgm:t>
        <a:bodyPr/>
        <a:lstStyle/>
        <a:p>
          <a:endParaRPr lang="en-US"/>
        </a:p>
      </dgm:t>
    </dgm:pt>
    <dgm:pt modelId="{08835B06-5CD6-46F9-9426-EA5AF8B97114}" type="sibTrans" cxnId="{A0D8473C-5A9A-429D-9518-EFC063534EE2}">
      <dgm:prSet/>
      <dgm:spPr/>
      <dgm:t>
        <a:bodyPr/>
        <a:lstStyle/>
        <a:p>
          <a:endParaRPr lang="en-US"/>
        </a:p>
      </dgm:t>
    </dgm:pt>
    <dgm:pt modelId="{DA508EDA-C2BF-482A-B07A-708B9CFB4643}" type="pres">
      <dgm:prSet presAssocID="{A6704DFB-D7D3-4E17-BFE0-4AB9A2D24CCF}" presName="matrix" presStyleCnt="0">
        <dgm:presLayoutVars>
          <dgm:chMax val="1"/>
          <dgm:dir/>
          <dgm:resizeHandles val="exact"/>
        </dgm:presLayoutVars>
      </dgm:prSet>
      <dgm:spPr/>
    </dgm:pt>
    <dgm:pt modelId="{D71D7D72-DF9F-45D2-A553-FF993F11A703}" type="pres">
      <dgm:prSet presAssocID="{A6704DFB-D7D3-4E17-BFE0-4AB9A2D24CCF}" presName="diamond" presStyleLbl="bgShp" presStyleIdx="0" presStyleCnt="1"/>
      <dgm:spPr/>
    </dgm:pt>
    <dgm:pt modelId="{27E8E61F-0204-4E27-99A4-CB2D447DD596}" type="pres">
      <dgm:prSet presAssocID="{A6704DFB-D7D3-4E17-BFE0-4AB9A2D24CCF}" presName="quad1" presStyleLbl="node1" presStyleIdx="0" presStyleCnt="4">
        <dgm:presLayoutVars>
          <dgm:chMax val="0"/>
          <dgm:chPref val="0"/>
          <dgm:bulletEnabled val="1"/>
        </dgm:presLayoutVars>
      </dgm:prSet>
      <dgm:spPr/>
    </dgm:pt>
    <dgm:pt modelId="{A6F80C0C-4177-4D9D-B7C8-0D2B27D22F2F}" type="pres">
      <dgm:prSet presAssocID="{A6704DFB-D7D3-4E17-BFE0-4AB9A2D24CCF}" presName="quad2" presStyleLbl="node1" presStyleIdx="1" presStyleCnt="4">
        <dgm:presLayoutVars>
          <dgm:chMax val="0"/>
          <dgm:chPref val="0"/>
          <dgm:bulletEnabled val="1"/>
        </dgm:presLayoutVars>
      </dgm:prSet>
      <dgm:spPr/>
    </dgm:pt>
    <dgm:pt modelId="{0B072854-24D9-4872-8497-79485570D4C8}" type="pres">
      <dgm:prSet presAssocID="{A6704DFB-D7D3-4E17-BFE0-4AB9A2D24CCF}" presName="quad3" presStyleLbl="node1" presStyleIdx="2" presStyleCnt="4">
        <dgm:presLayoutVars>
          <dgm:chMax val="0"/>
          <dgm:chPref val="0"/>
          <dgm:bulletEnabled val="1"/>
        </dgm:presLayoutVars>
      </dgm:prSet>
      <dgm:spPr/>
    </dgm:pt>
    <dgm:pt modelId="{44BFC04B-9CED-46C9-B802-FCC604800AC6}" type="pres">
      <dgm:prSet presAssocID="{A6704DFB-D7D3-4E17-BFE0-4AB9A2D24CCF}" presName="quad4" presStyleLbl="node1" presStyleIdx="3" presStyleCnt="4">
        <dgm:presLayoutVars>
          <dgm:chMax val="0"/>
          <dgm:chPref val="0"/>
          <dgm:bulletEnabled val="1"/>
        </dgm:presLayoutVars>
      </dgm:prSet>
      <dgm:spPr/>
    </dgm:pt>
  </dgm:ptLst>
  <dgm:cxnLst>
    <dgm:cxn modelId="{9AF93821-C384-422B-998F-4965E207E9F6}" type="presOf" srcId="{0EE767DA-0AE6-436A-A570-5CEE06E0E892}" destId="{27E8E61F-0204-4E27-99A4-CB2D447DD596}" srcOrd="0" destOrd="0" presId="urn:microsoft.com/office/officeart/2005/8/layout/matrix3"/>
    <dgm:cxn modelId="{0704AC24-B746-4214-95C3-FA1CACD3A44C}" srcId="{A6704DFB-D7D3-4E17-BFE0-4AB9A2D24CCF}" destId="{0EE767DA-0AE6-436A-A570-5CEE06E0E892}" srcOrd="0" destOrd="0" parTransId="{CD34B057-0206-4AD7-BB72-7E9EC1178D85}" sibTransId="{C41A1E28-BBC9-4F6F-984D-4B642BEF4AFD}"/>
    <dgm:cxn modelId="{A0D8473C-5A9A-429D-9518-EFC063534EE2}" srcId="{A6704DFB-D7D3-4E17-BFE0-4AB9A2D24CCF}" destId="{782509CF-EDF3-46FB-8DA8-6D4CD0778F7E}" srcOrd="3" destOrd="0" parTransId="{EA1BA909-30A4-46FF-8AB8-4184A449EDF8}" sibTransId="{08835B06-5CD6-46F9-9426-EA5AF8B97114}"/>
    <dgm:cxn modelId="{F6B34147-3AD7-4DCA-B4A1-E00EA162CFA6}" type="presOf" srcId="{782509CF-EDF3-46FB-8DA8-6D4CD0778F7E}" destId="{44BFC04B-9CED-46C9-B802-FCC604800AC6}" srcOrd="0" destOrd="0" presId="urn:microsoft.com/office/officeart/2005/8/layout/matrix3"/>
    <dgm:cxn modelId="{68A6A181-6B11-4D42-8608-15CF9D0E5DC1}" srcId="{A6704DFB-D7D3-4E17-BFE0-4AB9A2D24CCF}" destId="{2D1F14F2-2240-48BF-ACEE-24DC641C41AB}" srcOrd="1" destOrd="0" parTransId="{646CEE94-1482-4FF9-821B-973E5ADDB76C}" sibTransId="{BDD4324A-0F32-42AC-BBD6-E89849F9F79C}"/>
    <dgm:cxn modelId="{F40D6D94-E67C-40C2-9D5B-4579B2ABE73B}" type="presOf" srcId="{2D1F14F2-2240-48BF-ACEE-24DC641C41AB}" destId="{A6F80C0C-4177-4D9D-B7C8-0D2B27D22F2F}" srcOrd="0" destOrd="0" presId="urn:microsoft.com/office/officeart/2005/8/layout/matrix3"/>
    <dgm:cxn modelId="{B7AF09B0-B703-4ECA-A1BE-316B121B1860}" type="presOf" srcId="{A6704DFB-D7D3-4E17-BFE0-4AB9A2D24CCF}" destId="{DA508EDA-C2BF-482A-B07A-708B9CFB4643}" srcOrd="0" destOrd="0" presId="urn:microsoft.com/office/officeart/2005/8/layout/matrix3"/>
    <dgm:cxn modelId="{760CA3DB-E251-4202-8922-B60DAD868397}" srcId="{A6704DFB-D7D3-4E17-BFE0-4AB9A2D24CCF}" destId="{255B826F-19CD-4577-9F93-A68B4BC116BC}" srcOrd="2" destOrd="0" parTransId="{BE2E5288-8FF8-4169-B239-0FCA477E4D4D}" sibTransId="{1E106C1C-74DB-49CF-AF38-08AB710FA9D4}"/>
    <dgm:cxn modelId="{2FE006EE-7F3A-4E55-8BB2-D66BF593751B}" type="presOf" srcId="{255B826F-19CD-4577-9F93-A68B4BC116BC}" destId="{0B072854-24D9-4872-8497-79485570D4C8}" srcOrd="0" destOrd="0" presId="urn:microsoft.com/office/officeart/2005/8/layout/matrix3"/>
    <dgm:cxn modelId="{7F5046BA-F6B2-43AF-B596-50389F78DD42}" type="presParOf" srcId="{DA508EDA-C2BF-482A-B07A-708B9CFB4643}" destId="{D71D7D72-DF9F-45D2-A553-FF993F11A703}" srcOrd="0" destOrd="0" presId="urn:microsoft.com/office/officeart/2005/8/layout/matrix3"/>
    <dgm:cxn modelId="{D9380A51-0006-4922-8450-9915DA6105D0}" type="presParOf" srcId="{DA508EDA-C2BF-482A-B07A-708B9CFB4643}" destId="{27E8E61F-0204-4E27-99A4-CB2D447DD596}" srcOrd="1" destOrd="0" presId="urn:microsoft.com/office/officeart/2005/8/layout/matrix3"/>
    <dgm:cxn modelId="{D7A380E0-F841-4E87-8A15-5192BE77B7B7}" type="presParOf" srcId="{DA508EDA-C2BF-482A-B07A-708B9CFB4643}" destId="{A6F80C0C-4177-4D9D-B7C8-0D2B27D22F2F}" srcOrd="2" destOrd="0" presId="urn:microsoft.com/office/officeart/2005/8/layout/matrix3"/>
    <dgm:cxn modelId="{AD4B124E-CD7E-43EA-BEA7-E3D6FB05CD84}" type="presParOf" srcId="{DA508EDA-C2BF-482A-B07A-708B9CFB4643}" destId="{0B072854-24D9-4872-8497-79485570D4C8}" srcOrd="3" destOrd="0" presId="urn:microsoft.com/office/officeart/2005/8/layout/matrix3"/>
    <dgm:cxn modelId="{AB627E60-51A7-4891-8E8E-123082CA0734}" type="presParOf" srcId="{DA508EDA-C2BF-482A-B07A-708B9CFB4643}" destId="{44BFC04B-9CED-46C9-B802-FCC604800AC6}"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63D97A6-FE3E-4B01-B6AA-87BB8EFDAEAC}"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928B45C1-9043-42B8-AA90-B80EF00FCB2A}">
      <dgm:prSet/>
      <dgm:spPr/>
      <dgm:t>
        <a:bodyPr/>
        <a:lstStyle/>
        <a:p>
          <a:pPr>
            <a:defRPr cap="all"/>
          </a:pPr>
          <a:r>
            <a:rPr lang="en-US"/>
            <a:t>LLM learns patterns, grammar, facts &amp; reasoning from text.</a:t>
          </a:r>
        </a:p>
      </dgm:t>
    </dgm:pt>
    <dgm:pt modelId="{B16F7CC8-E8E7-4852-B6D0-52C91EF400CA}" type="parTrans" cxnId="{89EE770A-AD4C-4B19-A933-3DBB15FFE967}">
      <dgm:prSet/>
      <dgm:spPr/>
      <dgm:t>
        <a:bodyPr/>
        <a:lstStyle/>
        <a:p>
          <a:endParaRPr lang="en-US"/>
        </a:p>
      </dgm:t>
    </dgm:pt>
    <dgm:pt modelId="{908569F4-99F3-407F-98AC-5C952B725241}" type="sibTrans" cxnId="{89EE770A-AD4C-4B19-A933-3DBB15FFE967}">
      <dgm:prSet/>
      <dgm:spPr/>
      <dgm:t>
        <a:bodyPr/>
        <a:lstStyle/>
        <a:p>
          <a:endParaRPr lang="en-US"/>
        </a:p>
      </dgm:t>
    </dgm:pt>
    <dgm:pt modelId="{EA15AAFE-12A9-4CB9-B2D8-3E8EEADA27DB}">
      <dgm:prSet/>
      <dgm:spPr/>
      <dgm:t>
        <a:bodyPr/>
        <a:lstStyle/>
        <a:p>
          <a:pPr>
            <a:defRPr cap="all"/>
          </a:pPr>
          <a:r>
            <a:rPr lang="en-US"/>
            <a:t>Predicts the </a:t>
          </a:r>
          <a:r>
            <a:rPr lang="en-US" b="1"/>
            <a:t>next best word</a:t>
          </a:r>
          <a:r>
            <a:rPr lang="en-US"/>
            <a:t> in a sequence.</a:t>
          </a:r>
        </a:p>
      </dgm:t>
    </dgm:pt>
    <dgm:pt modelId="{A3BE917A-D4F5-4ED8-878F-8BD073E0728D}" type="parTrans" cxnId="{3181AD3E-9102-4C0E-8C02-A0B02D354AFA}">
      <dgm:prSet/>
      <dgm:spPr/>
      <dgm:t>
        <a:bodyPr/>
        <a:lstStyle/>
        <a:p>
          <a:endParaRPr lang="en-US"/>
        </a:p>
      </dgm:t>
    </dgm:pt>
    <dgm:pt modelId="{5B97A7D0-F019-4647-918E-EB0317DDCCEA}" type="sibTrans" cxnId="{3181AD3E-9102-4C0E-8C02-A0B02D354AFA}">
      <dgm:prSet/>
      <dgm:spPr/>
      <dgm:t>
        <a:bodyPr/>
        <a:lstStyle/>
        <a:p>
          <a:endParaRPr lang="en-US"/>
        </a:p>
      </dgm:t>
    </dgm:pt>
    <dgm:pt modelId="{9A65F8F6-E2A9-41A3-8092-7991AF4EA490}">
      <dgm:prSet/>
      <dgm:spPr/>
      <dgm:t>
        <a:bodyPr/>
        <a:lstStyle/>
        <a:p>
          <a:pPr>
            <a:defRPr cap="all"/>
          </a:pPr>
          <a:r>
            <a:rPr lang="en-US"/>
            <a:t>Uses </a:t>
          </a:r>
          <a:r>
            <a:rPr lang="en-US" b="1"/>
            <a:t>attention mechanism</a:t>
          </a:r>
          <a:r>
            <a:rPr lang="en-US"/>
            <a:t> to focus on important context.</a:t>
          </a:r>
        </a:p>
      </dgm:t>
    </dgm:pt>
    <dgm:pt modelId="{77E29146-615E-489C-B666-0002B72B4B4A}" type="parTrans" cxnId="{A300002C-249E-48D9-AAF8-270E331F4018}">
      <dgm:prSet/>
      <dgm:spPr/>
      <dgm:t>
        <a:bodyPr/>
        <a:lstStyle/>
        <a:p>
          <a:endParaRPr lang="en-US"/>
        </a:p>
      </dgm:t>
    </dgm:pt>
    <dgm:pt modelId="{8CAE828B-7ED0-46E5-AE34-AA41E9E0647F}" type="sibTrans" cxnId="{A300002C-249E-48D9-AAF8-270E331F4018}">
      <dgm:prSet/>
      <dgm:spPr/>
      <dgm:t>
        <a:bodyPr/>
        <a:lstStyle/>
        <a:p>
          <a:endParaRPr lang="en-US"/>
        </a:p>
      </dgm:t>
    </dgm:pt>
    <dgm:pt modelId="{A40FD436-2371-405A-92C6-C450D1F700CC}">
      <dgm:prSet/>
      <dgm:spPr/>
      <dgm:t>
        <a:bodyPr/>
        <a:lstStyle/>
        <a:p>
          <a:pPr>
            <a:defRPr cap="all"/>
          </a:pPr>
          <a:r>
            <a:rPr lang="en-US"/>
            <a:t>More parameters → better reasoning &amp; accuracy.</a:t>
          </a:r>
        </a:p>
      </dgm:t>
    </dgm:pt>
    <dgm:pt modelId="{202DE59A-FA1C-4315-A1DD-E96B0661F370}" type="parTrans" cxnId="{1C150A1F-C6CB-4949-8466-EF5CF791F05A}">
      <dgm:prSet/>
      <dgm:spPr/>
      <dgm:t>
        <a:bodyPr/>
        <a:lstStyle/>
        <a:p>
          <a:endParaRPr lang="en-US"/>
        </a:p>
      </dgm:t>
    </dgm:pt>
    <dgm:pt modelId="{9419ED48-1B87-4A7E-8C90-82A0A83CC4AB}" type="sibTrans" cxnId="{1C150A1F-C6CB-4949-8466-EF5CF791F05A}">
      <dgm:prSet/>
      <dgm:spPr/>
      <dgm:t>
        <a:bodyPr/>
        <a:lstStyle/>
        <a:p>
          <a:endParaRPr lang="en-US"/>
        </a:p>
      </dgm:t>
    </dgm:pt>
    <dgm:pt modelId="{BAD7CCD1-18BB-4FF5-B25C-BA574907585B}" type="pres">
      <dgm:prSet presAssocID="{463D97A6-FE3E-4B01-B6AA-87BB8EFDAEAC}" presName="root" presStyleCnt="0">
        <dgm:presLayoutVars>
          <dgm:dir/>
          <dgm:resizeHandles val="exact"/>
        </dgm:presLayoutVars>
      </dgm:prSet>
      <dgm:spPr/>
    </dgm:pt>
    <dgm:pt modelId="{101AD0DA-C3E6-4AC1-AB8B-401A451B23A6}" type="pres">
      <dgm:prSet presAssocID="{928B45C1-9043-42B8-AA90-B80EF00FCB2A}" presName="compNode" presStyleCnt="0"/>
      <dgm:spPr/>
    </dgm:pt>
    <dgm:pt modelId="{AD5C84C6-AD3F-41A6-89BA-EB943570A328}" type="pres">
      <dgm:prSet presAssocID="{928B45C1-9043-42B8-AA90-B80EF00FCB2A}" presName="iconBgRect" presStyleLbl="bgShp" presStyleIdx="0" presStyleCnt="4"/>
      <dgm:spPr>
        <a:prstGeom prst="round2DiagRect">
          <a:avLst>
            <a:gd name="adj1" fmla="val 29727"/>
            <a:gd name="adj2" fmla="val 0"/>
          </a:avLst>
        </a:prstGeom>
      </dgm:spPr>
    </dgm:pt>
    <dgm:pt modelId="{2FB43075-73D9-4525-B6BE-FE4A6E54C3D2}" type="pres">
      <dgm:prSet presAssocID="{928B45C1-9043-42B8-AA90-B80EF00FCB2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ubtitles"/>
        </a:ext>
      </dgm:extLst>
    </dgm:pt>
    <dgm:pt modelId="{F18B58B3-362C-4698-A538-EDCC748BF211}" type="pres">
      <dgm:prSet presAssocID="{928B45C1-9043-42B8-AA90-B80EF00FCB2A}" presName="spaceRect" presStyleCnt="0"/>
      <dgm:spPr/>
    </dgm:pt>
    <dgm:pt modelId="{68FF439B-939F-4FAC-8306-38C1ED7E9482}" type="pres">
      <dgm:prSet presAssocID="{928B45C1-9043-42B8-AA90-B80EF00FCB2A}" presName="textRect" presStyleLbl="revTx" presStyleIdx="0" presStyleCnt="4">
        <dgm:presLayoutVars>
          <dgm:chMax val="1"/>
          <dgm:chPref val="1"/>
        </dgm:presLayoutVars>
      </dgm:prSet>
      <dgm:spPr/>
    </dgm:pt>
    <dgm:pt modelId="{29607798-2EC7-4697-9EA9-9001CC88CB7A}" type="pres">
      <dgm:prSet presAssocID="{908569F4-99F3-407F-98AC-5C952B725241}" presName="sibTrans" presStyleCnt="0"/>
      <dgm:spPr/>
    </dgm:pt>
    <dgm:pt modelId="{7C3177F3-E960-41FD-93AB-A0DD19607238}" type="pres">
      <dgm:prSet presAssocID="{EA15AAFE-12A9-4CB9-B2D8-3E8EEADA27DB}" presName="compNode" presStyleCnt="0"/>
      <dgm:spPr/>
    </dgm:pt>
    <dgm:pt modelId="{65E6B771-94CF-45DC-A56D-B5AF0913A77B}" type="pres">
      <dgm:prSet presAssocID="{EA15AAFE-12A9-4CB9-B2D8-3E8EEADA27DB}" presName="iconBgRect" presStyleLbl="bgShp" presStyleIdx="1" presStyleCnt="4"/>
      <dgm:spPr>
        <a:prstGeom prst="round2DiagRect">
          <a:avLst>
            <a:gd name="adj1" fmla="val 29727"/>
            <a:gd name="adj2" fmla="val 0"/>
          </a:avLst>
        </a:prstGeom>
      </dgm:spPr>
    </dgm:pt>
    <dgm:pt modelId="{102B6443-71ED-4952-B60C-C5C30BA7458F}" type="pres">
      <dgm:prSet presAssocID="{EA15AAFE-12A9-4CB9-B2D8-3E8EEADA27D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laybook"/>
        </a:ext>
      </dgm:extLst>
    </dgm:pt>
    <dgm:pt modelId="{1760D2CE-F150-4B91-B3D1-D1705549DC53}" type="pres">
      <dgm:prSet presAssocID="{EA15AAFE-12A9-4CB9-B2D8-3E8EEADA27DB}" presName="spaceRect" presStyleCnt="0"/>
      <dgm:spPr/>
    </dgm:pt>
    <dgm:pt modelId="{9DA37A9D-0493-445A-AF63-BC9409FEAB7D}" type="pres">
      <dgm:prSet presAssocID="{EA15AAFE-12A9-4CB9-B2D8-3E8EEADA27DB}" presName="textRect" presStyleLbl="revTx" presStyleIdx="1" presStyleCnt="4">
        <dgm:presLayoutVars>
          <dgm:chMax val="1"/>
          <dgm:chPref val="1"/>
        </dgm:presLayoutVars>
      </dgm:prSet>
      <dgm:spPr/>
    </dgm:pt>
    <dgm:pt modelId="{8EE79CC5-B211-4C75-9786-FB09145EAE24}" type="pres">
      <dgm:prSet presAssocID="{5B97A7D0-F019-4647-918E-EB0317DDCCEA}" presName="sibTrans" presStyleCnt="0"/>
      <dgm:spPr/>
    </dgm:pt>
    <dgm:pt modelId="{4185068A-9E06-4EB4-A1F6-891F69FCA46C}" type="pres">
      <dgm:prSet presAssocID="{9A65F8F6-E2A9-41A3-8092-7991AF4EA490}" presName="compNode" presStyleCnt="0"/>
      <dgm:spPr/>
    </dgm:pt>
    <dgm:pt modelId="{0BCDB505-525E-4AB6-BBEE-730F6C4FE92C}" type="pres">
      <dgm:prSet presAssocID="{9A65F8F6-E2A9-41A3-8092-7991AF4EA490}" presName="iconBgRect" presStyleLbl="bgShp" presStyleIdx="2" presStyleCnt="4"/>
      <dgm:spPr>
        <a:prstGeom prst="round2DiagRect">
          <a:avLst>
            <a:gd name="adj1" fmla="val 29727"/>
            <a:gd name="adj2" fmla="val 0"/>
          </a:avLst>
        </a:prstGeom>
      </dgm:spPr>
    </dgm:pt>
    <dgm:pt modelId="{F07422E3-0690-4B67-B897-F3F5F1CF8884}" type="pres">
      <dgm:prSet presAssocID="{9A65F8F6-E2A9-41A3-8092-7991AF4EA49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gnifying glass"/>
        </a:ext>
      </dgm:extLst>
    </dgm:pt>
    <dgm:pt modelId="{FECF51AB-C999-4B9C-BE2B-156A5070635F}" type="pres">
      <dgm:prSet presAssocID="{9A65F8F6-E2A9-41A3-8092-7991AF4EA490}" presName="spaceRect" presStyleCnt="0"/>
      <dgm:spPr/>
    </dgm:pt>
    <dgm:pt modelId="{671D4D94-EDC3-4D27-8E7F-E80D6DF4E8EF}" type="pres">
      <dgm:prSet presAssocID="{9A65F8F6-E2A9-41A3-8092-7991AF4EA490}" presName="textRect" presStyleLbl="revTx" presStyleIdx="2" presStyleCnt="4">
        <dgm:presLayoutVars>
          <dgm:chMax val="1"/>
          <dgm:chPref val="1"/>
        </dgm:presLayoutVars>
      </dgm:prSet>
      <dgm:spPr/>
    </dgm:pt>
    <dgm:pt modelId="{640F71AC-36D1-46E7-B9D9-167CBC19EBA3}" type="pres">
      <dgm:prSet presAssocID="{8CAE828B-7ED0-46E5-AE34-AA41E9E0647F}" presName="sibTrans" presStyleCnt="0"/>
      <dgm:spPr/>
    </dgm:pt>
    <dgm:pt modelId="{3F92AAA7-B24F-4567-B67D-7C2C8C548469}" type="pres">
      <dgm:prSet presAssocID="{A40FD436-2371-405A-92C6-C450D1F700CC}" presName="compNode" presStyleCnt="0"/>
      <dgm:spPr/>
    </dgm:pt>
    <dgm:pt modelId="{5E929F23-50FE-416B-8E1C-5BF8FC85111E}" type="pres">
      <dgm:prSet presAssocID="{A40FD436-2371-405A-92C6-C450D1F700CC}" presName="iconBgRect" presStyleLbl="bgShp" presStyleIdx="3" presStyleCnt="4"/>
      <dgm:spPr>
        <a:prstGeom prst="round2DiagRect">
          <a:avLst>
            <a:gd name="adj1" fmla="val 29727"/>
            <a:gd name="adj2" fmla="val 0"/>
          </a:avLst>
        </a:prstGeom>
      </dgm:spPr>
    </dgm:pt>
    <dgm:pt modelId="{7FCCF140-DF39-47B0-8BF8-E6907A90812F}" type="pres">
      <dgm:prSet presAssocID="{A40FD436-2371-405A-92C6-C450D1F700C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arget"/>
        </a:ext>
      </dgm:extLst>
    </dgm:pt>
    <dgm:pt modelId="{3A259265-F36B-425E-BDBC-53A426457A02}" type="pres">
      <dgm:prSet presAssocID="{A40FD436-2371-405A-92C6-C450D1F700CC}" presName="spaceRect" presStyleCnt="0"/>
      <dgm:spPr/>
    </dgm:pt>
    <dgm:pt modelId="{51B53B73-1E84-487A-820B-7A16D8615E8D}" type="pres">
      <dgm:prSet presAssocID="{A40FD436-2371-405A-92C6-C450D1F700CC}" presName="textRect" presStyleLbl="revTx" presStyleIdx="3" presStyleCnt="4">
        <dgm:presLayoutVars>
          <dgm:chMax val="1"/>
          <dgm:chPref val="1"/>
        </dgm:presLayoutVars>
      </dgm:prSet>
      <dgm:spPr/>
    </dgm:pt>
  </dgm:ptLst>
  <dgm:cxnLst>
    <dgm:cxn modelId="{89EE770A-AD4C-4B19-A933-3DBB15FFE967}" srcId="{463D97A6-FE3E-4B01-B6AA-87BB8EFDAEAC}" destId="{928B45C1-9043-42B8-AA90-B80EF00FCB2A}" srcOrd="0" destOrd="0" parTransId="{B16F7CC8-E8E7-4852-B6D0-52C91EF400CA}" sibTransId="{908569F4-99F3-407F-98AC-5C952B725241}"/>
    <dgm:cxn modelId="{9ABD4B0C-C5FF-4F64-968D-36F61BB2C172}" type="presOf" srcId="{928B45C1-9043-42B8-AA90-B80EF00FCB2A}" destId="{68FF439B-939F-4FAC-8306-38C1ED7E9482}" srcOrd="0" destOrd="0" presId="urn:microsoft.com/office/officeart/2018/5/layout/IconLeafLabelList"/>
    <dgm:cxn modelId="{1C150A1F-C6CB-4949-8466-EF5CF791F05A}" srcId="{463D97A6-FE3E-4B01-B6AA-87BB8EFDAEAC}" destId="{A40FD436-2371-405A-92C6-C450D1F700CC}" srcOrd="3" destOrd="0" parTransId="{202DE59A-FA1C-4315-A1DD-E96B0661F370}" sibTransId="{9419ED48-1B87-4A7E-8C90-82A0A83CC4AB}"/>
    <dgm:cxn modelId="{A300002C-249E-48D9-AAF8-270E331F4018}" srcId="{463D97A6-FE3E-4B01-B6AA-87BB8EFDAEAC}" destId="{9A65F8F6-E2A9-41A3-8092-7991AF4EA490}" srcOrd="2" destOrd="0" parTransId="{77E29146-615E-489C-B666-0002B72B4B4A}" sibTransId="{8CAE828B-7ED0-46E5-AE34-AA41E9E0647F}"/>
    <dgm:cxn modelId="{3181AD3E-9102-4C0E-8C02-A0B02D354AFA}" srcId="{463D97A6-FE3E-4B01-B6AA-87BB8EFDAEAC}" destId="{EA15AAFE-12A9-4CB9-B2D8-3E8EEADA27DB}" srcOrd="1" destOrd="0" parTransId="{A3BE917A-D4F5-4ED8-878F-8BD073E0728D}" sibTransId="{5B97A7D0-F019-4647-918E-EB0317DDCCEA}"/>
    <dgm:cxn modelId="{5A70AA77-3920-4899-AA71-30BC6963D01F}" type="presOf" srcId="{463D97A6-FE3E-4B01-B6AA-87BB8EFDAEAC}" destId="{BAD7CCD1-18BB-4FF5-B25C-BA574907585B}" srcOrd="0" destOrd="0" presId="urn:microsoft.com/office/officeart/2018/5/layout/IconLeafLabelList"/>
    <dgm:cxn modelId="{AD87DD90-05BC-4C49-8AC0-B2148AF30B21}" type="presOf" srcId="{9A65F8F6-E2A9-41A3-8092-7991AF4EA490}" destId="{671D4D94-EDC3-4D27-8E7F-E80D6DF4E8EF}" srcOrd="0" destOrd="0" presId="urn:microsoft.com/office/officeart/2018/5/layout/IconLeafLabelList"/>
    <dgm:cxn modelId="{3A3E87A1-59E7-4302-B334-CC6606D06C40}" type="presOf" srcId="{EA15AAFE-12A9-4CB9-B2D8-3E8EEADA27DB}" destId="{9DA37A9D-0493-445A-AF63-BC9409FEAB7D}" srcOrd="0" destOrd="0" presId="urn:microsoft.com/office/officeart/2018/5/layout/IconLeafLabelList"/>
    <dgm:cxn modelId="{304D12C8-C965-4EBB-B250-919E67AC8F86}" type="presOf" srcId="{A40FD436-2371-405A-92C6-C450D1F700CC}" destId="{51B53B73-1E84-487A-820B-7A16D8615E8D}" srcOrd="0" destOrd="0" presId="urn:microsoft.com/office/officeart/2018/5/layout/IconLeafLabelList"/>
    <dgm:cxn modelId="{2E6D7007-9E12-497D-900A-5BC0B1969CEF}" type="presParOf" srcId="{BAD7CCD1-18BB-4FF5-B25C-BA574907585B}" destId="{101AD0DA-C3E6-4AC1-AB8B-401A451B23A6}" srcOrd="0" destOrd="0" presId="urn:microsoft.com/office/officeart/2018/5/layout/IconLeafLabelList"/>
    <dgm:cxn modelId="{6C6B4BDC-17A9-43FF-A526-8E06333EBA1C}" type="presParOf" srcId="{101AD0DA-C3E6-4AC1-AB8B-401A451B23A6}" destId="{AD5C84C6-AD3F-41A6-89BA-EB943570A328}" srcOrd="0" destOrd="0" presId="urn:microsoft.com/office/officeart/2018/5/layout/IconLeafLabelList"/>
    <dgm:cxn modelId="{E9FD3DC6-1083-44C2-B50E-19ABE93BAF55}" type="presParOf" srcId="{101AD0DA-C3E6-4AC1-AB8B-401A451B23A6}" destId="{2FB43075-73D9-4525-B6BE-FE4A6E54C3D2}" srcOrd="1" destOrd="0" presId="urn:microsoft.com/office/officeart/2018/5/layout/IconLeafLabelList"/>
    <dgm:cxn modelId="{D8DC6389-E3A4-40EF-9A03-6F258F2D38EE}" type="presParOf" srcId="{101AD0DA-C3E6-4AC1-AB8B-401A451B23A6}" destId="{F18B58B3-362C-4698-A538-EDCC748BF211}" srcOrd="2" destOrd="0" presId="urn:microsoft.com/office/officeart/2018/5/layout/IconLeafLabelList"/>
    <dgm:cxn modelId="{12E55D94-5B69-435C-A005-E16550DFAE37}" type="presParOf" srcId="{101AD0DA-C3E6-4AC1-AB8B-401A451B23A6}" destId="{68FF439B-939F-4FAC-8306-38C1ED7E9482}" srcOrd="3" destOrd="0" presId="urn:microsoft.com/office/officeart/2018/5/layout/IconLeafLabelList"/>
    <dgm:cxn modelId="{7BFE26FD-0650-4F7E-8FE8-627C810F4728}" type="presParOf" srcId="{BAD7CCD1-18BB-4FF5-B25C-BA574907585B}" destId="{29607798-2EC7-4697-9EA9-9001CC88CB7A}" srcOrd="1" destOrd="0" presId="urn:microsoft.com/office/officeart/2018/5/layout/IconLeafLabelList"/>
    <dgm:cxn modelId="{6725CFDD-12E2-447C-8C79-6DAE6AB423E3}" type="presParOf" srcId="{BAD7CCD1-18BB-4FF5-B25C-BA574907585B}" destId="{7C3177F3-E960-41FD-93AB-A0DD19607238}" srcOrd="2" destOrd="0" presId="urn:microsoft.com/office/officeart/2018/5/layout/IconLeafLabelList"/>
    <dgm:cxn modelId="{2ED2ECC0-0E08-480B-9BB4-F4D4CAD60FC8}" type="presParOf" srcId="{7C3177F3-E960-41FD-93AB-A0DD19607238}" destId="{65E6B771-94CF-45DC-A56D-B5AF0913A77B}" srcOrd="0" destOrd="0" presId="urn:microsoft.com/office/officeart/2018/5/layout/IconLeafLabelList"/>
    <dgm:cxn modelId="{A42A9D26-1AC3-4822-8514-5CB31877B785}" type="presParOf" srcId="{7C3177F3-E960-41FD-93AB-A0DD19607238}" destId="{102B6443-71ED-4952-B60C-C5C30BA7458F}" srcOrd="1" destOrd="0" presId="urn:microsoft.com/office/officeart/2018/5/layout/IconLeafLabelList"/>
    <dgm:cxn modelId="{A61A47CD-F3A3-4623-B9A5-E1E2605C0C75}" type="presParOf" srcId="{7C3177F3-E960-41FD-93AB-A0DD19607238}" destId="{1760D2CE-F150-4B91-B3D1-D1705549DC53}" srcOrd="2" destOrd="0" presId="urn:microsoft.com/office/officeart/2018/5/layout/IconLeafLabelList"/>
    <dgm:cxn modelId="{90D54905-22DB-4B86-8D27-CB69BBB12E77}" type="presParOf" srcId="{7C3177F3-E960-41FD-93AB-A0DD19607238}" destId="{9DA37A9D-0493-445A-AF63-BC9409FEAB7D}" srcOrd="3" destOrd="0" presId="urn:microsoft.com/office/officeart/2018/5/layout/IconLeafLabelList"/>
    <dgm:cxn modelId="{0BF967AD-B4CB-43A8-A239-FB4C6B61663A}" type="presParOf" srcId="{BAD7CCD1-18BB-4FF5-B25C-BA574907585B}" destId="{8EE79CC5-B211-4C75-9786-FB09145EAE24}" srcOrd="3" destOrd="0" presId="urn:microsoft.com/office/officeart/2018/5/layout/IconLeafLabelList"/>
    <dgm:cxn modelId="{AFA0B58F-7E8F-49D9-9BC7-BEB7B8EC7161}" type="presParOf" srcId="{BAD7CCD1-18BB-4FF5-B25C-BA574907585B}" destId="{4185068A-9E06-4EB4-A1F6-891F69FCA46C}" srcOrd="4" destOrd="0" presId="urn:microsoft.com/office/officeart/2018/5/layout/IconLeafLabelList"/>
    <dgm:cxn modelId="{EC3D2735-82AE-4DD5-9C6E-BEFFCFD7F5E9}" type="presParOf" srcId="{4185068A-9E06-4EB4-A1F6-891F69FCA46C}" destId="{0BCDB505-525E-4AB6-BBEE-730F6C4FE92C}" srcOrd="0" destOrd="0" presId="urn:microsoft.com/office/officeart/2018/5/layout/IconLeafLabelList"/>
    <dgm:cxn modelId="{AE2C95C2-0E64-4E17-976F-416B3B8E094D}" type="presParOf" srcId="{4185068A-9E06-4EB4-A1F6-891F69FCA46C}" destId="{F07422E3-0690-4B67-B897-F3F5F1CF8884}" srcOrd="1" destOrd="0" presId="urn:microsoft.com/office/officeart/2018/5/layout/IconLeafLabelList"/>
    <dgm:cxn modelId="{E532F043-6E47-4217-924F-4EE8831CE5C5}" type="presParOf" srcId="{4185068A-9E06-4EB4-A1F6-891F69FCA46C}" destId="{FECF51AB-C999-4B9C-BE2B-156A5070635F}" srcOrd="2" destOrd="0" presId="urn:microsoft.com/office/officeart/2018/5/layout/IconLeafLabelList"/>
    <dgm:cxn modelId="{8D557F2F-F92B-4886-B40B-03A16ABFC703}" type="presParOf" srcId="{4185068A-9E06-4EB4-A1F6-891F69FCA46C}" destId="{671D4D94-EDC3-4D27-8E7F-E80D6DF4E8EF}" srcOrd="3" destOrd="0" presId="urn:microsoft.com/office/officeart/2018/5/layout/IconLeafLabelList"/>
    <dgm:cxn modelId="{82CA6AFA-1F3B-40C5-B3E8-6A1BDB7A92ED}" type="presParOf" srcId="{BAD7CCD1-18BB-4FF5-B25C-BA574907585B}" destId="{640F71AC-36D1-46E7-B9D9-167CBC19EBA3}" srcOrd="5" destOrd="0" presId="urn:microsoft.com/office/officeart/2018/5/layout/IconLeafLabelList"/>
    <dgm:cxn modelId="{E062D73E-2950-4C6B-A7EF-8F760097495B}" type="presParOf" srcId="{BAD7CCD1-18BB-4FF5-B25C-BA574907585B}" destId="{3F92AAA7-B24F-4567-B67D-7C2C8C548469}" srcOrd="6" destOrd="0" presId="urn:microsoft.com/office/officeart/2018/5/layout/IconLeafLabelList"/>
    <dgm:cxn modelId="{07B62A17-9161-4E90-A18C-7FA72F301765}" type="presParOf" srcId="{3F92AAA7-B24F-4567-B67D-7C2C8C548469}" destId="{5E929F23-50FE-416B-8E1C-5BF8FC85111E}" srcOrd="0" destOrd="0" presId="urn:microsoft.com/office/officeart/2018/5/layout/IconLeafLabelList"/>
    <dgm:cxn modelId="{B42BD7EA-C148-4184-92A3-7724E0FF9D88}" type="presParOf" srcId="{3F92AAA7-B24F-4567-B67D-7C2C8C548469}" destId="{7FCCF140-DF39-47B0-8BF8-E6907A90812F}" srcOrd="1" destOrd="0" presId="urn:microsoft.com/office/officeart/2018/5/layout/IconLeafLabelList"/>
    <dgm:cxn modelId="{7038775D-701D-421F-BCAC-76C16E6B8B0A}" type="presParOf" srcId="{3F92AAA7-B24F-4567-B67D-7C2C8C548469}" destId="{3A259265-F36B-425E-BDBC-53A426457A02}" srcOrd="2" destOrd="0" presId="urn:microsoft.com/office/officeart/2018/5/layout/IconLeafLabelList"/>
    <dgm:cxn modelId="{8204D554-E91B-4201-BFC2-42F3A64CA9AC}" type="presParOf" srcId="{3F92AAA7-B24F-4567-B67D-7C2C8C548469}" destId="{51B53B73-1E84-487A-820B-7A16D8615E8D}"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1BC6A15-9C27-47A6-8D55-B3C8B70CCDDC}"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06A261B2-F283-4428-B2A9-D888CCB3A271}">
      <dgm:prSet/>
      <dgm:spPr/>
      <dgm:t>
        <a:bodyPr/>
        <a:lstStyle/>
        <a:p>
          <a:r>
            <a:rPr lang="en-US"/>
            <a:t>The skill of designing effective prompts to control LLM outputs.</a:t>
          </a:r>
        </a:p>
      </dgm:t>
    </dgm:pt>
    <dgm:pt modelId="{DEA4A6A4-888A-4AFC-B51D-045382F3A899}" type="parTrans" cxnId="{F28BC183-8A1E-4894-B143-D504FB8DDD2D}">
      <dgm:prSet/>
      <dgm:spPr/>
      <dgm:t>
        <a:bodyPr/>
        <a:lstStyle/>
        <a:p>
          <a:endParaRPr lang="en-US"/>
        </a:p>
      </dgm:t>
    </dgm:pt>
    <dgm:pt modelId="{7F1DD8A2-ED97-4BC0-B944-049748EB55F2}" type="sibTrans" cxnId="{F28BC183-8A1E-4894-B143-D504FB8DDD2D}">
      <dgm:prSet/>
      <dgm:spPr/>
      <dgm:t>
        <a:bodyPr/>
        <a:lstStyle/>
        <a:p>
          <a:endParaRPr lang="en-US"/>
        </a:p>
      </dgm:t>
    </dgm:pt>
    <dgm:pt modelId="{B292BEBA-EBAD-4EAB-A359-88320A3A7741}">
      <dgm:prSet/>
      <dgm:spPr/>
      <dgm:t>
        <a:bodyPr/>
        <a:lstStyle/>
        <a:p>
          <a:r>
            <a:rPr lang="en-US"/>
            <a:t>Converts user intention → clear instructions for the model.</a:t>
          </a:r>
        </a:p>
      </dgm:t>
    </dgm:pt>
    <dgm:pt modelId="{812548A4-6670-411F-A6ED-764805EEC333}" type="parTrans" cxnId="{2BD3981F-9E1C-4131-835E-AD36AC611B09}">
      <dgm:prSet/>
      <dgm:spPr/>
      <dgm:t>
        <a:bodyPr/>
        <a:lstStyle/>
        <a:p>
          <a:endParaRPr lang="en-US"/>
        </a:p>
      </dgm:t>
    </dgm:pt>
    <dgm:pt modelId="{3183D0DF-8362-4FDE-A716-EA0A80249DEE}" type="sibTrans" cxnId="{2BD3981F-9E1C-4131-835E-AD36AC611B09}">
      <dgm:prSet/>
      <dgm:spPr/>
      <dgm:t>
        <a:bodyPr/>
        <a:lstStyle/>
        <a:p>
          <a:endParaRPr lang="en-US"/>
        </a:p>
      </dgm:t>
    </dgm:pt>
    <dgm:pt modelId="{3A63B092-739C-4202-9E47-89F2CFDA681D}">
      <dgm:prSet/>
      <dgm:spPr/>
      <dgm:t>
        <a:bodyPr/>
        <a:lstStyle/>
        <a:p>
          <a:r>
            <a:rPr lang="en-US"/>
            <a:t>Improves accuracy, reduces hallucination, enhances consistency.</a:t>
          </a:r>
        </a:p>
      </dgm:t>
    </dgm:pt>
    <dgm:pt modelId="{0F26B740-85A1-45AF-A6F7-815827D8C5DD}" type="parTrans" cxnId="{68E897AB-36E6-4F29-95B5-D0FEA8ECD3B6}">
      <dgm:prSet/>
      <dgm:spPr/>
      <dgm:t>
        <a:bodyPr/>
        <a:lstStyle/>
        <a:p>
          <a:endParaRPr lang="en-US"/>
        </a:p>
      </dgm:t>
    </dgm:pt>
    <dgm:pt modelId="{7759D679-4A32-4AC7-A3E3-AD11A4EEF13B}" type="sibTrans" cxnId="{68E897AB-36E6-4F29-95B5-D0FEA8ECD3B6}">
      <dgm:prSet/>
      <dgm:spPr/>
      <dgm:t>
        <a:bodyPr/>
        <a:lstStyle/>
        <a:p>
          <a:endParaRPr lang="en-US"/>
        </a:p>
      </dgm:t>
    </dgm:pt>
    <dgm:pt modelId="{0B28F09D-1DB5-47EE-B0AB-38B2CDEB9E8E}" type="pres">
      <dgm:prSet presAssocID="{11BC6A15-9C27-47A6-8D55-B3C8B70CCDDC}" presName="hierChild1" presStyleCnt="0">
        <dgm:presLayoutVars>
          <dgm:chPref val="1"/>
          <dgm:dir/>
          <dgm:animOne val="branch"/>
          <dgm:animLvl val="lvl"/>
          <dgm:resizeHandles/>
        </dgm:presLayoutVars>
      </dgm:prSet>
      <dgm:spPr/>
    </dgm:pt>
    <dgm:pt modelId="{20B7E61D-08D6-44A4-B85C-9A0A59B802C8}" type="pres">
      <dgm:prSet presAssocID="{06A261B2-F283-4428-B2A9-D888CCB3A271}" presName="hierRoot1" presStyleCnt="0"/>
      <dgm:spPr/>
    </dgm:pt>
    <dgm:pt modelId="{101207E5-3F5A-4EFE-BD08-F5411F0343D2}" type="pres">
      <dgm:prSet presAssocID="{06A261B2-F283-4428-B2A9-D888CCB3A271}" presName="composite" presStyleCnt="0"/>
      <dgm:spPr/>
    </dgm:pt>
    <dgm:pt modelId="{326A6969-B8C5-4050-98DF-E7C3F56187B4}" type="pres">
      <dgm:prSet presAssocID="{06A261B2-F283-4428-B2A9-D888CCB3A271}" presName="background" presStyleLbl="node0" presStyleIdx="0" presStyleCnt="3"/>
      <dgm:spPr/>
    </dgm:pt>
    <dgm:pt modelId="{B103F885-23D7-4BA1-A642-CF6C9210ECEE}" type="pres">
      <dgm:prSet presAssocID="{06A261B2-F283-4428-B2A9-D888CCB3A271}" presName="text" presStyleLbl="fgAcc0" presStyleIdx="0" presStyleCnt="3">
        <dgm:presLayoutVars>
          <dgm:chPref val="3"/>
        </dgm:presLayoutVars>
      </dgm:prSet>
      <dgm:spPr/>
    </dgm:pt>
    <dgm:pt modelId="{A010C7DF-06DB-4FA1-81AB-245CFAB023A8}" type="pres">
      <dgm:prSet presAssocID="{06A261B2-F283-4428-B2A9-D888CCB3A271}" presName="hierChild2" presStyleCnt="0"/>
      <dgm:spPr/>
    </dgm:pt>
    <dgm:pt modelId="{317048DE-D3A1-4C10-A592-5099E32B9C05}" type="pres">
      <dgm:prSet presAssocID="{B292BEBA-EBAD-4EAB-A359-88320A3A7741}" presName="hierRoot1" presStyleCnt="0"/>
      <dgm:spPr/>
    </dgm:pt>
    <dgm:pt modelId="{DDF70B69-1E81-4D79-82F9-97F40ACFF9EF}" type="pres">
      <dgm:prSet presAssocID="{B292BEBA-EBAD-4EAB-A359-88320A3A7741}" presName="composite" presStyleCnt="0"/>
      <dgm:spPr/>
    </dgm:pt>
    <dgm:pt modelId="{3B1B2324-EC10-4EE6-B46D-52C9393A4836}" type="pres">
      <dgm:prSet presAssocID="{B292BEBA-EBAD-4EAB-A359-88320A3A7741}" presName="background" presStyleLbl="node0" presStyleIdx="1" presStyleCnt="3"/>
      <dgm:spPr/>
    </dgm:pt>
    <dgm:pt modelId="{23E7D1A5-A8C1-4A80-8CF5-92F45BD59D96}" type="pres">
      <dgm:prSet presAssocID="{B292BEBA-EBAD-4EAB-A359-88320A3A7741}" presName="text" presStyleLbl="fgAcc0" presStyleIdx="1" presStyleCnt="3">
        <dgm:presLayoutVars>
          <dgm:chPref val="3"/>
        </dgm:presLayoutVars>
      </dgm:prSet>
      <dgm:spPr/>
    </dgm:pt>
    <dgm:pt modelId="{B0DFD8AC-3EC7-4C46-AF7C-AE390D0395F8}" type="pres">
      <dgm:prSet presAssocID="{B292BEBA-EBAD-4EAB-A359-88320A3A7741}" presName="hierChild2" presStyleCnt="0"/>
      <dgm:spPr/>
    </dgm:pt>
    <dgm:pt modelId="{BA94299C-758B-49A5-B748-4A15A789C140}" type="pres">
      <dgm:prSet presAssocID="{3A63B092-739C-4202-9E47-89F2CFDA681D}" presName="hierRoot1" presStyleCnt="0"/>
      <dgm:spPr/>
    </dgm:pt>
    <dgm:pt modelId="{44A16B76-42C3-44E3-942A-EF5985BF17D4}" type="pres">
      <dgm:prSet presAssocID="{3A63B092-739C-4202-9E47-89F2CFDA681D}" presName="composite" presStyleCnt="0"/>
      <dgm:spPr/>
    </dgm:pt>
    <dgm:pt modelId="{7E4149ED-FC71-462B-B175-EC3BEE96CDDC}" type="pres">
      <dgm:prSet presAssocID="{3A63B092-739C-4202-9E47-89F2CFDA681D}" presName="background" presStyleLbl="node0" presStyleIdx="2" presStyleCnt="3"/>
      <dgm:spPr/>
    </dgm:pt>
    <dgm:pt modelId="{28ED4B32-9BB1-4C33-B08C-EE9A628A6B9F}" type="pres">
      <dgm:prSet presAssocID="{3A63B092-739C-4202-9E47-89F2CFDA681D}" presName="text" presStyleLbl="fgAcc0" presStyleIdx="2" presStyleCnt="3">
        <dgm:presLayoutVars>
          <dgm:chPref val="3"/>
        </dgm:presLayoutVars>
      </dgm:prSet>
      <dgm:spPr/>
    </dgm:pt>
    <dgm:pt modelId="{8B3A13C3-00A7-4E1E-B82E-ADBCB25B3193}" type="pres">
      <dgm:prSet presAssocID="{3A63B092-739C-4202-9E47-89F2CFDA681D}" presName="hierChild2" presStyleCnt="0"/>
      <dgm:spPr/>
    </dgm:pt>
  </dgm:ptLst>
  <dgm:cxnLst>
    <dgm:cxn modelId="{2BD3981F-9E1C-4131-835E-AD36AC611B09}" srcId="{11BC6A15-9C27-47A6-8D55-B3C8B70CCDDC}" destId="{B292BEBA-EBAD-4EAB-A359-88320A3A7741}" srcOrd="1" destOrd="0" parTransId="{812548A4-6670-411F-A6ED-764805EEC333}" sibTransId="{3183D0DF-8362-4FDE-A716-EA0A80249DEE}"/>
    <dgm:cxn modelId="{38AB1033-361D-4272-BD48-A2B645538E0C}" type="presOf" srcId="{3A63B092-739C-4202-9E47-89F2CFDA681D}" destId="{28ED4B32-9BB1-4C33-B08C-EE9A628A6B9F}" srcOrd="0" destOrd="0" presId="urn:microsoft.com/office/officeart/2005/8/layout/hierarchy1"/>
    <dgm:cxn modelId="{F28BC183-8A1E-4894-B143-D504FB8DDD2D}" srcId="{11BC6A15-9C27-47A6-8D55-B3C8B70CCDDC}" destId="{06A261B2-F283-4428-B2A9-D888CCB3A271}" srcOrd="0" destOrd="0" parTransId="{DEA4A6A4-888A-4AFC-B51D-045382F3A899}" sibTransId="{7F1DD8A2-ED97-4BC0-B944-049748EB55F2}"/>
    <dgm:cxn modelId="{68E897AB-36E6-4F29-95B5-D0FEA8ECD3B6}" srcId="{11BC6A15-9C27-47A6-8D55-B3C8B70CCDDC}" destId="{3A63B092-739C-4202-9E47-89F2CFDA681D}" srcOrd="2" destOrd="0" parTransId="{0F26B740-85A1-45AF-A6F7-815827D8C5DD}" sibTransId="{7759D679-4A32-4AC7-A3E3-AD11A4EEF13B}"/>
    <dgm:cxn modelId="{E46518B4-F364-41D9-A370-2232B624F28B}" type="presOf" srcId="{11BC6A15-9C27-47A6-8D55-B3C8B70CCDDC}" destId="{0B28F09D-1DB5-47EE-B0AB-38B2CDEB9E8E}" srcOrd="0" destOrd="0" presId="urn:microsoft.com/office/officeart/2005/8/layout/hierarchy1"/>
    <dgm:cxn modelId="{F53051D7-DD01-4165-9E63-B3D4AE0D6A14}" type="presOf" srcId="{06A261B2-F283-4428-B2A9-D888CCB3A271}" destId="{B103F885-23D7-4BA1-A642-CF6C9210ECEE}" srcOrd="0" destOrd="0" presId="urn:microsoft.com/office/officeart/2005/8/layout/hierarchy1"/>
    <dgm:cxn modelId="{073160FA-458E-406D-B2BF-5F9AE3530560}" type="presOf" srcId="{B292BEBA-EBAD-4EAB-A359-88320A3A7741}" destId="{23E7D1A5-A8C1-4A80-8CF5-92F45BD59D96}" srcOrd="0" destOrd="0" presId="urn:microsoft.com/office/officeart/2005/8/layout/hierarchy1"/>
    <dgm:cxn modelId="{FE261110-09CC-4E05-90EE-5153EC14623B}" type="presParOf" srcId="{0B28F09D-1DB5-47EE-B0AB-38B2CDEB9E8E}" destId="{20B7E61D-08D6-44A4-B85C-9A0A59B802C8}" srcOrd="0" destOrd="0" presId="urn:microsoft.com/office/officeart/2005/8/layout/hierarchy1"/>
    <dgm:cxn modelId="{0A653D35-6D36-417A-8AE8-59D77F828A46}" type="presParOf" srcId="{20B7E61D-08D6-44A4-B85C-9A0A59B802C8}" destId="{101207E5-3F5A-4EFE-BD08-F5411F0343D2}" srcOrd="0" destOrd="0" presId="urn:microsoft.com/office/officeart/2005/8/layout/hierarchy1"/>
    <dgm:cxn modelId="{DB9F4002-34EA-4918-AF47-4C53A8F77E8C}" type="presParOf" srcId="{101207E5-3F5A-4EFE-BD08-F5411F0343D2}" destId="{326A6969-B8C5-4050-98DF-E7C3F56187B4}" srcOrd="0" destOrd="0" presId="urn:microsoft.com/office/officeart/2005/8/layout/hierarchy1"/>
    <dgm:cxn modelId="{A8AC7572-9510-4946-BFB1-26F5A8644FCF}" type="presParOf" srcId="{101207E5-3F5A-4EFE-BD08-F5411F0343D2}" destId="{B103F885-23D7-4BA1-A642-CF6C9210ECEE}" srcOrd="1" destOrd="0" presId="urn:microsoft.com/office/officeart/2005/8/layout/hierarchy1"/>
    <dgm:cxn modelId="{5A72497B-194E-4996-B668-D7E1C63DD3BD}" type="presParOf" srcId="{20B7E61D-08D6-44A4-B85C-9A0A59B802C8}" destId="{A010C7DF-06DB-4FA1-81AB-245CFAB023A8}" srcOrd="1" destOrd="0" presId="urn:microsoft.com/office/officeart/2005/8/layout/hierarchy1"/>
    <dgm:cxn modelId="{39D09093-E754-42BA-9F4A-F01C6DCF5C27}" type="presParOf" srcId="{0B28F09D-1DB5-47EE-B0AB-38B2CDEB9E8E}" destId="{317048DE-D3A1-4C10-A592-5099E32B9C05}" srcOrd="1" destOrd="0" presId="urn:microsoft.com/office/officeart/2005/8/layout/hierarchy1"/>
    <dgm:cxn modelId="{282DDC4D-818A-4F89-AA3B-0FE9D7A06658}" type="presParOf" srcId="{317048DE-D3A1-4C10-A592-5099E32B9C05}" destId="{DDF70B69-1E81-4D79-82F9-97F40ACFF9EF}" srcOrd="0" destOrd="0" presId="urn:microsoft.com/office/officeart/2005/8/layout/hierarchy1"/>
    <dgm:cxn modelId="{2D8CF59F-2DBF-4F6D-99D7-CEEDB9E87BAF}" type="presParOf" srcId="{DDF70B69-1E81-4D79-82F9-97F40ACFF9EF}" destId="{3B1B2324-EC10-4EE6-B46D-52C9393A4836}" srcOrd="0" destOrd="0" presId="urn:microsoft.com/office/officeart/2005/8/layout/hierarchy1"/>
    <dgm:cxn modelId="{7C540EAB-55CE-4E21-A2C1-C852D7EE5FC4}" type="presParOf" srcId="{DDF70B69-1E81-4D79-82F9-97F40ACFF9EF}" destId="{23E7D1A5-A8C1-4A80-8CF5-92F45BD59D96}" srcOrd="1" destOrd="0" presId="urn:microsoft.com/office/officeart/2005/8/layout/hierarchy1"/>
    <dgm:cxn modelId="{4BAB3593-649A-4A9C-A216-0DBA918CB7D0}" type="presParOf" srcId="{317048DE-D3A1-4C10-A592-5099E32B9C05}" destId="{B0DFD8AC-3EC7-4C46-AF7C-AE390D0395F8}" srcOrd="1" destOrd="0" presId="urn:microsoft.com/office/officeart/2005/8/layout/hierarchy1"/>
    <dgm:cxn modelId="{AA3326A8-8AA9-40B7-B898-3292E73BC588}" type="presParOf" srcId="{0B28F09D-1DB5-47EE-B0AB-38B2CDEB9E8E}" destId="{BA94299C-758B-49A5-B748-4A15A789C140}" srcOrd="2" destOrd="0" presId="urn:microsoft.com/office/officeart/2005/8/layout/hierarchy1"/>
    <dgm:cxn modelId="{AD2E3DB4-C3B5-44DC-8EB8-49DDF26AA2ED}" type="presParOf" srcId="{BA94299C-758B-49A5-B748-4A15A789C140}" destId="{44A16B76-42C3-44E3-942A-EF5985BF17D4}" srcOrd="0" destOrd="0" presId="urn:microsoft.com/office/officeart/2005/8/layout/hierarchy1"/>
    <dgm:cxn modelId="{D72CEB60-CBD5-4CA4-8625-307637B96D65}" type="presParOf" srcId="{44A16B76-42C3-44E3-942A-EF5985BF17D4}" destId="{7E4149ED-FC71-462B-B175-EC3BEE96CDDC}" srcOrd="0" destOrd="0" presId="urn:microsoft.com/office/officeart/2005/8/layout/hierarchy1"/>
    <dgm:cxn modelId="{CB53C072-07F8-4AFE-9817-A449CBFF741C}" type="presParOf" srcId="{44A16B76-42C3-44E3-942A-EF5985BF17D4}" destId="{28ED4B32-9BB1-4C33-B08C-EE9A628A6B9F}" srcOrd="1" destOrd="0" presId="urn:microsoft.com/office/officeart/2005/8/layout/hierarchy1"/>
    <dgm:cxn modelId="{24086BF7-52F7-4F25-91FB-BFB4D0FC68BF}" type="presParOf" srcId="{BA94299C-758B-49A5-B748-4A15A789C140}" destId="{8B3A13C3-00A7-4E1E-B82E-ADBCB25B3193}"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E6896DD-0425-497F-8C8A-BD4036BE8072}" type="doc">
      <dgm:prSet loTypeId="urn:microsoft.com/office/officeart/2005/8/layout/vList3" loCatId="list" qsTypeId="urn:microsoft.com/office/officeart/2005/8/quickstyle/simple3" qsCatId="simple" csTypeId="urn:microsoft.com/office/officeart/2005/8/colors/accent1_2" csCatId="accent1" phldr="1"/>
      <dgm:spPr/>
      <dgm:t>
        <a:bodyPr/>
        <a:lstStyle/>
        <a:p>
          <a:endParaRPr lang="en-IN"/>
        </a:p>
      </dgm:t>
    </dgm:pt>
    <dgm:pt modelId="{77AD6C65-E156-44C6-8DF5-55D5DA41DF79}">
      <dgm:prSet custT="1"/>
      <dgm:spPr/>
      <dgm:t>
        <a:bodyPr/>
        <a:lstStyle/>
        <a:p>
          <a:pPr rtl="0"/>
          <a:r>
            <a:rPr lang="en-US" sz="1800" b="1" dirty="0">
              <a:solidFill>
                <a:schemeClr val="accent1">
                  <a:lumMod val="50000"/>
                </a:schemeClr>
              </a:solidFill>
              <a:latin typeface="Comic Sans MS" panose="030F0702030302020204" pitchFamily="66" charset="0"/>
            </a:rPr>
            <a:t>Generating AI-Assisted Robots &gt;&gt; </a:t>
          </a:r>
          <a:r>
            <a:rPr lang="en-US" sz="1800" dirty="0">
              <a:solidFill>
                <a:schemeClr val="accent1">
                  <a:lumMod val="50000"/>
                </a:schemeClr>
              </a:solidFill>
              <a:latin typeface="Comic Sans MS" panose="030F0702030302020204" pitchFamily="66" charset="0"/>
            </a:rPr>
            <a:t>Prompt: "Design a robot that assists humans in their everyday tasks, enhancing their quality of life."</a:t>
          </a:r>
          <a:endParaRPr lang="en-IN" sz="1800" dirty="0">
            <a:solidFill>
              <a:schemeClr val="accent1">
                <a:lumMod val="50000"/>
              </a:schemeClr>
            </a:solidFill>
            <a:latin typeface="Comic Sans MS" panose="030F0702030302020204" pitchFamily="66" charset="0"/>
          </a:endParaRPr>
        </a:p>
      </dgm:t>
    </dgm:pt>
    <dgm:pt modelId="{DC820C36-64E7-416E-89A2-F60523EEC41F}" type="parTrans" cxnId="{C80E1881-1EE9-4E17-8ADA-927BC97F57AF}">
      <dgm:prSet/>
      <dgm:spPr/>
      <dgm:t>
        <a:bodyPr/>
        <a:lstStyle/>
        <a:p>
          <a:endParaRPr lang="en-IN"/>
        </a:p>
      </dgm:t>
    </dgm:pt>
    <dgm:pt modelId="{ABAF018B-BD34-4BF1-A021-63D76C685B52}" type="sibTrans" cxnId="{C80E1881-1EE9-4E17-8ADA-927BC97F57AF}">
      <dgm:prSet/>
      <dgm:spPr/>
      <dgm:t>
        <a:bodyPr/>
        <a:lstStyle/>
        <a:p>
          <a:endParaRPr lang="en-IN"/>
        </a:p>
      </dgm:t>
    </dgm:pt>
    <dgm:pt modelId="{1D4B8563-832F-425D-BC7D-1BBA0E8EBF23}">
      <dgm:prSet custT="1"/>
      <dgm:spPr/>
      <dgm:t>
        <a:bodyPr/>
        <a:lstStyle/>
        <a:p>
          <a:pPr rtl="0"/>
          <a:r>
            <a:rPr lang="en-US" sz="1800" b="1">
              <a:solidFill>
                <a:schemeClr val="accent1">
                  <a:lumMod val="50000"/>
                </a:schemeClr>
              </a:solidFill>
              <a:latin typeface="Comic Sans MS" panose="030F0702030302020204" pitchFamily="66" charset="0"/>
            </a:rPr>
            <a:t>Creating Abstract Digital Art  &gt;&gt; </a:t>
          </a:r>
          <a:r>
            <a:rPr lang="en-US" sz="1800" b="0" i="0" u="none">
              <a:solidFill>
                <a:schemeClr val="accent1">
                  <a:lumMod val="50000"/>
                </a:schemeClr>
              </a:solidFill>
              <a:latin typeface="Comic Sans MS" panose="030F0702030302020204" pitchFamily="66" charset="0"/>
            </a:rPr>
            <a:t>Prompt: "Generate an abstract artwork that evokes a sense of tranquility and wonder."</a:t>
          </a:r>
          <a:endParaRPr lang="en-IN" sz="1800" dirty="0">
            <a:solidFill>
              <a:schemeClr val="accent1">
                <a:lumMod val="50000"/>
              </a:schemeClr>
            </a:solidFill>
            <a:latin typeface="Comic Sans MS" panose="030F0702030302020204" pitchFamily="66" charset="0"/>
          </a:endParaRPr>
        </a:p>
      </dgm:t>
    </dgm:pt>
    <dgm:pt modelId="{BC715D36-1B76-4E8A-8719-C1170EB0FD5C}" type="parTrans" cxnId="{EF94DD38-37AB-49DC-9F70-F4AE3EE843C5}">
      <dgm:prSet/>
      <dgm:spPr/>
      <dgm:t>
        <a:bodyPr/>
        <a:lstStyle/>
        <a:p>
          <a:endParaRPr lang="en-IN"/>
        </a:p>
      </dgm:t>
    </dgm:pt>
    <dgm:pt modelId="{29FEED88-13FE-4CE3-9EC1-7F2147C4DE5A}" type="sibTrans" cxnId="{EF94DD38-37AB-49DC-9F70-F4AE3EE843C5}">
      <dgm:prSet/>
      <dgm:spPr/>
      <dgm:t>
        <a:bodyPr/>
        <a:lstStyle/>
        <a:p>
          <a:endParaRPr lang="en-IN"/>
        </a:p>
      </dgm:t>
    </dgm:pt>
    <dgm:pt modelId="{F57D71AD-5548-4BAF-9640-AFAD90805361}">
      <dgm:prSet custT="1"/>
      <dgm:spPr/>
      <dgm:t>
        <a:bodyPr/>
        <a:lstStyle/>
        <a:p>
          <a:pPr rtl="0"/>
          <a:r>
            <a:rPr lang="en-US" sz="1800" b="1" dirty="0">
              <a:solidFill>
                <a:schemeClr val="accent1">
                  <a:lumMod val="50000"/>
                </a:schemeClr>
              </a:solidFill>
              <a:latin typeface="Comic Sans MS" panose="030F0702030302020204" pitchFamily="66" charset="0"/>
            </a:rPr>
            <a:t>Designing Futuristic Cityscapes  &gt;&gt; </a:t>
          </a:r>
          <a:r>
            <a:rPr lang="en-US" sz="1800" b="0" i="0" u="none" dirty="0">
              <a:solidFill>
                <a:schemeClr val="accent1">
                  <a:lumMod val="50000"/>
                </a:schemeClr>
              </a:solidFill>
              <a:latin typeface="Comic Sans MS" panose="030F0702030302020204" pitchFamily="66" charset="0"/>
            </a:rPr>
            <a:t>Prompt: "Imagine a futuristic cityscape that represents a utopian vision of society."</a:t>
          </a:r>
          <a:endParaRPr lang="en-IN" sz="1800" dirty="0">
            <a:solidFill>
              <a:schemeClr val="accent1">
                <a:lumMod val="50000"/>
              </a:schemeClr>
            </a:solidFill>
            <a:latin typeface="Comic Sans MS" panose="030F0702030302020204" pitchFamily="66" charset="0"/>
          </a:endParaRPr>
        </a:p>
      </dgm:t>
    </dgm:pt>
    <dgm:pt modelId="{FABC4D5A-8E99-4DEF-A4E0-2868B75AC77D}" type="parTrans" cxnId="{6C5F8DF2-A325-44ED-83D4-4798BC65B1FE}">
      <dgm:prSet/>
      <dgm:spPr/>
      <dgm:t>
        <a:bodyPr/>
        <a:lstStyle/>
        <a:p>
          <a:endParaRPr lang="en-IN"/>
        </a:p>
      </dgm:t>
    </dgm:pt>
    <dgm:pt modelId="{3B7F7660-26C0-4499-8D72-AE6E3E73A57C}" type="sibTrans" cxnId="{6C5F8DF2-A325-44ED-83D4-4798BC65B1FE}">
      <dgm:prSet/>
      <dgm:spPr/>
      <dgm:t>
        <a:bodyPr/>
        <a:lstStyle/>
        <a:p>
          <a:endParaRPr lang="en-IN"/>
        </a:p>
      </dgm:t>
    </dgm:pt>
    <dgm:pt modelId="{D690C162-0D97-481D-AECF-EF21795FAC1D}" type="pres">
      <dgm:prSet presAssocID="{9E6896DD-0425-497F-8C8A-BD4036BE8072}" presName="linearFlow" presStyleCnt="0">
        <dgm:presLayoutVars>
          <dgm:dir/>
          <dgm:resizeHandles val="exact"/>
        </dgm:presLayoutVars>
      </dgm:prSet>
      <dgm:spPr/>
    </dgm:pt>
    <dgm:pt modelId="{2309E72F-D8A3-4847-9215-A31049261A88}" type="pres">
      <dgm:prSet presAssocID="{77AD6C65-E156-44C6-8DF5-55D5DA41DF79}" presName="composite" presStyleCnt="0"/>
      <dgm:spPr/>
    </dgm:pt>
    <dgm:pt modelId="{92BE1BEF-B6B1-47E9-A32F-6DE77AF23FCF}" type="pres">
      <dgm:prSet presAssocID="{77AD6C65-E156-44C6-8DF5-55D5DA41DF79}" presName="imgShp" presStyleLbl="fgImgPlac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30000" r="-30000"/>
          </a:stretch>
        </a:blipFill>
      </dgm:spPr>
    </dgm:pt>
    <dgm:pt modelId="{DD481570-E2D9-4A3A-8383-D2139AFD9796}" type="pres">
      <dgm:prSet presAssocID="{77AD6C65-E156-44C6-8DF5-55D5DA41DF79}" presName="txShp" presStyleLbl="node1" presStyleIdx="0" presStyleCnt="3">
        <dgm:presLayoutVars>
          <dgm:bulletEnabled val="1"/>
        </dgm:presLayoutVars>
      </dgm:prSet>
      <dgm:spPr/>
    </dgm:pt>
    <dgm:pt modelId="{EDF9D308-8F63-4D42-A129-C3F6CDC8226E}" type="pres">
      <dgm:prSet presAssocID="{ABAF018B-BD34-4BF1-A021-63D76C685B52}" presName="spacing" presStyleCnt="0"/>
      <dgm:spPr/>
    </dgm:pt>
    <dgm:pt modelId="{434EF318-E575-4538-A820-9E3FB9AAAD9A}" type="pres">
      <dgm:prSet presAssocID="{1D4B8563-832F-425D-BC7D-1BBA0E8EBF23}" presName="composite" presStyleCnt="0"/>
      <dgm:spPr/>
    </dgm:pt>
    <dgm:pt modelId="{02D32C29-70A4-467D-A960-18FE12E41215}" type="pres">
      <dgm:prSet presAssocID="{1D4B8563-832F-425D-BC7D-1BBA0E8EBF23}" presName="imgShp" presStyleLbl="fgImgPlace1" presStyleIdx="1" presStyleCnt="3"/>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l="-39000" r="-39000"/>
          </a:stretch>
        </a:blipFill>
      </dgm:spPr>
    </dgm:pt>
    <dgm:pt modelId="{A3E32EF2-2DE3-4715-A60B-4C835917944F}" type="pres">
      <dgm:prSet presAssocID="{1D4B8563-832F-425D-BC7D-1BBA0E8EBF23}" presName="txShp" presStyleLbl="node1" presStyleIdx="1" presStyleCnt="3">
        <dgm:presLayoutVars>
          <dgm:bulletEnabled val="1"/>
        </dgm:presLayoutVars>
      </dgm:prSet>
      <dgm:spPr/>
    </dgm:pt>
    <dgm:pt modelId="{2D080D33-A4A7-4213-8088-64B14E838852}" type="pres">
      <dgm:prSet presAssocID="{29FEED88-13FE-4CE3-9EC1-7F2147C4DE5A}" presName="spacing" presStyleCnt="0"/>
      <dgm:spPr/>
    </dgm:pt>
    <dgm:pt modelId="{9E44E2C9-6AF2-47DF-A55E-0A749A7E44BD}" type="pres">
      <dgm:prSet presAssocID="{F57D71AD-5548-4BAF-9640-AFAD90805361}" presName="composite" presStyleCnt="0"/>
      <dgm:spPr/>
    </dgm:pt>
    <dgm:pt modelId="{8CFD0278-11F9-426C-B582-84C88621D2BF}" type="pres">
      <dgm:prSet presAssocID="{F57D71AD-5548-4BAF-9640-AFAD90805361}" presName="imgShp" presStyleLbl="fgImgPlac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l="-39000" r="-39000"/>
          </a:stretch>
        </a:blipFill>
      </dgm:spPr>
    </dgm:pt>
    <dgm:pt modelId="{139729F0-EF24-4E05-98D0-0C2900EBA2F3}" type="pres">
      <dgm:prSet presAssocID="{F57D71AD-5548-4BAF-9640-AFAD90805361}" presName="txShp" presStyleLbl="node1" presStyleIdx="2" presStyleCnt="3">
        <dgm:presLayoutVars>
          <dgm:bulletEnabled val="1"/>
        </dgm:presLayoutVars>
      </dgm:prSet>
      <dgm:spPr/>
    </dgm:pt>
  </dgm:ptLst>
  <dgm:cxnLst>
    <dgm:cxn modelId="{E8150502-CE5A-43E1-9951-91182EC44A68}" type="presOf" srcId="{9E6896DD-0425-497F-8C8A-BD4036BE8072}" destId="{D690C162-0D97-481D-AECF-EF21795FAC1D}" srcOrd="0" destOrd="0" presId="urn:microsoft.com/office/officeart/2005/8/layout/vList3"/>
    <dgm:cxn modelId="{DDBDAB08-F76E-49DF-9447-ACA551CBECD8}" type="presOf" srcId="{1D4B8563-832F-425D-BC7D-1BBA0E8EBF23}" destId="{A3E32EF2-2DE3-4715-A60B-4C835917944F}" srcOrd="0" destOrd="0" presId="urn:microsoft.com/office/officeart/2005/8/layout/vList3"/>
    <dgm:cxn modelId="{EF94DD38-37AB-49DC-9F70-F4AE3EE843C5}" srcId="{9E6896DD-0425-497F-8C8A-BD4036BE8072}" destId="{1D4B8563-832F-425D-BC7D-1BBA0E8EBF23}" srcOrd="1" destOrd="0" parTransId="{BC715D36-1B76-4E8A-8719-C1170EB0FD5C}" sibTransId="{29FEED88-13FE-4CE3-9EC1-7F2147C4DE5A}"/>
    <dgm:cxn modelId="{C80E1881-1EE9-4E17-8ADA-927BC97F57AF}" srcId="{9E6896DD-0425-497F-8C8A-BD4036BE8072}" destId="{77AD6C65-E156-44C6-8DF5-55D5DA41DF79}" srcOrd="0" destOrd="0" parTransId="{DC820C36-64E7-416E-89A2-F60523EEC41F}" sibTransId="{ABAF018B-BD34-4BF1-A021-63D76C685B52}"/>
    <dgm:cxn modelId="{78774694-C235-4402-AB20-C19B6512BE06}" type="presOf" srcId="{77AD6C65-E156-44C6-8DF5-55D5DA41DF79}" destId="{DD481570-E2D9-4A3A-8383-D2139AFD9796}" srcOrd="0" destOrd="0" presId="urn:microsoft.com/office/officeart/2005/8/layout/vList3"/>
    <dgm:cxn modelId="{DEAAEA9C-7152-43CD-8579-D18FA93EC2F4}" type="presOf" srcId="{F57D71AD-5548-4BAF-9640-AFAD90805361}" destId="{139729F0-EF24-4E05-98D0-0C2900EBA2F3}" srcOrd="0" destOrd="0" presId="urn:microsoft.com/office/officeart/2005/8/layout/vList3"/>
    <dgm:cxn modelId="{6C5F8DF2-A325-44ED-83D4-4798BC65B1FE}" srcId="{9E6896DD-0425-497F-8C8A-BD4036BE8072}" destId="{F57D71AD-5548-4BAF-9640-AFAD90805361}" srcOrd="2" destOrd="0" parTransId="{FABC4D5A-8E99-4DEF-A4E0-2868B75AC77D}" sibTransId="{3B7F7660-26C0-4499-8D72-AE6E3E73A57C}"/>
    <dgm:cxn modelId="{7FC6B78A-5219-4C56-810A-398355AB9C94}" type="presParOf" srcId="{D690C162-0D97-481D-AECF-EF21795FAC1D}" destId="{2309E72F-D8A3-4847-9215-A31049261A88}" srcOrd="0" destOrd="0" presId="urn:microsoft.com/office/officeart/2005/8/layout/vList3"/>
    <dgm:cxn modelId="{DC45E673-1235-4F1C-8937-E40432E28345}" type="presParOf" srcId="{2309E72F-D8A3-4847-9215-A31049261A88}" destId="{92BE1BEF-B6B1-47E9-A32F-6DE77AF23FCF}" srcOrd="0" destOrd="0" presId="urn:microsoft.com/office/officeart/2005/8/layout/vList3"/>
    <dgm:cxn modelId="{E657F129-2FB2-40E8-9501-5D72AF430000}" type="presParOf" srcId="{2309E72F-D8A3-4847-9215-A31049261A88}" destId="{DD481570-E2D9-4A3A-8383-D2139AFD9796}" srcOrd="1" destOrd="0" presId="urn:microsoft.com/office/officeart/2005/8/layout/vList3"/>
    <dgm:cxn modelId="{D6C70B77-0A99-41A7-B844-3FD8AACF70D1}" type="presParOf" srcId="{D690C162-0D97-481D-AECF-EF21795FAC1D}" destId="{EDF9D308-8F63-4D42-A129-C3F6CDC8226E}" srcOrd="1" destOrd="0" presId="urn:microsoft.com/office/officeart/2005/8/layout/vList3"/>
    <dgm:cxn modelId="{A8BAAFFB-449E-458D-9C53-E81E0DB6CE40}" type="presParOf" srcId="{D690C162-0D97-481D-AECF-EF21795FAC1D}" destId="{434EF318-E575-4538-A820-9E3FB9AAAD9A}" srcOrd="2" destOrd="0" presId="urn:microsoft.com/office/officeart/2005/8/layout/vList3"/>
    <dgm:cxn modelId="{30A90247-B9D1-4C5C-BFE6-69F708D95F4A}" type="presParOf" srcId="{434EF318-E575-4538-A820-9E3FB9AAAD9A}" destId="{02D32C29-70A4-467D-A960-18FE12E41215}" srcOrd="0" destOrd="0" presId="urn:microsoft.com/office/officeart/2005/8/layout/vList3"/>
    <dgm:cxn modelId="{306E3C20-D9A9-413C-8225-27E97DB6FD7F}" type="presParOf" srcId="{434EF318-E575-4538-A820-9E3FB9AAAD9A}" destId="{A3E32EF2-2DE3-4715-A60B-4C835917944F}" srcOrd="1" destOrd="0" presId="urn:microsoft.com/office/officeart/2005/8/layout/vList3"/>
    <dgm:cxn modelId="{B43139FD-6D26-46C8-926E-B6D14CD49F6C}" type="presParOf" srcId="{D690C162-0D97-481D-AECF-EF21795FAC1D}" destId="{2D080D33-A4A7-4213-8088-64B14E838852}" srcOrd="3" destOrd="0" presId="urn:microsoft.com/office/officeart/2005/8/layout/vList3"/>
    <dgm:cxn modelId="{19DB3135-2ECE-4B4E-B423-D0634B0C4296}" type="presParOf" srcId="{D690C162-0D97-481D-AECF-EF21795FAC1D}" destId="{9E44E2C9-6AF2-47DF-A55E-0A749A7E44BD}" srcOrd="4" destOrd="0" presId="urn:microsoft.com/office/officeart/2005/8/layout/vList3"/>
    <dgm:cxn modelId="{06B30F54-51B3-4A93-926E-60C3455EB258}" type="presParOf" srcId="{9E44E2C9-6AF2-47DF-A55E-0A749A7E44BD}" destId="{8CFD0278-11F9-426C-B582-84C88621D2BF}" srcOrd="0" destOrd="0" presId="urn:microsoft.com/office/officeart/2005/8/layout/vList3"/>
    <dgm:cxn modelId="{BDFB4E97-60A0-4D8B-862B-7131B87B766E}" type="presParOf" srcId="{9E44E2C9-6AF2-47DF-A55E-0A749A7E44BD}" destId="{139729F0-EF24-4E05-98D0-0C2900EBA2F3}"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A54D136-67B5-4EAE-BD49-CB92A729FF03}" type="doc">
      <dgm:prSet loTypeId="urn:microsoft.com/office/officeart/2018/2/layout/IconLabel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A9CBD7ED-18C5-43EB-BBC7-06188E252C95}">
      <dgm:prSet/>
      <dgm:spPr/>
      <dgm:t>
        <a:bodyPr/>
        <a:lstStyle/>
        <a:p>
          <a:r>
            <a:rPr lang="en-US"/>
            <a:t>Better prompts = better model performance.</a:t>
          </a:r>
        </a:p>
      </dgm:t>
    </dgm:pt>
    <dgm:pt modelId="{6ADC328D-5DD1-493B-B605-5FE7C2795D69}" type="parTrans" cxnId="{7A29FDEF-F9DB-4ABB-9D22-63E1F5740E95}">
      <dgm:prSet/>
      <dgm:spPr/>
      <dgm:t>
        <a:bodyPr/>
        <a:lstStyle/>
        <a:p>
          <a:endParaRPr lang="en-US"/>
        </a:p>
      </dgm:t>
    </dgm:pt>
    <dgm:pt modelId="{0EA4C5A5-151F-4A9C-B950-1FDB24EEE485}" type="sibTrans" cxnId="{7A29FDEF-F9DB-4ABB-9D22-63E1F5740E95}">
      <dgm:prSet/>
      <dgm:spPr/>
      <dgm:t>
        <a:bodyPr/>
        <a:lstStyle/>
        <a:p>
          <a:endParaRPr lang="en-US"/>
        </a:p>
      </dgm:t>
    </dgm:pt>
    <dgm:pt modelId="{F389F41A-79E6-4165-A59B-2493552D4A3C}">
      <dgm:prSet/>
      <dgm:spPr/>
      <dgm:t>
        <a:bodyPr/>
        <a:lstStyle/>
        <a:p>
          <a:r>
            <a:rPr lang="en-US"/>
            <a:t>Essential for building </a:t>
          </a:r>
          <a:r>
            <a:rPr lang="en-US" b="1"/>
            <a:t>GenAI apps, agents, automation &amp; copilots</a:t>
          </a:r>
          <a:r>
            <a:rPr lang="en-US"/>
            <a:t>.</a:t>
          </a:r>
        </a:p>
      </dgm:t>
    </dgm:pt>
    <dgm:pt modelId="{B62154F4-F71E-4F81-B973-F64AAA19B6E1}" type="parTrans" cxnId="{753EB434-AAF5-464A-AB3B-334186815C99}">
      <dgm:prSet/>
      <dgm:spPr/>
      <dgm:t>
        <a:bodyPr/>
        <a:lstStyle/>
        <a:p>
          <a:endParaRPr lang="en-US"/>
        </a:p>
      </dgm:t>
    </dgm:pt>
    <dgm:pt modelId="{EA41F848-AE28-4564-8C42-B397691216A2}" type="sibTrans" cxnId="{753EB434-AAF5-464A-AB3B-334186815C99}">
      <dgm:prSet/>
      <dgm:spPr/>
      <dgm:t>
        <a:bodyPr/>
        <a:lstStyle/>
        <a:p>
          <a:endParaRPr lang="en-US"/>
        </a:p>
      </dgm:t>
    </dgm:pt>
    <dgm:pt modelId="{9E966798-2D6A-4F2A-A001-5B575589588F}">
      <dgm:prSet/>
      <dgm:spPr/>
      <dgm:t>
        <a:bodyPr/>
        <a:lstStyle/>
        <a:p>
          <a:r>
            <a:rPr lang="en-US"/>
            <a:t>Reduces iteration time &amp; improves reliability.</a:t>
          </a:r>
        </a:p>
      </dgm:t>
    </dgm:pt>
    <dgm:pt modelId="{E68F2451-5744-49D1-BFD8-88107CF6FB9C}" type="parTrans" cxnId="{02E77048-DA5C-40A2-859E-6E5C4625D9BC}">
      <dgm:prSet/>
      <dgm:spPr/>
      <dgm:t>
        <a:bodyPr/>
        <a:lstStyle/>
        <a:p>
          <a:endParaRPr lang="en-US"/>
        </a:p>
      </dgm:t>
    </dgm:pt>
    <dgm:pt modelId="{F3842587-3320-40B5-8A0B-AB3D23B34FBE}" type="sibTrans" cxnId="{02E77048-DA5C-40A2-859E-6E5C4625D9BC}">
      <dgm:prSet/>
      <dgm:spPr/>
      <dgm:t>
        <a:bodyPr/>
        <a:lstStyle/>
        <a:p>
          <a:endParaRPr lang="en-US"/>
        </a:p>
      </dgm:t>
    </dgm:pt>
    <dgm:pt modelId="{E688488E-0EEF-42DB-9022-FDE776516A25}" type="pres">
      <dgm:prSet presAssocID="{0A54D136-67B5-4EAE-BD49-CB92A729FF03}" presName="root" presStyleCnt="0">
        <dgm:presLayoutVars>
          <dgm:dir/>
          <dgm:resizeHandles val="exact"/>
        </dgm:presLayoutVars>
      </dgm:prSet>
      <dgm:spPr/>
    </dgm:pt>
    <dgm:pt modelId="{2B6D217F-188C-458E-A7AD-96DC91F87CBC}" type="pres">
      <dgm:prSet presAssocID="{A9CBD7ED-18C5-43EB-BBC7-06188E252C95}" presName="compNode" presStyleCnt="0"/>
      <dgm:spPr/>
    </dgm:pt>
    <dgm:pt modelId="{BC51F1A3-366D-4AE6-9732-DBE4D6FF9873}" type="pres">
      <dgm:prSet presAssocID="{A9CBD7ED-18C5-43EB-BBC7-06188E252C9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dd"/>
        </a:ext>
      </dgm:extLst>
    </dgm:pt>
    <dgm:pt modelId="{4D772389-A6B7-4491-8AE7-4F1C3BF65B27}" type="pres">
      <dgm:prSet presAssocID="{A9CBD7ED-18C5-43EB-BBC7-06188E252C95}" presName="spaceRect" presStyleCnt="0"/>
      <dgm:spPr/>
    </dgm:pt>
    <dgm:pt modelId="{A350224B-79A8-468C-8676-B1345B3C111B}" type="pres">
      <dgm:prSet presAssocID="{A9CBD7ED-18C5-43EB-BBC7-06188E252C95}" presName="textRect" presStyleLbl="revTx" presStyleIdx="0" presStyleCnt="3">
        <dgm:presLayoutVars>
          <dgm:chMax val="1"/>
          <dgm:chPref val="1"/>
        </dgm:presLayoutVars>
      </dgm:prSet>
      <dgm:spPr/>
    </dgm:pt>
    <dgm:pt modelId="{D8BF6266-99F9-451A-8B6C-ED514F7DE7E9}" type="pres">
      <dgm:prSet presAssocID="{0EA4C5A5-151F-4A9C-B950-1FDB24EEE485}" presName="sibTrans" presStyleCnt="0"/>
      <dgm:spPr/>
    </dgm:pt>
    <dgm:pt modelId="{AFA21C5A-AE3F-400B-B2DD-35F19054C369}" type="pres">
      <dgm:prSet presAssocID="{F389F41A-79E6-4165-A59B-2493552D4A3C}" presName="compNode" presStyleCnt="0"/>
      <dgm:spPr/>
    </dgm:pt>
    <dgm:pt modelId="{48946A68-7FF5-4F58-95E9-77765625FB70}" type="pres">
      <dgm:prSet presAssocID="{F389F41A-79E6-4165-A59B-2493552D4A3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ethoscope"/>
        </a:ext>
      </dgm:extLst>
    </dgm:pt>
    <dgm:pt modelId="{1FEA852E-68D3-409A-9229-0CCBEDF2EBDE}" type="pres">
      <dgm:prSet presAssocID="{F389F41A-79E6-4165-A59B-2493552D4A3C}" presName="spaceRect" presStyleCnt="0"/>
      <dgm:spPr/>
    </dgm:pt>
    <dgm:pt modelId="{E9ECA9F8-77D5-4050-A5EF-6B4B053B52D4}" type="pres">
      <dgm:prSet presAssocID="{F389F41A-79E6-4165-A59B-2493552D4A3C}" presName="textRect" presStyleLbl="revTx" presStyleIdx="1" presStyleCnt="3">
        <dgm:presLayoutVars>
          <dgm:chMax val="1"/>
          <dgm:chPref val="1"/>
        </dgm:presLayoutVars>
      </dgm:prSet>
      <dgm:spPr/>
    </dgm:pt>
    <dgm:pt modelId="{EBFFA26E-6DBA-473C-BC40-5D09097DDAA8}" type="pres">
      <dgm:prSet presAssocID="{EA41F848-AE28-4564-8C42-B397691216A2}" presName="sibTrans" presStyleCnt="0"/>
      <dgm:spPr/>
    </dgm:pt>
    <dgm:pt modelId="{F00E5B98-6387-493C-A1A8-F64F0042A305}" type="pres">
      <dgm:prSet presAssocID="{9E966798-2D6A-4F2A-A001-5B575589588F}" presName="compNode" presStyleCnt="0"/>
      <dgm:spPr/>
    </dgm:pt>
    <dgm:pt modelId="{C56FF9F1-3180-4B14-BAE3-2206EA06CD48}" type="pres">
      <dgm:prSet presAssocID="{9E966798-2D6A-4F2A-A001-5B575589588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orkflow"/>
        </a:ext>
      </dgm:extLst>
    </dgm:pt>
    <dgm:pt modelId="{F428655B-36DF-42F2-9D01-4B4DCF67D15F}" type="pres">
      <dgm:prSet presAssocID="{9E966798-2D6A-4F2A-A001-5B575589588F}" presName="spaceRect" presStyleCnt="0"/>
      <dgm:spPr/>
    </dgm:pt>
    <dgm:pt modelId="{E60110AA-DC70-47A3-B036-6ADD3AF03278}" type="pres">
      <dgm:prSet presAssocID="{9E966798-2D6A-4F2A-A001-5B575589588F}" presName="textRect" presStyleLbl="revTx" presStyleIdx="2" presStyleCnt="3">
        <dgm:presLayoutVars>
          <dgm:chMax val="1"/>
          <dgm:chPref val="1"/>
        </dgm:presLayoutVars>
      </dgm:prSet>
      <dgm:spPr/>
    </dgm:pt>
  </dgm:ptLst>
  <dgm:cxnLst>
    <dgm:cxn modelId="{CED5832E-D829-41D1-AB00-21354E106FB8}" type="presOf" srcId="{9E966798-2D6A-4F2A-A001-5B575589588F}" destId="{E60110AA-DC70-47A3-B036-6ADD3AF03278}" srcOrd="0" destOrd="0" presId="urn:microsoft.com/office/officeart/2018/2/layout/IconLabelList"/>
    <dgm:cxn modelId="{753EB434-AAF5-464A-AB3B-334186815C99}" srcId="{0A54D136-67B5-4EAE-BD49-CB92A729FF03}" destId="{F389F41A-79E6-4165-A59B-2493552D4A3C}" srcOrd="1" destOrd="0" parTransId="{B62154F4-F71E-4F81-B973-F64AAA19B6E1}" sibTransId="{EA41F848-AE28-4564-8C42-B397691216A2}"/>
    <dgm:cxn modelId="{44DB573A-33DF-44BC-9614-57BC4334C311}" type="presOf" srcId="{0A54D136-67B5-4EAE-BD49-CB92A729FF03}" destId="{E688488E-0EEF-42DB-9022-FDE776516A25}" srcOrd="0" destOrd="0" presId="urn:microsoft.com/office/officeart/2018/2/layout/IconLabelList"/>
    <dgm:cxn modelId="{02E77048-DA5C-40A2-859E-6E5C4625D9BC}" srcId="{0A54D136-67B5-4EAE-BD49-CB92A729FF03}" destId="{9E966798-2D6A-4F2A-A001-5B575589588F}" srcOrd="2" destOrd="0" parTransId="{E68F2451-5744-49D1-BFD8-88107CF6FB9C}" sibTransId="{F3842587-3320-40B5-8A0B-AB3D23B34FBE}"/>
    <dgm:cxn modelId="{B14EF975-F363-4AD4-9347-82A883142126}" type="presOf" srcId="{F389F41A-79E6-4165-A59B-2493552D4A3C}" destId="{E9ECA9F8-77D5-4050-A5EF-6B4B053B52D4}" srcOrd="0" destOrd="0" presId="urn:microsoft.com/office/officeart/2018/2/layout/IconLabelList"/>
    <dgm:cxn modelId="{2632D3BA-F44E-4073-A867-1A04F67AE493}" type="presOf" srcId="{A9CBD7ED-18C5-43EB-BBC7-06188E252C95}" destId="{A350224B-79A8-468C-8676-B1345B3C111B}" srcOrd="0" destOrd="0" presId="urn:microsoft.com/office/officeart/2018/2/layout/IconLabelList"/>
    <dgm:cxn modelId="{7A29FDEF-F9DB-4ABB-9D22-63E1F5740E95}" srcId="{0A54D136-67B5-4EAE-BD49-CB92A729FF03}" destId="{A9CBD7ED-18C5-43EB-BBC7-06188E252C95}" srcOrd="0" destOrd="0" parTransId="{6ADC328D-5DD1-493B-B605-5FE7C2795D69}" sibTransId="{0EA4C5A5-151F-4A9C-B950-1FDB24EEE485}"/>
    <dgm:cxn modelId="{6BFA9B23-0A20-4598-A9CF-082BC53BF3D9}" type="presParOf" srcId="{E688488E-0EEF-42DB-9022-FDE776516A25}" destId="{2B6D217F-188C-458E-A7AD-96DC91F87CBC}" srcOrd="0" destOrd="0" presId="urn:microsoft.com/office/officeart/2018/2/layout/IconLabelList"/>
    <dgm:cxn modelId="{D0071B31-049A-4524-87B8-F47F0634D966}" type="presParOf" srcId="{2B6D217F-188C-458E-A7AD-96DC91F87CBC}" destId="{BC51F1A3-366D-4AE6-9732-DBE4D6FF9873}" srcOrd="0" destOrd="0" presId="urn:microsoft.com/office/officeart/2018/2/layout/IconLabelList"/>
    <dgm:cxn modelId="{EBA2E313-485B-495D-8BDB-AF45E69C2142}" type="presParOf" srcId="{2B6D217F-188C-458E-A7AD-96DC91F87CBC}" destId="{4D772389-A6B7-4491-8AE7-4F1C3BF65B27}" srcOrd="1" destOrd="0" presId="urn:microsoft.com/office/officeart/2018/2/layout/IconLabelList"/>
    <dgm:cxn modelId="{393BFA8D-C6AC-4EF1-8CAF-CE73C7A9056F}" type="presParOf" srcId="{2B6D217F-188C-458E-A7AD-96DC91F87CBC}" destId="{A350224B-79A8-468C-8676-B1345B3C111B}" srcOrd="2" destOrd="0" presId="urn:microsoft.com/office/officeart/2018/2/layout/IconLabelList"/>
    <dgm:cxn modelId="{F7E52925-A9DB-43F5-972A-7FEE30FDE144}" type="presParOf" srcId="{E688488E-0EEF-42DB-9022-FDE776516A25}" destId="{D8BF6266-99F9-451A-8B6C-ED514F7DE7E9}" srcOrd="1" destOrd="0" presId="urn:microsoft.com/office/officeart/2018/2/layout/IconLabelList"/>
    <dgm:cxn modelId="{28171519-4025-4854-AF5E-499C6C9C9772}" type="presParOf" srcId="{E688488E-0EEF-42DB-9022-FDE776516A25}" destId="{AFA21C5A-AE3F-400B-B2DD-35F19054C369}" srcOrd="2" destOrd="0" presId="urn:microsoft.com/office/officeart/2018/2/layout/IconLabelList"/>
    <dgm:cxn modelId="{D1DA8536-B544-45EE-A5C6-DF6A09A88172}" type="presParOf" srcId="{AFA21C5A-AE3F-400B-B2DD-35F19054C369}" destId="{48946A68-7FF5-4F58-95E9-77765625FB70}" srcOrd="0" destOrd="0" presId="urn:microsoft.com/office/officeart/2018/2/layout/IconLabelList"/>
    <dgm:cxn modelId="{93A14284-F5F8-4DB0-91E1-DBBD8C965DBD}" type="presParOf" srcId="{AFA21C5A-AE3F-400B-B2DD-35F19054C369}" destId="{1FEA852E-68D3-409A-9229-0CCBEDF2EBDE}" srcOrd="1" destOrd="0" presId="urn:microsoft.com/office/officeart/2018/2/layout/IconLabelList"/>
    <dgm:cxn modelId="{5FAE757A-C0E1-4F8B-9EE2-3E18F5942450}" type="presParOf" srcId="{AFA21C5A-AE3F-400B-B2DD-35F19054C369}" destId="{E9ECA9F8-77D5-4050-A5EF-6B4B053B52D4}" srcOrd="2" destOrd="0" presId="urn:microsoft.com/office/officeart/2018/2/layout/IconLabelList"/>
    <dgm:cxn modelId="{48E0ADB2-34DC-4E23-ACA8-CA00AA6D9DD9}" type="presParOf" srcId="{E688488E-0EEF-42DB-9022-FDE776516A25}" destId="{EBFFA26E-6DBA-473C-BC40-5D09097DDAA8}" srcOrd="3" destOrd="0" presId="urn:microsoft.com/office/officeart/2018/2/layout/IconLabelList"/>
    <dgm:cxn modelId="{CF72E837-472B-4DB3-BD47-B29CCFA655A8}" type="presParOf" srcId="{E688488E-0EEF-42DB-9022-FDE776516A25}" destId="{F00E5B98-6387-493C-A1A8-F64F0042A305}" srcOrd="4" destOrd="0" presId="urn:microsoft.com/office/officeart/2018/2/layout/IconLabelList"/>
    <dgm:cxn modelId="{F2B06738-61FA-48FC-9837-E653B1E11B01}" type="presParOf" srcId="{F00E5B98-6387-493C-A1A8-F64F0042A305}" destId="{C56FF9F1-3180-4B14-BAE3-2206EA06CD48}" srcOrd="0" destOrd="0" presId="urn:microsoft.com/office/officeart/2018/2/layout/IconLabelList"/>
    <dgm:cxn modelId="{A4149077-1441-426F-A097-493D4323CCD6}" type="presParOf" srcId="{F00E5B98-6387-493C-A1A8-F64F0042A305}" destId="{F428655B-36DF-42F2-9D01-4B4DCF67D15F}" srcOrd="1" destOrd="0" presId="urn:microsoft.com/office/officeart/2018/2/layout/IconLabelList"/>
    <dgm:cxn modelId="{982A94F8-3CC5-4BBE-A067-D1F11BDD131A}" type="presParOf" srcId="{F00E5B98-6387-493C-A1A8-F64F0042A305}" destId="{E60110AA-DC70-47A3-B036-6ADD3AF03278}"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38C0BF2-B3B4-432C-98E4-FC380A2D0ECA}" type="doc">
      <dgm:prSet loTypeId="urn:microsoft.com/office/officeart/2005/8/layout/vList2" loCatId="list" qsTypeId="urn:microsoft.com/office/officeart/2005/8/quickstyle/simple5" qsCatId="simple" csTypeId="urn:microsoft.com/office/officeart/2005/8/colors/accent0_3" csCatId="mainScheme"/>
      <dgm:spPr/>
      <dgm:t>
        <a:bodyPr/>
        <a:lstStyle/>
        <a:p>
          <a:endParaRPr lang="en-US"/>
        </a:p>
      </dgm:t>
    </dgm:pt>
    <dgm:pt modelId="{6670EDEB-93A6-4EF9-897A-2F850053BE30}">
      <dgm:prSet/>
      <dgm:spPr/>
      <dgm:t>
        <a:bodyPr/>
        <a:lstStyle/>
        <a:p>
          <a:r>
            <a:rPr lang="en-US" b="1"/>
            <a:t>Role / Persona</a:t>
          </a:r>
          <a:endParaRPr lang="en-US"/>
        </a:p>
      </dgm:t>
    </dgm:pt>
    <dgm:pt modelId="{2FCF1FF5-AF37-49D6-9F13-F86596BD47A1}" type="parTrans" cxnId="{301BF1DD-6CC8-4779-A54C-38A1E8A144E9}">
      <dgm:prSet/>
      <dgm:spPr/>
      <dgm:t>
        <a:bodyPr/>
        <a:lstStyle/>
        <a:p>
          <a:endParaRPr lang="en-US"/>
        </a:p>
      </dgm:t>
    </dgm:pt>
    <dgm:pt modelId="{0DFBE8A6-6569-40BB-992D-F8381370F38F}" type="sibTrans" cxnId="{301BF1DD-6CC8-4779-A54C-38A1E8A144E9}">
      <dgm:prSet/>
      <dgm:spPr/>
      <dgm:t>
        <a:bodyPr/>
        <a:lstStyle/>
        <a:p>
          <a:endParaRPr lang="en-US"/>
        </a:p>
      </dgm:t>
    </dgm:pt>
    <dgm:pt modelId="{54F08DC3-5373-4207-8638-E5C17F65E016}">
      <dgm:prSet/>
      <dgm:spPr/>
      <dgm:t>
        <a:bodyPr/>
        <a:lstStyle/>
        <a:p>
          <a:r>
            <a:rPr lang="en-US" b="1"/>
            <a:t>Task / Objective</a:t>
          </a:r>
          <a:endParaRPr lang="en-US"/>
        </a:p>
      </dgm:t>
    </dgm:pt>
    <dgm:pt modelId="{6766DAD8-9296-4D73-BAB2-6AAF322B9B24}" type="parTrans" cxnId="{A3983EF1-D825-4D44-AE86-60A65DFED9BE}">
      <dgm:prSet/>
      <dgm:spPr/>
      <dgm:t>
        <a:bodyPr/>
        <a:lstStyle/>
        <a:p>
          <a:endParaRPr lang="en-US"/>
        </a:p>
      </dgm:t>
    </dgm:pt>
    <dgm:pt modelId="{92AE0F13-3E57-49E0-82AA-4C2CDC8D6FE0}" type="sibTrans" cxnId="{A3983EF1-D825-4D44-AE86-60A65DFED9BE}">
      <dgm:prSet/>
      <dgm:spPr/>
      <dgm:t>
        <a:bodyPr/>
        <a:lstStyle/>
        <a:p>
          <a:endParaRPr lang="en-US"/>
        </a:p>
      </dgm:t>
    </dgm:pt>
    <dgm:pt modelId="{5FA0D21D-32FE-485C-BE32-01DC1089496B}">
      <dgm:prSet/>
      <dgm:spPr/>
      <dgm:t>
        <a:bodyPr/>
        <a:lstStyle/>
        <a:p>
          <a:r>
            <a:rPr lang="en-US" b="1"/>
            <a:t>Context / Background</a:t>
          </a:r>
          <a:endParaRPr lang="en-US"/>
        </a:p>
      </dgm:t>
    </dgm:pt>
    <dgm:pt modelId="{253BC39D-91C4-4FE8-94FB-64F442EC6346}" type="parTrans" cxnId="{0E40263C-C213-408F-BC22-49F3AE26CDDE}">
      <dgm:prSet/>
      <dgm:spPr/>
      <dgm:t>
        <a:bodyPr/>
        <a:lstStyle/>
        <a:p>
          <a:endParaRPr lang="en-US"/>
        </a:p>
      </dgm:t>
    </dgm:pt>
    <dgm:pt modelId="{2EC62F3A-42DF-44DF-ABC3-97F28352757B}" type="sibTrans" cxnId="{0E40263C-C213-408F-BC22-49F3AE26CDDE}">
      <dgm:prSet/>
      <dgm:spPr/>
      <dgm:t>
        <a:bodyPr/>
        <a:lstStyle/>
        <a:p>
          <a:endParaRPr lang="en-US"/>
        </a:p>
      </dgm:t>
    </dgm:pt>
    <dgm:pt modelId="{34E8F0F2-BE45-4BA6-8291-88B497191EFE}">
      <dgm:prSet/>
      <dgm:spPr/>
      <dgm:t>
        <a:bodyPr/>
        <a:lstStyle/>
        <a:p>
          <a:r>
            <a:rPr lang="en-US" b="1"/>
            <a:t>Constraints / Formatting</a:t>
          </a:r>
          <a:endParaRPr lang="en-US"/>
        </a:p>
      </dgm:t>
    </dgm:pt>
    <dgm:pt modelId="{B64B03B8-245B-48FE-BB34-0502D07B52D6}" type="parTrans" cxnId="{7714B14D-2657-4985-97B3-2968D3BC4414}">
      <dgm:prSet/>
      <dgm:spPr/>
      <dgm:t>
        <a:bodyPr/>
        <a:lstStyle/>
        <a:p>
          <a:endParaRPr lang="en-US"/>
        </a:p>
      </dgm:t>
    </dgm:pt>
    <dgm:pt modelId="{03711636-2883-4650-8E51-301736AC2496}" type="sibTrans" cxnId="{7714B14D-2657-4985-97B3-2968D3BC4414}">
      <dgm:prSet/>
      <dgm:spPr/>
      <dgm:t>
        <a:bodyPr/>
        <a:lstStyle/>
        <a:p>
          <a:endParaRPr lang="en-US"/>
        </a:p>
      </dgm:t>
    </dgm:pt>
    <dgm:pt modelId="{7934AFCF-E02C-4265-B86A-EA6DBA3E1AF4}">
      <dgm:prSet/>
      <dgm:spPr/>
      <dgm:t>
        <a:bodyPr/>
        <a:lstStyle/>
        <a:p>
          <a:r>
            <a:rPr lang="en-US" b="1"/>
            <a:t>Examples (optional)</a:t>
          </a:r>
          <a:endParaRPr lang="en-US"/>
        </a:p>
      </dgm:t>
    </dgm:pt>
    <dgm:pt modelId="{EFFD1D68-F187-47B6-BA20-27D7056E1017}" type="parTrans" cxnId="{6C433B8D-0286-4DF8-BD43-A44E8CB518B5}">
      <dgm:prSet/>
      <dgm:spPr/>
      <dgm:t>
        <a:bodyPr/>
        <a:lstStyle/>
        <a:p>
          <a:endParaRPr lang="en-US"/>
        </a:p>
      </dgm:t>
    </dgm:pt>
    <dgm:pt modelId="{F73436D6-DD5F-4730-9CFC-7975B880B608}" type="sibTrans" cxnId="{6C433B8D-0286-4DF8-BD43-A44E8CB518B5}">
      <dgm:prSet/>
      <dgm:spPr/>
      <dgm:t>
        <a:bodyPr/>
        <a:lstStyle/>
        <a:p>
          <a:endParaRPr lang="en-US"/>
        </a:p>
      </dgm:t>
    </dgm:pt>
    <dgm:pt modelId="{3166DFDD-F223-448E-8400-7BF946596867}">
      <dgm:prSet/>
      <dgm:spPr/>
      <dgm:t>
        <a:bodyPr/>
        <a:lstStyle/>
        <a:p>
          <a:r>
            <a:rPr lang="en-US" b="1"/>
            <a:t>Output format (table, bullets, JSON)</a:t>
          </a:r>
          <a:endParaRPr lang="en-US"/>
        </a:p>
      </dgm:t>
    </dgm:pt>
    <dgm:pt modelId="{A91E1C1F-0BB2-4E55-9C6D-4228CA67F283}" type="parTrans" cxnId="{1F3F8810-134A-4830-908E-31EEF0C8ACA3}">
      <dgm:prSet/>
      <dgm:spPr/>
      <dgm:t>
        <a:bodyPr/>
        <a:lstStyle/>
        <a:p>
          <a:endParaRPr lang="en-US"/>
        </a:p>
      </dgm:t>
    </dgm:pt>
    <dgm:pt modelId="{F45CDA30-EA4B-4A8D-9427-5650492B0EA2}" type="sibTrans" cxnId="{1F3F8810-134A-4830-908E-31EEF0C8ACA3}">
      <dgm:prSet/>
      <dgm:spPr/>
      <dgm:t>
        <a:bodyPr/>
        <a:lstStyle/>
        <a:p>
          <a:endParaRPr lang="en-US"/>
        </a:p>
      </dgm:t>
    </dgm:pt>
    <dgm:pt modelId="{542CD128-7E86-48A5-BB4E-84803A41E933}" type="pres">
      <dgm:prSet presAssocID="{D38C0BF2-B3B4-432C-98E4-FC380A2D0ECA}" presName="linear" presStyleCnt="0">
        <dgm:presLayoutVars>
          <dgm:animLvl val="lvl"/>
          <dgm:resizeHandles val="exact"/>
        </dgm:presLayoutVars>
      </dgm:prSet>
      <dgm:spPr/>
    </dgm:pt>
    <dgm:pt modelId="{768A0F3F-8AF7-40EA-B1B4-A5D33A6A34A6}" type="pres">
      <dgm:prSet presAssocID="{6670EDEB-93A6-4EF9-897A-2F850053BE30}" presName="parentText" presStyleLbl="node1" presStyleIdx="0" presStyleCnt="6">
        <dgm:presLayoutVars>
          <dgm:chMax val="0"/>
          <dgm:bulletEnabled val="1"/>
        </dgm:presLayoutVars>
      </dgm:prSet>
      <dgm:spPr/>
    </dgm:pt>
    <dgm:pt modelId="{DA21337E-977D-4845-B393-CC97B038173D}" type="pres">
      <dgm:prSet presAssocID="{0DFBE8A6-6569-40BB-992D-F8381370F38F}" presName="spacer" presStyleCnt="0"/>
      <dgm:spPr/>
    </dgm:pt>
    <dgm:pt modelId="{5B6813ED-C549-412F-9E45-6AE55B130A5C}" type="pres">
      <dgm:prSet presAssocID="{54F08DC3-5373-4207-8638-E5C17F65E016}" presName="parentText" presStyleLbl="node1" presStyleIdx="1" presStyleCnt="6">
        <dgm:presLayoutVars>
          <dgm:chMax val="0"/>
          <dgm:bulletEnabled val="1"/>
        </dgm:presLayoutVars>
      </dgm:prSet>
      <dgm:spPr/>
    </dgm:pt>
    <dgm:pt modelId="{4F911613-DEF3-42D5-AE98-A83577AEFC4A}" type="pres">
      <dgm:prSet presAssocID="{92AE0F13-3E57-49E0-82AA-4C2CDC8D6FE0}" presName="spacer" presStyleCnt="0"/>
      <dgm:spPr/>
    </dgm:pt>
    <dgm:pt modelId="{82830878-962D-4000-B88E-6C835E2E9440}" type="pres">
      <dgm:prSet presAssocID="{5FA0D21D-32FE-485C-BE32-01DC1089496B}" presName="parentText" presStyleLbl="node1" presStyleIdx="2" presStyleCnt="6">
        <dgm:presLayoutVars>
          <dgm:chMax val="0"/>
          <dgm:bulletEnabled val="1"/>
        </dgm:presLayoutVars>
      </dgm:prSet>
      <dgm:spPr/>
    </dgm:pt>
    <dgm:pt modelId="{29C226CD-5C08-42FD-A8C4-07E31FEC999D}" type="pres">
      <dgm:prSet presAssocID="{2EC62F3A-42DF-44DF-ABC3-97F28352757B}" presName="spacer" presStyleCnt="0"/>
      <dgm:spPr/>
    </dgm:pt>
    <dgm:pt modelId="{E07DFCE7-459C-4061-BB69-1F8DAE37BF03}" type="pres">
      <dgm:prSet presAssocID="{34E8F0F2-BE45-4BA6-8291-88B497191EFE}" presName="parentText" presStyleLbl="node1" presStyleIdx="3" presStyleCnt="6">
        <dgm:presLayoutVars>
          <dgm:chMax val="0"/>
          <dgm:bulletEnabled val="1"/>
        </dgm:presLayoutVars>
      </dgm:prSet>
      <dgm:spPr/>
    </dgm:pt>
    <dgm:pt modelId="{217F59AF-84CD-4026-A7D3-8D77D8B31DB5}" type="pres">
      <dgm:prSet presAssocID="{03711636-2883-4650-8E51-301736AC2496}" presName="spacer" presStyleCnt="0"/>
      <dgm:spPr/>
    </dgm:pt>
    <dgm:pt modelId="{3020D807-32A5-4A15-B8DC-7EA77D290266}" type="pres">
      <dgm:prSet presAssocID="{7934AFCF-E02C-4265-B86A-EA6DBA3E1AF4}" presName="parentText" presStyleLbl="node1" presStyleIdx="4" presStyleCnt="6">
        <dgm:presLayoutVars>
          <dgm:chMax val="0"/>
          <dgm:bulletEnabled val="1"/>
        </dgm:presLayoutVars>
      </dgm:prSet>
      <dgm:spPr/>
    </dgm:pt>
    <dgm:pt modelId="{EBEE914D-5956-4100-9D59-9F766A87F88A}" type="pres">
      <dgm:prSet presAssocID="{F73436D6-DD5F-4730-9CFC-7975B880B608}" presName="spacer" presStyleCnt="0"/>
      <dgm:spPr/>
    </dgm:pt>
    <dgm:pt modelId="{CFA5DFC8-3B5D-49B6-9E73-A5060E2BECB9}" type="pres">
      <dgm:prSet presAssocID="{3166DFDD-F223-448E-8400-7BF946596867}" presName="parentText" presStyleLbl="node1" presStyleIdx="5" presStyleCnt="6">
        <dgm:presLayoutVars>
          <dgm:chMax val="0"/>
          <dgm:bulletEnabled val="1"/>
        </dgm:presLayoutVars>
      </dgm:prSet>
      <dgm:spPr/>
    </dgm:pt>
  </dgm:ptLst>
  <dgm:cxnLst>
    <dgm:cxn modelId="{1F3F8810-134A-4830-908E-31EEF0C8ACA3}" srcId="{D38C0BF2-B3B4-432C-98E4-FC380A2D0ECA}" destId="{3166DFDD-F223-448E-8400-7BF946596867}" srcOrd="5" destOrd="0" parTransId="{A91E1C1F-0BB2-4E55-9C6D-4228CA67F283}" sibTransId="{F45CDA30-EA4B-4A8D-9427-5650492B0EA2}"/>
    <dgm:cxn modelId="{0E40263C-C213-408F-BC22-49F3AE26CDDE}" srcId="{D38C0BF2-B3B4-432C-98E4-FC380A2D0ECA}" destId="{5FA0D21D-32FE-485C-BE32-01DC1089496B}" srcOrd="2" destOrd="0" parTransId="{253BC39D-91C4-4FE8-94FB-64F442EC6346}" sibTransId="{2EC62F3A-42DF-44DF-ABC3-97F28352757B}"/>
    <dgm:cxn modelId="{7714B14D-2657-4985-97B3-2968D3BC4414}" srcId="{D38C0BF2-B3B4-432C-98E4-FC380A2D0ECA}" destId="{34E8F0F2-BE45-4BA6-8291-88B497191EFE}" srcOrd="3" destOrd="0" parTransId="{B64B03B8-245B-48FE-BB34-0502D07B52D6}" sibTransId="{03711636-2883-4650-8E51-301736AC2496}"/>
    <dgm:cxn modelId="{14B2D27E-8782-46E7-8514-FD7E8B5E5BCF}" type="presOf" srcId="{5FA0D21D-32FE-485C-BE32-01DC1089496B}" destId="{82830878-962D-4000-B88E-6C835E2E9440}" srcOrd="0" destOrd="0" presId="urn:microsoft.com/office/officeart/2005/8/layout/vList2"/>
    <dgm:cxn modelId="{5091FD89-5E92-4A56-8850-F9D437FA6470}" type="presOf" srcId="{34E8F0F2-BE45-4BA6-8291-88B497191EFE}" destId="{E07DFCE7-459C-4061-BB69-1F8DAE37BF03}" srcOrd="0" destOrd="0" presId="urn:microsoft.com/office/officeart/2005/8/layout/vList2"/>
    <dgm:cxn modelId="{6C433B8D-0286-4DF8-BD43-A44E8CB518B5}" srcId="{D38C0BF2-B3B4-432C-98E4-FC380A2D0ECA}" destId="{7934AFCF-E02C-4265-B86A-EA6DBA3E1AF4}" srcOrd="4" destOrd="0" parTransId="{EFFD1D68-F187-47B6-BA20-27D7056E1017}" sibTransId="{F73436D6-DD5F-4730-9CFC-7975B880B608}"/>
    <dgm:cxn modelId="{BD603297-D4FB-453E-90A0-BC19D0110C45}" type="presOf" srcId="{6670EDEB-93A6-4EF9-897A-2F850053BE30}" destId="{768A0F3F-8AF7-40EA-B1B4-A5D33A6A34A6}" srcOrd="0" destOrd="0" presId="urn:microsoft.com/office/officeart/2005/8/layout/vList2"/>
    <dgm:cxn modelId="{DC6FC4A5-44CF-4C5A-A170-0FFBAB128279}" type="presOf" srcId="{D38C0BF2-B3B4-432C-98E4-FC380A2D0ECA}" destId="{542CD128-7E86-48A5-BB4E-84803A41E933}" srcOrd="0" destOrd="0" presId="urn:microsoft.com/office/officeart/2005/8/layout/vList2"/>
    <dgm:cxn modelId="{8779DBB9-1980-4D40-AAA3-7A07062AFF5C}" type="presOf" srcId="{3166DFDD-F223-448E-8400-7BF946596867}" destId="{CFA5DFC8-3B5D-49B6-9E73-A5060E2BECB9}" srcOrd="0" destOrd="0" presId="urn:microsoft.com/office/officeart/2005/8/layout/vList2"/>
    <dgm:cxn modelId="{301BF1DD-6CC8-4779-A54C-38A1E8A144E9}" srcId="{D38C0BF2-B3B4-432C-98E4-FC380A2D0ECA}" destId="{6670EDEB-93A6-4EF9-897A-2F850053BE30}" srcOrd="0" destOrd="0" parTransId="{2FCF1FF5-AF37-49D6-9F13-F86596BD47A1}" sibTransId="{0DFBE8A6-6569-40BB-992D-F8381370F38F}"/>
    <dgm:cxn modelId="{4EB1A5E3-B393-4618-987E-08EC6D913FA6}" type="presOf" srcId="{7934AFCF-E02C-4265-B86A-EA6DBA3E1AF4}" destId="{3020D807-32A5-4A15-B8DC-7EA77D290266}" srcOrd="0" destOrd="0" presId="urn:microsoft.com/office/officeart/2005/8/layout/vList2"/>
    <dgm:cxn modelId="{8B4BBFEE-5F10-4645-B67E-908AFD85080A}" type="presOf" srcId="{54F08DC3-5373-4207-8638-E5C17F65E016}" destId="{5B6813ED-C549-412F-9E45-6AE55B130A5C}" srcOrd="0" destOrd="0" presId="urn:microsoft.com/office/officeart/2005/8/layout/vList2"/>
    <dgm:cxn modelId="{A3983EF1-D825-4D44-AE86-60A65DFED9BE}" srcId="{D38C0BF2-B3B4-432C-98E4-FC380A2D0ECA}" destId="{54F08DC3-5373-4207-8638-E5C17F65E016}" srcOrd="1" destOrd="0" parTransId="{6766DAD8-9296-4D73-BAB2-6AAF322B9B24}" sibTransId="{92AE0F13-3E57-49E0-82AA-4C2CDC8D6FE0}"/>
    <dgm:cxn modelId="{880CDE0A-9DE9-455E-A258-3F1928AE04F6}" type="presParOf" srcId="{542CD128-7E86-48A5-BB4E-84803A41E933}" destId="{768A0F3F-8AF7-40EA-B1B4-A5D33A6A34A6}" srcOrd="0" destOrd="0" presId="urn:microsoft.com/office/officeart/2005/8/layout/vList2"/>
    <dgm:cxn modelId="{BB2633F9-D9A9-4BF5-BFDA-B1F7A879A4BE}" type="presParOf" srcId="{542CD128-7E86-48A5-BB4E-84803A41E933}" destId="{DA21337E-977D-4845-B393-CC97B038173D}" srcOrd="1" destOrd="0" presId="urn:microsoft.com/office/officeart/2005/8/layout/vList2"/>
    <dgm:cxn modelId="{A2CBDEB9-04DB-4E9F-AD0D-8F24CB6C35C5}" type="presParOf" srcId="{542CD128-7E86-48A5-BB4E-84803A41E933}" destId="{5B6813ED-C549-412F-9E45-6AE55B130A5C}" srcOrd="2" destOrd="0" presId="urn:microsoft.com/office/officeart/2005/8/layout/vList2"/>
    <dgm:cxn modelId="{3B0CC6C2-E033-4E61-BEA6-5F8AB944D820}" type="presParOf" srcId="{542CD128-7E86-48A5-BB4E-84803A41E933}" destId="{4F911613-DEF3-42D5-AE98-A83577AEFC4A}" srcOrd="3" destOrd="0" presId="urn:microsoft.com/office/officeart/2005/8/layout/vList2"/>
    <dgm:cxn modelId="{2C3E16F7-6864-4A6F-91EF-6CE0A249461E}" type="presParOf" srcId="{542CD128-7E86-48A5-BB4E-84803A41E933}" destId="{82830878-962D-4000-B88E-6C835E2E9440}" srcOrd="4" destOrd="0" presId="urn:microsoft.com/office/officeart/2005/8/layout/vList2"/>
    <dgm:cxn modelId="{6A072822-0042-4F4C-B796-93FFBF75A1D8}" type="presParOf" srcId="{542CD128-7E86-48A5-BB4E-84803A41E933}" destId="{29C226CD-5C08-42FD-A8C4-07E31FEC999D}" srcOrd="5" destOrd="0" presId="urn:microsoft.com/office/officeart/2005/8/layout/vList2"/>
    <dgm:cxn modelId="{DFD51D43-5860-4196-832D-29BA408DDB9A}" type="presParOf" srcId="{542CD128-7E86-48A5-BB4E-84803A41E933}" destId="{E07DFCE7-459C-4061-BB69-1F8DAE37BF03}" srcOrd="6" destOrd="0" presId="urn:microsoft.com/office/officeart/2005/8/layout/vList2"/>
    <dgm:cxn modelId="{6A8AB6CD-78DE-40B7-A6A1-312843D217D4}" type="presParOf" srcId="{542CD128-7E86-48A5-BB4E-84803A41E933}" destId="{217F59AF-84CD-4026-A7D3-8D77D8B31DB5}" srcOrd="7" destOrd="0" presId="urn:microsoft.com/office/officeart/2005/8/layout/vList2"/>
    <dgm:cxn modelId="{8B09B860-AB19-4362-B95F-31340E6557F1}" type="presParOf" srcId="{542CD128-7E86-48A5-BB4E-84803A41E933}" destId="{3020D807-32A5-4A15-B8DC-7EA77D290266}" srcOrd="8" destOrd="0" presId="urn:microsoft.com/office/officeart/2005/8/layout/vList2"/>
    <dgm:cxn modelId="{4E77A001-62BD-472C-877F-4FA1D0A7EDBE}" type="presParOf" srcId="{542CD128-7E86-48A5-BB4E-84803A41E933}" destId="{EBEE914D-5956-4100-9D59-9F766A87F88A}" srcOrd="9" destOrd="0" presId="urn:microsoft.com/office/officeart/2005/8/layout/vList2"/>
    <dgm:cxn modelId="{C629EB78-F823-4FA4-B390-1D349FD1C9B0}" type="presParOf" srcId="{542CD128-7E86-48A5-BB4E-84803A41E933}" destId="{CFA5DFC8-3B5D-49B6-9E73-A5060E2BECB9}" srcOrd="1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1D7D72-DF9F-45D2-A553-FF993F11A703}">
      <dsp:nvSpPr>
        <dsp:cNvPr id="0" name=""/>
        <dsp:cNvSpPr/>
      </dsp:nvSpPr>
      <dsp:spPr>
        <a:xfrm>
          <a:off x="606456" y="0"/>
          <a:ext cx="5453920" cy="5453920"/>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27E8E61F-0204-4E27-99A4-CB2D447DD596}">
      <dsp:nvSpPr>
        <dsp:cNvPr id="0" name=""/>
        <dsp:cNvSpPr/>
      </dsp:nvSpPr>
      <dsp:spPr>
        <a:xfrm>
          <a:off x="1124578" y="518122"/>
          <a:ext cx="2127028" cy="2127028"/>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Deep neural network trained on massive text corpora.</a:t>
          </a:r>
        </a:p>
      </dsp:txBody>
      <dsp:txXfrm>
        <a:off x="1228411" y="621955"/>
        <a:ext cx="1919362" cy="1919362"/>
      </dsp:txXfrm>
    </dsp:sp>
    <dsp:sp modelId="{A6F80C0C-4177-4D9D-B7C8-0D2B27D22F2F}">
      <dsp:nvSpPr>
        <dsp:cNvPr id="0" name=""/>
        <dsp:cNvSpPr/>
      </dsp:nvSpPr>
      <dsp:spPr>
        <a:xfrm>
          <a:off x="3415225" y="518122"/>
          <a:ext cx="2127028" cy="2127028"/>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Understands + generates human-like language.</a:t>
          </a:r>
        </a:p>
      </dsp:txBody>
      <dsp:txXfrm>
        <a:off x="3519058" y="621955"/>
        <a:ext cx="1919362" cy="1919362"/>
      </dsp:txXfrm>
    </dsp:sp>
    <dsp:sp modelId="{0B072854-24D9-4872-8497-79485570D4C8}">
      <dsp:nvSpPr>
        <dsp:cNvPr id="0" name=""/>
        <dsp:cNvSpPr/>
      </dsp:nvSpPr>
      <dsp:spPr>
        <a:xfrm>
          <a:off x="1124578" y="2808768"/>
          <a:ext cx="2127028" cy="2127028"/>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Backbone of ChatGPT, Gemini, Claude, Llama.</a:t>
          </a:r>
        </a:p>
      </dsp:txBody>
      <dsp:txXfrm>
        <a:off x="1228411" y="2912601"/>
        <a:ext cx="1919362" cy="1919362"/>
      </dsp:txXfrm>
    </dsp:sp>
    <dsp:sp modelId="{44BFC04B-9CED-46C9-B802-FCC604800AC6}">
      <dsp:nvSpPr>
        <dsp:cNvPr id="0" name=""/>
        <dsp:cNvSpPr/>
      </dsp:nvSpPr>
      <dsp:spPr>
        <a:xfrm>
          <a:off x="3415225" y="2808768"/>
          <a:ext cx="2127028" cy="2127028"/>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Supports reasoning, summarization, translation, coding.</a:t>
          </a:r>
        </a:p>
      </dsp:txBody>
      <dsp:txXfrm>
        <a:off x="3519058" y="2912601"/>
        <a:ext cx="1919362" cy="19193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5C84C6-AD3F-41A6-89BA-EB943570A328}">
      <dsp:nvSpPr>
        <dsp:cNvPr id="0" name=""/>
        <dsp:cNvSpPr/>
      </dsp:nvSpPr>
      <dsp:spPr>
        <a:xfrm>
          <a:off x="562927" y="788206"/>
          <a:ext cx="1445998" cy="1445998"/>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B43075-73D9-4525-B6BE-FE4A6E54C3D2}">
      <dsp:nvSpPr>
        <dsp:cNvPr id="0" name=""/>
        <dsp:cNvSpPr/>
      </dsp:nvSpPr>
      <dsp:spPr>
        <a:xfrm>
          <a:off x="871091" y="1096370"/>
          <a:ext cx="829671" cy="82967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8FF439B-939F-4FAC-8306-38C1ED7E9482}">
      <dsp:nvSpPr>
        <dsp:cNvPr id="0" name=""/>
        <dsp:cNvSpPr/>
      </dsp:nvSpPr>
      <dsp:spPr>
        <a:xfrm>
          <a:off x="10068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kern="1200"/>
            <a:t>LLM learns patterns, grammar, facts &amp; reasoning from text.</a:t>
          </a:r>
        </a:p>
      </dsp:txBody>
      <dsp:txXfrm>
        <a:off x="100682" y="2684598"/>
        <a:ext cx="2370489" cy="720000"/>
      </dsp:txXfrm>
    </dsp:sp>
    <dsp:sp modelId="{65E6B771-94CF-45DC-A56D-B5AF0913A77B}">
      <dsp:nvSpPr>
        <dsp:cNvPr id="0" name=""/>
        <dsp:cNvSpPr/>
      </dsp:nvSpPr>
      <dsp:spPr>
        <a:xfrm>
          <a:off x="3348252" y="788206"/>
          <a:ext cx="1445998" cy="1445998"/>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2B6443-71ED-4952-B60C-C5C30BA7458F}">
      <dsp:nvSpPr>
        <dsp:cNvPr id="0" name=""/>
        <dsp:cNvSpPr/>
      </dsp:nvSpPr>
      <dsp:spPr>
        <a:xfrm>
          <a:off x="3656416" y="1096370"/>
          <a:ext cx="829671" cy="82967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DA37A9D-0493-445A-AF63-BC9409FEAB7D}">
      <dsp:nvSpPr>
        <dsp:cNvPr id="0" name=""/>
        <dsp:cNvSpPr/>
      </dsp:nvSpPr>
      <dsp:spPr>
        <a:xfrm>
          <a:off x="288600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kern="1200"/>
            <a:t>Predicts the </a:t>
          </a:r>
          <a:r>
            <a:rPr lang="en-US" sz="1600" b="1" kern="1200"/>
            <a:t>next best word</a:t>
          </a:r>
          <a:r>
            <a:rPr lang="en-US" sz="1600" kern="1200"/>
            <a:t> in a sequence.</a:t>
          </a:r>
        </a:p>
      </dsp:txBody>
      <dsp:txXfrm>
        <a:off x="2886007" y="2684598"/>
        <a:ext cx="2370489" cy="720000"/>
      </dsp:txXfrm>
    </dsp:sp>
    <dsp:sp modelId="{0BCDB505-525E-4AB6-BBEE-730F6C4FE92C}">
      <dsp:nvSpPr>
        <dsp:cNvPr id="0" name=""/>
        <dsp:cNvSpPr/>
      </dsp:nvSpPr>
      <dsp:spPr>
        <a:xfrm>
          <a:off x="6133577" y="788206"/>
          <a:ext cx="1445998" cy="1445998"/>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7422E3-0690-4B67-B897-F3F5F1CF8884}">
      <dsp:nvSpPr>
        <dsp:cNvPr id="0" name=""/>
        <dsp:cNvSpPr/>
      </dsp:nvSpPr>
      <dsp:spPr>
        <a:xfrm>
          <a:off x="6441741" y="1096370"/>
          <a:ext cx="829671" cy="82967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71D4D94-EDC3-4D27-8E7F-E80D6DF4E8EF}">
      <dsp:nvSpPr>
        <dsp:cNvPr id="0" name=""/>
        <dsp:cNvSpPr/>
      </dsp:nvSpPr>
      <dsp:spPr>
        <a:xfrm>
          <a:off x="567133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kern="1200"/>
            <a:t>Uses </a:t>
          </a:r>
          <a:r>
            <a:rPr lang="en-US" sz="1600" b="1" kern="1200"/>
            <a:t>attention mechanism</a:t>
          </a:r>
          <a:r>
            <a:rPr lang="en-US" sz="1600" kern="1200"/>
            <a:t> to focus on important context.</a:t>
          </a:r>
        </a:p>
      </dsp:txBody>
      <dsp:txXfrm>
        <a:off x="5671332" y="2684598"/>
        <a:ext cx="2370489" cy="720000"/>
      </dsp:txXfrm>
    </dsp:sp>
    <dsp:sp modelId="{5E929F23-50FE-416B-8E1C-5BF8FC85111E}">
      <dsp:nvSpPr>
        <dsp:cNvPr id="0" name=""/>
        <dsp:cNvSpPr/>
      </dsp:nvSpPr>
      <dsp:spPr>
        <a:xfrm>
          <a:off x="8918902" y="788206"/>
          <a:ext cx="1445998" cy="1445998"/>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CCF140-DF39-47B0-8BF8-E6907A90812F}">
      <dsp:nvSpPr>
        <dsp:cNvPr id="0" name=""/>
        <dsp:cNvSpPr/>
      </dsp:nvSpPr>
      <dsp:spPr>
        <a:xfrm>
          <a:off x="9227066" y="1096370"/>
          <a:ext cx="829671" cy="82967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B53B73-1E84-487A-820B-7A16D8615E8D}">
      <dsp:nvSpPr>
        <dsp:cNvPr id="0" name=""/>
        <dsp:cNvSpPr/>
      </dsp:nvSpPr>
      <dsp:spPr>
        <a:xfrm>
          <a:off x="845665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kern="1200"/>
            <a:t>More parameters → better reasoning &amp; accuracy.</a:t>
          </a:r>
        </a:p>
      </dsp:txBody>
      <dsp:txXfrm>
        <a:off x="8456657" y="2684598"/>
        <a:ext cx="2370489"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6A6969-B8C5-4050-98DF-E7C3F56187B4}">
      <dsp:nvSpPr>
        <dsp:cNvPr id="0" name=""/>
        <dsp:cNvSpPr/>
      </dsp:nvSpPr>
      <dsp:spPr>
        <a:xfrm>
          <a:off x="0"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03F885-23D7-4BA1-A642-CF6C9210ECEE}">
      <dsp:nvSpPr>
        <dsp:cNvPr id="0" name=""/>
        <dsp:cNvSpPr/>
      </dsp:nvSpPr>
      <dsp:spPr>
        <a:xfrm>
          <a:off x="341494"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The skill of designing effective prompts to control LLM outputs.</a:t>
          </a:r>
        </a:p>
      </dsp:txBody>
      <dsp:txXfrm>
        <a:off x="398656" y="1088253"/>
        <a:ext cx="2959127" cy="1837317"/>
      </dsp:txXfrm>
    </dsp:sp>
    <dsp:sp modelId="{3B1B2324-EC10-4EE6-B46D-52C9393A4836}">
      <dsp:nvSpPr>
        <dsp:cNvPr id="0" name=""/>
        <dsp:cNvSpPr/>
      </dsp:nvSpPr>
      <dsp:spPr>
        <a:xfrm>
          <a:off x="3756441"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E7D1A5-A8C1-4A80-8CF5-92F45BD59D96}">
      <dsp:nvSpPr>
        <dsp:cNvPr id="0" name=""/>
        <dsp:cNvSpPr/>
      </dsp:nvSpPr>
      <dsp:spPr>
        <a:xfrm>
          <a:off x="4097935"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Converts user intention → clear instructions for the model.</a:t>
          </a:r>
        </a:p>
      </dsp:txBody>
      <dsp:txXfrm>
        <a:off x="4155097" y="1088253"/>
        <a:ext cx="2959127" cy="1837317"/>
      </dsp:txXfrm>
    </dsp:sp>
    <dsp:sp modelId="{7E4149ED-FC71-462B-B175-EC3BEE96CDDC}">
      <dsp:nvSpPr>
        <dsp:cNvPr id="0" name=""/>
        <dsp:cNvSpPr/>
      </dsp:nvSpPr>
      <dsp:spPr>
        <a:xfrm>
          <a:off x="7512882"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ED4B32-9BB1-4C33-B08C-EE9A628A6B9F}">
      <dsp:nvSpPr>
        <dsp:cNvPr id="0" name=""/>
        <dsp:cNvSpPr/>
      </dsp:nvSpPr>
      <dsp:spPr>
        <a:xfrm>
          <a:off x="7854377"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Improves accuracy, reduces hallucination, enhances consistency.</a:t>
          </a:r>
        </a:p>
      </dsp:txBody>
      <dsp:txXfrm>
        <a:off x="7911539" y="1088253"/>
        <a:ext cx="2959127" cy="183731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481570-E2D9-4A3A-8383-D2139AFD9796}">
      <dsp:nvSpPr>
        <dsp:cNvPr id="0" name=""/>
        <dsp:cNvSpPr/>
      </dsp:nvSpPr>
      <dsp:spPr>
        <a:xfrm rot="10800000">
          <a:off x="2239862" y="479"/>
          <a:ext cx="7491577" cy="1411546"/>
        </a:xfrm>
        <a:prstGeom prst="homePlat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22453" tIns="68580" rIns="128016" bIns="68580" numCol="1" spcCol="1270" anchor="ctr" anchorCtr="0">
          <a:noAutofit/>
        </a:bodyPr>
        <a:lstStyle/>
        <a:p>
          <a:pPr marL="0" lvl="0" indent="0" algn="ctr" defTabSz="800100" rtl="0">
            <a:lnSpc>
              <a:spcPct val="90000"/>
            </a:lnSpc>
            <a:spcBef>
              <a:spcPct val="0"/>
            </a:spcBef>
            <a:spcAft>
              <a:spcPct val="35000"/>
            </a:spcAft>
            <a:buNone/>
          </a:pPr>
          <a:r>
            <a:rPr lang="en-US" sz="1800" b="1" kern="1200" dirty="0">
              <a:solidFill>
                <a:schemeClr val="accent1">
                  <a:lumMod val="50000"/>
                </a:schemeClr>
              </a:solidFill>
              <a:latin typeface="Comic Sans MS" panose="030F0702030302020204" pitchFamily="66" charset="0"/>
            </a:rPr>
            <a:t>Generating AI-Assisted Robots &gt;&gt; </a:t>
          </a:r>
          <a:r>
            <a:rPr lang="en-US" sz="1800" kern="1200" dirty="0">
              <a:solidFill>
                <a:schemeClr val="accent1">
                  <a:lumMod val="50000"/>
                </a:schemeClr>
              </a:solidFill>
              <a:latin typeface="Comic Sans MS" panose="030F0702030302020204" pitchFamily="66" charset="0"/>
            </a:rPr>
            <a:t>Prompt: "Design a robot that assists humans in their everyday tasks, enhancing their quality of life."</a:t>
          </a:r>
          <a:endParaRPr lang="en-IN" sz="1800" kern="1200" dirty="0">
            <a:solidFill>
              <a:schemeClr val="accent1">
                <a:lumMod val="50000"/>
              </a:schemeClr>
            </a:solidFill>
            <a:latin typeface="Comic Sans MS" panose="030F0702030302020204" pitchFamily="66" charset="0"/>
          </a:endParaRPr>
        </a:p>
      </dsp:txBody>
      <dsp:txXfrm rot="10800000">
        <a:off x="2592748" y="479"/>
        <a:ext cx="7138691" cy="1411546"/>
      </dsp:txXfrm>
    </dsp:sp>
    <dsp:sp modelId="{92BE1BEF-B6B1-47E9-A32F-6DE77AF23FCF}">
      <dsp:nvSpPr>
        <dsp:cNvPr id="0" name=""/>
        <dsp:cNvSpPr/>
      </dsp:nvSpPr>
      <dsp:spPr>
        <a:xfrm>
          <a:off x="1534089" y="479"/>
          <a:ext cx="1411546" cy="1411546"/>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30000" r="-30000"/>
          </a:stretch>
        </a:blipFill>
        <a:ln w="1270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A3E32EF2-2DE3-4715-A60B-4C835917944F}">
      <dsp:nvSpPr>
        <dsp:cNvPr id="0" name=""/>
        <dsp:cNvSpPr/>
      </dsp:nvSpPr>
      <dsp:spPr>
        <a:xfrm rot="10800000">
          <a:off x="2239862" y="1833383"/>
          <a:ext cx="7491577" cy="1411546"/>
        </a:xfrm>
        <a:prstGeom prst="homePlat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22453" tIns="68580" rIns="128016" bIns="68580" numCol="1" spcCol="1270" anchor="ctr" anchorCtr="0">
          <a:noAutofit/>
        </a:bodyPr>
        <a:lstStyle/>
        <a:p>
          <a:pPr marL="0" lvl="0" indent="0" algn="ctr" defTabSz="800100" rtl="0">
            <a:lnSpc>
              <a:spcPct val="90000"/>
            </a:lnSpc>
            <a:spcBef>
              <a:spcPct val="0"/>
            </a:spcBef>
            <a:spcAft>
              <a:spcPct val="35000"/>
            </a:spcAft>
            <a:buNone/>
          </a:pPr>
          <a:r>
            <a:rPr lang="en-US" sz="1800" b="1" kern="1200">
              <a:solidFill>
                <a:schemeClr val="accent1">
                  <a:lumMod val="50000"/>
                </a:schemeClr>
              </a:solidFill>
              <a:latin typeface="Comic Sans MS" panose="030F0702030302020204" pitchFamily="66" charset="0"/>
            </a:rPr>
            <a:t>Creating Abstract Digital Art  &gt;&gt; </a:t>
          </a:r>
          <a:r>
            <a:rPr lang="en-US" sz="1800" b="0" i="0" u="none" kern="1200">
              <a:solidFill>
                <a:schemeClr val="accent1">
                  <a:lumMod val="50000"/>
                </a:schemeClr>
              </a:solidFill>
              <a:latin typeface="Comic Sans MS" panose="030F0702030302020204" pitchFamily="66" charset="0"/>
            </a:rPr>
            <a:t>Prompt: "Generate an abstract artwork that evokes a sense of tranquility and wonder."</a:t>
          </a:r>
          <a:endParaRPr lang="en-IN" sz="1800" kern="1200" dirty="0">
            <a:solidFill>
              <a:schemeClr val="accent1">
                <a:lumMod val="50000"/>
              </a:schemeClr>
            </a:solidFill>
            <a:latin typeface="Comic Sans MS" panose="030F0702030302020204" pitchFamily="66" charset="0"/>
          </a:endParaRPr>
        </a:p>
      </dsp:txBody>
      <dsp:txXfrm rot="10800000">
        <a:off x="2592748" y="1833383"/>
        <a:ext cx="7138691" cy="1411546"/>
      </dsp:txXfrm>
    </dsp:sp>
    <dsp:sp modelId="{02D32C29-70A4-467D-A960-18FE12E41215}">
      <dsp:nvSpPr>
        <dsp:cNvPr id="0" name=""/>
        <dsp:cNvSpPr/>
      </dsp:nvSpPr>
      <dsp:spPr>
        <a:xfrm>
          <a:off x="1534089" y="1833383"/>
          <a:ext cx="1411546" cy="1411546"/>
        </a:xfrm>
        <a:prstGeom prst="ellipse">
          <a:avLst/>
        </a:prstGeom>
        <a:blipFill>
          <a:blip xmlns:r="http://schemas.openxmlformats.org/officeDocument/2006/relationships" r:embed="rId2" cstate="print">
            <a:extLst>
              <a:ext uri="{28A0092B-C50C-407E-A947-70E740481C1C}">
                <a14:useLocalDpi xmlns:a14="http://schemas.microsoft.com/office/drawing/2010/main" val="0"/>
              </a:ext>
            </a:extLst>
          </a:blip>
          <a:srcRect/>
          <a:stretch>
            <a:fillRect l="-39000" r="-39000"/>
          </a:stretch>
        </a:blipFill>
        <a:ln w="1270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139729F0-EF24-4E05-98D0-0C2900EBA2F3}">
      <dsp:nvSpPr>
        <dsp:cNvPr id="0" name=""/>
        <dsp:cNvSpPr/>
      </dsp:nvSpPr>
      <dsp:spPr>
        <a:xfrm rot="10800000">
          <a:off x="2239862" y="3666287"/>
          <a:ext cx="7491577" cy="1411546"/>
        </a:xfrm>
        <a:prstGeom prst="homePlat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22453" tIns="68580" rIns="128016" bIns="68580" numCol="1" spcCol="1270" anchor="ctr" anchorCtr="0">
          <a:noAutofit/>
        </a:bodyPr>
        <a:lstStyle/>
        <a:p>
          <a:pPr marL="0" lvl="0" indent="0" algn="ctr" defTabSz="800100" rtl="0">
            <a:lnSpc>
              <a:spcPct val="90000"/>
            </a:lnSpc>
            <a:spcBef>
              <a:spcPct val="0"/>
            </a:spcBef>
            <a:spcAft>
              <a:spcPct val="35000"/>
            </a:spcAft>
            <a:buNone/>
          </a:pPr>
          <a:r>
            <a:rPr lang="en-US" sz="1800" b="1" kern="1200" dirty="0">
              <a:solidFill>
                <a:schemeClr val="accent1">
                  <a:lumMod val="50000"/>
                </a:schemeClr>
              </a:solidFill>
              <a:latin typeface="Comic Sans MS" panose="030F0702030302020204" pitchFamily="66" charset="0"/>
            </a:rPr>
            <a:t>Designing Futuristic Cityscapes  &gt;&gt; </a:t>
          </a:r>
          <a:r>
            <a:rPr lang="en-US" sz="1800" b="0" i="0" u="none" kern="1200" dirty="0">
              <a:solidFill>
                <a:schemeClr val="accent1">
                  <a:lumMod val="50000"/>
                </a:schemeClr>
              </a:solidFill>
              <a:latin typeface="Comic Sans MS" panose="030F0702030302020204" pitchFamily="66" charset="0"/>
            </a:rPr>
            <a:t>Prompt: "Imagine a futuristic cityscape that represents a utopian vision of society."</a:t>
          </a:r>
          <a:endParaRPr lang="en-IN" sz="1800" kern="1200" dirty="0">
            <a:solidFill>
              <a:schemeClr val="accent1">
                <a:lumMod val="50000"/>
              </a:schemeClr>
            </a:solidFill>
            <a:latin typeface="Comic Sans MS" panose="030F0702030302020204" pitchFamily="66" charset="0"/>
          </a:endParaRPr>
        </a:p>
      </dsp:txBody>
      <dsp:txXfrm rot="10800000">
        <a:off x="2592748" y="3666287"/>
        <a:ext cx="7138691" cy="1411546"/>
      </dsp:txXfrm>
    </dsp:sp>
    <dsp:sp modelId="{8CFD0278-11F9-426C-B582-84C88621D2BF}">
      <dsp:nvSpPr>
        <dsp:cNvPr id="0" name=""/>
        <dsp:cNvSpPr/>
      </dsp:nvSpPr>
      <dsp:spPr>
        <a:xfrm>
          <a:off x="1534089" y="3666287"/>
          <a:ext cx="1411546" cy="1411546"/>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39000" r="-39000"/>
          </a:stretch>
        </a:blipFill>
        <a:ln w="1270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51F1A3-366D-4AE6-9732-DBE4D6FF9873}">
      <dsp:nvSpPr>
        <dsp:cNvPr id="0" name=""/>
        <dsp:cNvSpPr/>
      </dsp:nvSpPr>
      <dsp:spPr>
        <a:xfrm>
          <a:off x="947201" y="567162"/>
          <a:ext cx="1451800" cy="14518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350224B-79A8-468C-8676-B1345B3C111B}">
      <dsp:nvSpPr>
        <dsp:cNvPr id="0" name=""/>
        <dsp:cNvSpPr/>
      </dsp:nvSpPr>
      <dsp:spPr>
        <a:xfrm>
          <a:off x="59990" y="2402242"/>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Better prompts = better model performance.</a:t>
          </a:r>
        </a:p>
      </dsp:txBody>
      <dsp:txXfrm>
        <a:off x="59990" y="2402242"/>
        <a:ext cx="3226223" cy="720000"/>
      </dsp:txXfrm>
    </dsp:sp>
    <dsp:sp modelId="{48946A68-7FF5-4F58-95E9-77765625FB70}">
      <dsp:nvSpPr>
        <dsp:cNvPr id="0" name=""/>
        <dsp:cNvSpPr/>
      </dsp:nvSpPr>
      <dsp:spPr>
        <a:xfrm>
          <a:off x="4738014" y="567162"/>
          <a:ext cx="1451800" cy="14518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9ECA9F8-77D5-4050-A5EF-6B4B053B52D4}">
      <dsp:nvSpPr>
        <dsp:cNvPr id="0" name=""/>
        <dsp:cNvSpPr/>
      </dsp:nvSpPr>
      <dsp:spPr>
        <a:xfrm>
          <a:off x="3850802" y="2402242"/>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Essential for building </a:t>
          </a:r>
          <a:r>
            <a:rPr lang="en-US" sz="1700" b="1" kern="1200"/>
            <a:t>GenAI apps, agents, automation &amp; copilots</a:t>
          </a:r>
          <a:r>
            <a:rPr lang="en-US" sz="1700" kern="1200"/>
            <a:t>.</a:t>
          </a:r>
        </a:p>
      </dsp:txBody>
      <dsp:txXfrm>
        <a:off x="3850802" y="2402242"/>
        <a:ext cx="3226223" cy="720000"/>
      </dsp:txXfrm>
    </dsp:sp>
    <dsp:sp modelId="{C56FF9F1-3180-4B14-BAE3-2206EA06CD48}">
      <dsp:nvSpPr>
        <dsp:cNvPr id="0" name=""/>
        <dsp:cNvSpPr/>
      </dsp:nvSpPr>
      <dsp:spPr>
        <a:xfrm>
          <a:off x="8528826" y="567162"/>
          <a:ext cx="1451800" cy="14518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60110AA-DC70-47A3-B036-6ADD3AF03278}">
      <dsp:nvSpPr>
        <dsp:cNvPr id="0" name=""/>
        <dsp:cNvSpPr/>
      </dsp:nvSpPr>
      <dsp:spPr>
        <a:xfrm>
          <a:off x="7641615" y="2402242"/>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Reduces iteration time &amp; improves reliability.</a:t>
          </a:r>
        </a:p>
      </dsp:txBody>
      <dsp:txXfrm>
        <a:off x="7641615" y="2402242"/>
        <a:ext cx="3226223" cy="72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8A0F3F-8AF7-40EA-B1B4-A5D33A6A34A6}">
      <dsp:nvSpPr>
        <dsp:cNvPr id="0" name=""/>
        <dsp:cNvSpPr/>
      </dsp:nvSpPr>
      <dsp:spPr>
        <a:xfrm>
          <a:off x="0" y="55673"/>
          <a:ext cx="6140449" cy="417690"/>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Role / Persona</a:t>
          </a:r>
          <a:endParaRPr lang="en-US" sz="1700" kern="1200"/>
        </a:p>
      </dsp:txBody>
      <dsp:txXfrm>
        <a:off x="20390" y="76063"/>
        <a:ext cx="6099669" cy="376910"/>
      </dsp:txXfrm>
    </dsp:sp>
    <dsp:sp modelId="{5B6813ED-C549-412F-9E45-6AE55B130A5C}">
      <dsp:nvSpPr>
        <dsp:cNvPr id="0" name=""/>
        <dsp:cNvSpPr/>
      </dsp:nvSpPr>
      <dsp:spPr>
        <a:xfrm>
          <a:off x="0" y="522323"/>
          <a:ext cx="6140449" cy="417690"/>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Task / Objective</a:t>
          </a:r>
          <a:endParaRPr lang="en-US" sz="1700" kern="1200"/>
        </a:p>
      </dsp:txBody>
      <dsp:txXfrm>
        <a:off x="20390" y="542713"/>
        <a:ext cx="6099669" cy="376910"/>
      </dsp:txXfrm>
    </dsp:sp>
    <dsp:sp modelId="{82830878-962D-4000-B88E-6C835E2E9440}">
      <dsp:nvSpPr>
        <dsp:cNvPr id="0" name=""/>
        <dsp:cNvSpPr/>
      </dsp:nvSpPr>
      <dsp:spPr>
        <a:xfrm>
          <a:off x="0" y="988974"/>
          <a:ext cx="6140449" cy="417690"/>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Context / Background</a:t>
          </a:r>
          <a:endParaRPr lang="en-US" sz="1700" kern="1200"/>
        </a:p>
      </dsp:txBody>
      <dsp:txXfrm>
        <a:off x="20390" y="1009364"/>
        <a:ext cx="6099669" cy="376910"/>
      </dsp:txXfrm>
    </dsp:sp>
    <dsp:sp modelId="{E07DFCE7-459C-4061-BB69-1F8DAE37BF03}">
      <dsp:nvSpPr>
        <dsp:cNvPr id="0" name=""/>
        <dsp:cNvSpPr/>
      </dsp:nvSpPr>
      <dsp:spPr>
        <a:xfrm>
          <a:off x="0" y="1455624"/>
          <a:ext cx="6140449" cy="417690"/>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Constraints / Formatting</a:t>
          </a:r>
          <a:endParaRPr lang="en-US" sz="1700" kern="1200"/>
        </a:p>
      </dsp:txBody>
      <dsp:txXfrm>
        <a:off x="20390" y="1476014"/>
        <a:ext cx="6099669" cy="376910"/>
      </dsp:txXfrm>
    </dsp:sp>
    <dsp:sp modelId="{3020D807-32A5-4A15-B8DC-7EA77D290266}">
      <dsp:nvSpPr>
        <dsp:cNvPr id="0" name=""/>
        <dsp:cNvSpPr/>
      </dsp:nvSpPr>
      <dsp:spPr>
        <a:xfrm>
          <a:off x="0" y="1922274"/>
          <a:ext cx="6140449" cy="417690"/>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Examples (optional)</a:t>
          </a:r>
          <a:endParaRPr lang="en-US" sz="1700" kern="1200"/>
        </a:p>
      </dsp:txBody>
      <dsp:txXfrm>
        <a:off x="20390" y="1942664"/>
        <a:ext cx="6099669" cy="376910"/>
      </dsp:txXfrm>
    </dsp:sp>
    <dsp:sp modelId="{CFA5DFC8-3B5D-49B6-9E73-A5060E2BECB9}">
      <dsp:nvSpPr>
        <dsp:cNvPr id="0" name=""/>
        <dsp:cNvSpPr/>
      </dsp:nvSpPr>
      <dsp:spPr>
        <a:xfrm>
          <a:off x="0" y="2388923"/>
          <a:ext cx="6140449" cy="417690"/>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Output format (table, bullets, JSON)</a:t>
          </a:r>
          <a:endParaRPr lang="en-US" sz="1700" kern="1200"/>
        </a:p>
      </dsp:txBody>
      <dsp:txXfrm>
        <a:off x="20390" y="2409313"/>
        <a:ext cx="6099669" cy="376910"/>
      </dsp:txXfrm>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18.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4.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26.jpeg"/><Relationship Id="rId7" Type="http://schemas.openxmlformats.org/officeDocument/2006/relationships/diagramColors" Target="../diagrams/colors6.xml"/><Relationship Id="rId2" Type="http://schemas.openxmlformats.org/officeDocument/2006/relationships/image" Target="../media/image25.jpeg"/><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12191999" cy="6858000"/>
          </a:xfrm>
          <a:prstGeom prst="rect">
            <a:avLst/>
          </a:prstGeom>
          <a:gradFill>
            <a:gsLst>
              <a:gs pos="0">
                <a:schemeClr val="accent1">
                  <a:lumMod val="50000"/>
                </a:schemeClr>
              </a:gs>
              <a:gs pos="100000">
                <a:srgbClr val="000000"/>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A2875D7-3769-4291-959E-9FAD764A7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3385" y="13128"/>
            <a:ext cx="3620802" cy="6844872"/>
          </a:xfrm>
          <a:prstGeom prst="rect">
            <a:avLst/>
          </a:prstGeom>
          <a:gradFill>
            <a:gsLst>
              <a:gs pos="0">
                <a:srgbClr val="000000">
                  <a:alpha val="72000"/>
                </a:srgbClr>
              </a:gs>
              <a:gs pos="98000">
                <a:schemeClr val="accent1">
                  <a:alpha val="44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AAF055B3-1F95-4ABA-BFE4-A58320A82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607414" y="0"/>
            <a:ext cx="8584585" cy="6400798"/>
          </a:xfrm>
          <a:prstGeom prst="rect">
            <a:avLst/>
          </a:prstGeom>
          <a:gradFill>
            <a:gsLst>
              <a:gs pos="0">
                <a:schemeClr val="accent1">
                  <a:lumMod val="75000"/>
                  <a:alpha val="50000"/>
                </a:schemeClr>
              </a:gs>
              <a:gs pos="99000">
                <a:srgbClr val="000000">
                  <a:alpha val="65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35682F0-7BC6-4526-8BFA-58EA002C80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1348001" y="892771"/>
            <a:ext cx="4675167" cy="5009112"/>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43000">
                <a:schemeClr val="accent1">
                  <a:lumMod val="60000"/>
                  <a:lumOff val="40000"/>
                  <a:alpha val="0"/>
                </a:schemeClr>
              </a:gs>
              <a:gs pos="100000">
                <a:schemeClr val="accent1">
                  <a:alpha val="2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ctrTitle"/>
          </p:nvPr>
        </p:nvSpPr>
        <p:spPr>
          <a:xfrm>
            <a:off x="4221803" y="1173479"/>
            <a:ext cx="6598597" cy="2336483"/>
          </a:xfrm>
        </p:spPr>
        <p:txBody>
          <a:bodyPr>
            <a:normAutofit/>
          </a:bodyPr>
          <a:lstStyle/>
          <a:p>
            <a:pPr algn="l"/>
            <a:r>
              <a:rPr lang="en-US" sz="4800">
                <a:solidFill>
                  <a:srgbClr val="FFFFFF"/>
                </a:solidFill>
              </a:rPr>
              <a:t>Generative AI and prompt engineering</a:t>
            </a:r>
          </a:p>
        </p:txBody>
      </p:sp>
      <p:sp>
        <p:nvSpPr>
          <p:cNvPr id="3" name="Subtitle 2"/>
          <p:cNvSpPr>
            <a:spLocks noGrp="1"/>
          </p:cNvSpPr>
          <p:nvPr>
            <p:ph type="subTitle" idx="1"/>
          </p:nvPr>
        </p:nvSpPr>
        <p:spPr>
          <a:xfrm>
            <a:off x="4221803" y="3758499"/>
            <a:ext cx="6598597" cy="1741549"/>
          </a:xfrm>
        </p:spPr>
        <p:txBody>
          <a:bodyPr vert="horz" lIns="91440" tIns="45720" rIns="91440" bIns="45720" rtlCol="0">
            <a:normAutofit/>
          </a:bodyPr>
          <a:lstStyle/>
          <a:p>
            <a:pPr algn="l"/>
            <a:r>
              <a:rPr lang="en-US">
                <a:solidFill>
                  <a:srgbClr val="FFFFFF"/>
                </a:solidFill>
              </a:rPr>
              <a:t>Harsh Dalal</a:t>
            </a:r>
          </a:p>
        </p:txBody>
      </p:sp>
      <p:sp>
        <p:nvSpPr>
          <p:cNvPr id="17" name="Rectangle 16">
            <a:extLst>
              <a:ext uri="{FF2B5EF4-FFF2-40B4-BE49-F238E27FC236}">
                <a16:creationId xmlns:a16="http://schemas.microsoft.com/office/drawing/2014/main" id="{1F0DF0F3-0179-4A8A-92E0-932C473DA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3389" y="13127"/>
            <a:ext cx="3620804" cy="6387672"/>
          </a:xfrm>
          <a:prstGeom prst="rect">
            <a:avLst/>
          </a:prstGeom>
          <a:gradFill>
            <a:gsLst>
              <a:gs pos="25000">
                <a:schemeClr val="accent1">
                  <a:lumMod val="75000"/>
                  <a:alpha val="0"/>
                </a:schemeClr>
              </a:gs>
              <a:gs pos="100000">
                <a:srgbClr val="000000">
                  <a:alpha val="50000"/>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preencoded.png">
            <a:extLst>
              <a:ext uri="{FF2B5EF4-FFF2-40B4-BE49-F238E27FC236}">
                <a16:creationId xmlns:a16="http://schemas.microsoft.com/office/drawing/2014/main" id="{9AED207D-7A3C-05BD-90A2-014995A5C761}"/>
              </a:ext>
            </a:extLst>
          </p:cNvPr>
          <p:cNvPicPr>
            <a:picLocks noChangeAspect="1"/>
          </p:cNvPicPr>
          <p:nvPr/>
        </p:nvPicPr>
        <p:blipFill>
          <a:blip r:embed="rId2"/>
          <a:srcRect l="14291" r="9504" b="1"/>
          <a:stretch>
            <a:fillRect/>
          </a:stretch>
        </p:blipFill>
        <p:spPr>
          <a:xfrm>
            <a:off x="1037820" y="896184"/>
            <a:ext cx="2569597" cy="5051526"/>
          </a:xfrm>
          <a:custGeom>
            <a:avLst/>
            <a:gdLst/>
            <a:ahLst/>
            <a:cxnLst/>
            <a:rect l="l" t="t" r="r" b="b"/>
            <a:pathLst>
              <a:path w="2569597" h="5051526">
                <a:moveTo>
                  <a:pt x="2525763" y="0"/>
                </a:moveTo>
                <a:lnTo>
                  <a:pt x="2569597" y="2214"/>
                </a:lnTo>
                <a:lnTo>
                  <a:pt x="2569597" y="5049313"/>
                </a:lnTo>
                <a:lnTo>
                  <a:pt x="2525763" y="5051526"/>
                </a:lnTo>
                <a:cubicBezTo>
                  <a:pt x="1130823" y="5051526"/>
                  <a:pt x="0" y="3920703"/>
                  <a:pt x="0" y="2525763"/>
                </a:cubicBezTo>
                <a:cubicBezTo>
                  <a:pt x="0" y="1130823"/>
                  <a:pt x="1130823" y="0"/>
                  <a:pt x="2525763" y="0"/>
                </a:cubicBezTo>
                <a:close/>
              </a:path>
            </a:pathLst>
          </a:cu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ectangle 2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34">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Rectangle 3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6AECB9-3A14-41DE-B11A-BF300EBE4DAE}"/>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ea typeface="+mj-lt"/>
                <a:cs typeface="+mj-lt"/>
              </a:rPr>
              <a:t>What is Generative AI</a:t>
            </a:r>
            <a:endParaRPr lang="en-US" sz="4000">
              <a:solidFill>
                <a:srgbClr val="FFFFFF"/>
              </a:solidFill>
            </a:endParaRPr>
          </a:p>
        </p:txBody>
      </p:sp>
      <p:sp>
        <p:nvSpPr>
          <p:cNvPr id="53" name="Content Placeholder 2">
            <a:extLst>
              <a:ext uri="{FF2B5EF4-FFF2-40B4-BE49-F238E27FC236}">
                <a16:creationId xmlns:a16="http://schemas.microsoft.com/office/drawing/2014/main" id="{67FD2405-A0B2-6CE1-5D0E-7C18A0F041F5}"/>
              </a:ext>
            </a:extLst>
          </p:cNvPr>
          <p:cNvSpPr>
            <a:spLocks noGrp="1"/>
          </p:cNvSpPr>
          <p:nvPr>
            <p:ph idx="1"/>
          </p:nvPr>
        </p:nvSpPr>
        <p:spPr>
          <a:xfrm>
            <a:off x="4810259" y="649480"/>
            <a:ext cx="6555347" cy="5546047"/>
          </a:xfrm>
        </p:spPr>
        <p:txBody>
          <a:bodyPr vert="horz" lIns="91440" tIns="45720" rIns="91440" bIns="45720" rtlCol="0" anchor="ctr">
            <a:normAutofit/>
          </a:bodyPr>
          <a:lstStyle/>
          <a:p>
            <a:r>
              <a:rPr lang="en-US" sz="2000">
                <a:ea typeface="+mn-lt"/>
                <a:cs typeface="+mn-lt"/>
              </a:rPr>
              <a:t>AI that can </a:t>
            </a:r>
            <a:r>
              <a:rPr lang="en-US" sz="2000" b="1">
                <a:ea typeface="+mn-lt"/>
                <a:cs typeface="+mn-lt"/>
              </a:rPr>
              <a:t>generate text, images, audio, video, code</a:t>
            </a:r>
            <a:r>
              <a:rPr lang="en-US" sz="2000">
                <a:ea typeface="+mn-lt"/>
                <a:cs typeface="+mn-lt"/>
              </a:rPr>
              <a:t>.</a:t>
            </a:r>
            <a:endParaRPr lang="en-US" sz="2000"/>
          </a:p>
          <a:p>
            <a:r>
              <a:rPr lang="en-US" sz="2000">
                <a:ea typeface="+mn-lt"/>
                <a:cs typeface="+mn-lt"/>
              </a:rPr>
              <a:t>Uses LLMs, diffusion models, transformers.</a:t>
            </a:r>
            <a:endParaRPr lang="en-US" sz="2000"/>
          </a:p>
          <a:p>
            <a:r>
              <a:rPr lang="en-US" sz="2000">
                <a:ea typeface="+mn-lt"/>
                <a:cs typeface="+mn-lt"/>
              </a:rPr>
              <a:t>Learns patterns → creates new content.</a:t>
            </a:r>
            <a:endParaRPr lang="en-US" sz="2000"/>
          </a:p>
          <a:p>
            <a:r>
              <a:rPr lang="en-US" sz="2000">
                <a:latin typeface="Calibri"/>
                <a:ea typeface="Calibri"/>
                <a:cs typeface="Calibri"/>
              </a:rPr>
              <a:t>There's no need for you to learn a language like Java or SQL to accomplish something worthwhile, all you need is to use your language, state what you want and out comes a suggestion from an AI model. </a:t>
            </a:r>
            <a:endParaRPr lang="en-US" sz="2000"/>
          </a:p>
          <a:p>
            <a:endParaRPr lang="en-US" sz="2000"/>
          </a:p>
        </p:txBody>
      </p:sp>
    </p:spTree>
    <p:extLst>
      <p:ext uri="{BB962C8B-B14F-4D97-AF65-F5344CB8AC3E}">
        <p14:creationId xmlns:p14="http://schemas.microsoft.com/office/powerpoint/2010/main" val="2518557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2E14A6-DD57-E873-146D-23612613B960}"/>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Present day, Generative AI</a:t>
            </a:r>
          </a:p>
        </p:txBody>
      </p:sp>
      <p:pic>
        <p:nvPicPr>
          <p:cNvPr id="4" name="Content Placeholder 3" descr="https://lh7-us.googleusercontent.com/docsz/AD_4nXfmOu71WVjA-nZJzoyI99jce5o8GbYcHT1NL5EFGJq91ZX1qpLD0Kjy6VrVFe2mjjXOuy8JySa9LEFN8S0jky23D_sSY3sO_B14ng1A3Z-L4xO32L_JfBu6knCPrF0uvK6OAqJvo8t_XZqoX-Q7Wc0ogpN_?key=lWtF20w8oOzrm7-nN8AK_A">
            <a:extLst>
              <a:ext uri="{FF2B5EF4-FFF2-40B4-BE49-F238E27FC236}">
                <a16:creationId xmlns:a16="http://schemas.microsoft.com/office/drawing/2014/main" id="{5C073756-ACDC-B482-A4A6-B4B628BAEC3C}"/>
              </a:ext>
            </a:extLst>
          </p:cNvPr>
          <p:cNvPicPr>
            <a:picLocks noGrp="1" noChangeAspect="1"/>
          </p:cNvPicPr>
          <p:nvPr>
            <p:ph idx="1"/>
          </p:nvPr>
        </p:nvPicPr>
        <p:blipFill>
          <a:blip r:embed="rId2"/>
          <a:stretch>
            <a:fillRect/>
          </a:stretch>
        </p:blipFill>
        <p:spPr>
          <a:xfrm>
            <a:off x="2046047" y="1675227"/>
            <a:ext cx="8099905" cy="4394199"/>
          </a:xfrm>
          <a:prstGeom prst="rect">
            <a:avLst/>
          </a:prstGeom>
        </p:spPr>
      </p:pic>
    </p:spTree>
    <p:extLst>
      <p:ext uri="{BB962C8B-B14F-4D97-AF65-F5344CB8AC3E}">
        <p14:creationId xmlns:p14="http://schemas.microsoft.com/office/powerpoint/2010/main" val="1917591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64E0DF-2B6B-5B24-5C04-2A78F8C78B06}"/>
              </a:ext>
            </a:extLst>
          </p:cNvPr>
          <p:cNvSpPr>
            <a:spLocks noGrp="1"/>
          </p:cNvSpPr>
          <p:nvPr>
            <p:ph type="title"/>
          </p:nvPr>
        </p:nvSpPr>
        <p:spPr>
          <a:xfrm>
            <a:off x="466722" y="586855"/>
            <a:ext cx="3201366" cy="3387497"/>
          </a:xfrm>
        </p:spPr>
        <p:txBody>
          <a:bodyPr anchor="b">
            <a:normAutofit/>
          </a:bodyPr>
          <a:lstStyle/>
          <a:p>
            <a:pPr algn="r"/>
            <a:r>
              <a:rPr lang="en-US" sz="3700">
                <a:solidFill>
                  <a:srgbClr val="FFFFFF"/>
                </a:solidFill>
                <a:ea typeface="+mj-lt"/>
                <a:cs typeface="+mj-lt"/>
              </a:rPr>
              <a:t>Why Gen AI is Transformative</a:t>
            </a:r>
            <a:endParaRPr lang="en-US" sz="3700">
              <a:solidFill>
                <a:srgbClr val="FFFFFF"/>
              </a:solidFill>
            </a:endParaRPr>
          </a:p>
        </p:txBody>
      </p:sp>
      <p:sp>
        <p:nvSpPr>
          <p:cNvPr id="3" name="Content Placeholder 2">
            <a:extLst>
              <a:ext uri="{FF2B5EF4-FFF2-40B4-BE49-F238E27FC236}">
                <a16:creationId xmlns:a16="http://schemas.microsoft.com/office/drawing/2014/main" id="{F9B07D3E-470A-921E-455E-5DAC1F6DD534}"/>
              </a:ext>
            </a:extLst>
          </p:cNvPr>
          <p:cNvSpPr>
            <a:spLocks noGrp="1"/>
          </p:cNvSpPr>
          <p:nvPr>
            <p:ph idx="1"/>
          </p:nvPr>
        </p:nvSpPr>
        <p:spPr>
          <a:xfrm>
            <a:off x="4810259" y="649480"/>
            <a:ext cx="6555347" cy="5546047"/>
          </a:xfrm>
        </p:spPr>
        <p:txBody>
          <a:bodyPr vert="horz" lIns="91440" tIns="45720" rIns="91440" bIns="45720" rtlCol="0" anchor="ctr">
            <a:normAutofit/>
          </a:bodyPr>
          <a:lstStyle/>
          <a:p>
            <a:r>
              <a:rPr lang="en-US" sz="2000">
                <a:ea typeface="+mn-lt"/>
                <a:cs typeface="+mn-lt"/>
              </a:rPr>
              <a:t>Boosts productivity &amp; creativity.</a:t>
            </a:r>
          </a:p>
          <a:p>
            <a:r>
              <a:rPr lang="en-US" sz="2000">
                <a:ea typeface="+mn-lt"/>
                <a:cs typeface="+mn-lt"/>
              </a:rPr>
              <a:t>Automates manual tasks.</a:t>
            </a:r>
          </a:p>
          <a:p>
            <a:r>
              <a:rPr lang="en-US" sz="2000">
                <a:ea typeface="+mn-lt"/>
                <a:cs typeface="+mn-lt"/>
              </a:rPr>
              <a:t>Helps build copilots, assistants, agents &amp; smart apps.</a:t>
            </a:r>
          </a:p>
          <a:p>
            <a:r>
              <a:rPr lang="en-US" sz="2000">
                <a:ea typeface="+mn-lt"/>
                <a:cs typeface="+mn-lt"/>
              </a:rPr>
              <a:t>Accessible to everyone—developers &amp; non-tech users.</a:t>
            </a:r>
          </a:p>
          <a:p>
            <a:endParaRPr lang="en-US" sz="2000"/>
          </a:p>
        </p:txBody>
      </p:sp>
    </p:spTree>
    <p:extLst>
      <p:ext uri="{BB962C8B-B14F-4D97-AF65-F5344CB8AC3E}">
        <p14:creationId xmlns:p14="http://schemas.microsoft.com/office/powerpoint/2010/main" val="26025546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6319BA-1C01-6A45-7C19-D723C32E430A}"/>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ea typeface="+mj-lt"/>
                <a:cs typeface="+mj-lt"/>
              </a:rPr>
              <a:t>What is an LLM (Large Language Model)</a:t>
            </a:r>
            <a:endParaRPr lang="en-US" sz="4000">
              <a:solidFill>
                <a:srgbClr val="FFFFFF"/>
              </a:solidFill>
            </a:endParaRPr>
          </a:p>
        </p:txBody>
      </p:sp>
      <p:graphicFrame>
        <p:nvGraphicFramePr>
          <p:cNvPr id="27" name="Content Placeholder 2">
            <a:extLst>
              <a:ext uri="{FF2B5EF4-FFF2-40B4-BE49-F238E27FC236}">
                <a16:creationId xmlns:a16="http://schemas.microsoft.com/office/drawing/2014/main" id="{9C028FAD-BBC5-0BA7-3D69-3BED2883EB6A}"/>
              </a:ext>
            </a:extLst>
          </p:cNvPr>
          <p:cNvGraphicFramePr>
            <a:graphicFrameLocks noGrp="1"/>
          </p:cNvGraphicFramePr>
          <p:nvPr>
            <p:ph idx="1"/>
            <p:extLst>
              <p:ext uri="{D42A27DB-BD31-4B8C-83A1-F6EECF244321}">
                <p14:modId xmlns:p14="http://schemas.microsoft.com/office/powerpoint/2010/main" val="3276674985"/>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12142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211582C-F9FB-09DF-9952-400FD15B98AB}"/>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ea typeface="+mj-lt"/>
                <a:cs typeface="+mj-lt"/>
              </a:rPr>
              <a:t>How LLMs Work</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F77BF651-7A10-B1BF-DC01-417940EF2901}"/>
              </a:ext>
            </a:extLst>
          </p:cNvPr>
          <p:cNvGraphicFramePr>
            <a:graphicFrameLocks noGrp="1"/>
          </p:cNvGraphicFramePr>
          <p:nvPr>
            <p:ph idx="1"/>
            <p:extLst>
              <p:ext uri="{D42A27DB-BD31-4B8C-83A1-F6EECF244321}">
                <p14:modId xmlns:p14="http://schemas.microsoft.com/office/powerpoint/2010/main" val="731567581"/>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7765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42" name="Rectangle 41">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BD97671-7A53-6F8C-0028-476463A72AE2}"/>
              </a:ext>
            </a:extLst>
          </p:cNvPr>
          <p:cNvSpPr txBox="1"/>
          <p:nvPr/>
        </p:nvSpPr>
        <p:spPr>
          <a:xfrm>
            <a:off x="761803" y="350196"/>
            <a:ext cx="4646904" cy="1624520"/>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3400" baseline="0">
                <a:latin typeface="+mj-lt"/>
                <a:ea typeface="+mj-ea"/>
                <a:cs typeface="+mj-cs"/>
              </a:rPr>
              <a:t>Exploring </a:t>
            </a:r>
            <a:r>
              <a:rPr lang="en-US" sz="3400">
                <a:latin typeface="+mj-lt"/>
                <a:ea typeface="+mj-ea"/>
                <a:cs typeface="+mj-cs"/>
              </a:rPr>
              <a:t>and comparing Different</a:t>
            </a:r>
            <a:r>
              <a:rPr lang="en-US" sz="3400" baseline="0">
                <a:latin typeface="+mj-lt"/>
                <a:ea typeface="+mj-ea"/>
                <a:cs typeface="+mj-cs"/>
              </a:rPr>
              <a:t> LLMs</a:t>
            </a:r>
            <a:r>
              <a:rPr lang="en-US" sz="3400">
                <a:latin typeface="+mj-lt"/>
                <a:ea typeface="+mj-ea"/>
                <a:cs typeface="+mj-cs"/>
              </a:rPr>
              <a:t>​</a:t>
            </a:r>
          </a:p>
          <a:p>
            <a:pPr>
              <a:lnSpc>
                <a:spcPct val="90000"/>
              </a:lnSpc>
              <a:spcBef>
                <a:spcPct val="0"/>
              </a:spcBef>
              <a:spcAft>
                <a:spcPts val="600"/>
              </a:spcAft>
            </a:pPr>
            <a:endParaRPr lang="en-US" sz="3400">
              <a:latin typeface="+mj-lt"/>
              <a:ea typeface="+mj-ea"/>
              <a:cs typeface="+mj-cs"/>
            </a:endParaRPr>
          </a:p>
        </p:txBody>
      </p:sp>
      <p:sp>
        <p:nvSpPr>
          <p:cNvPr id="3" name="Content Placeholder 2">
            <a:extLst>
              <a:ext uri="{FF2B5EF4-FFF2-40B4-BE49-F238E27FC236}">
                <a16:creationId xmlns:a16="http://schemas.microsoft.com/office/drawing/2014/main" id="{BFE47FF0-DC57-4286-E941-86E76F483209}"/>
              </a:ext>
            </a:extLst>
          </p:cNvPr>
          <p:cNvSpPr>
            <a:spLocks noGrp="1"/>
          </p:cNvSpPr>
          <p:nvPr>
            <p:ph idx="1"/>
          </p:nvPr>
        </p:nvSpPr>
        <p:spPr>
          <a:xfrm>
            <a:off x="761802" y="2743200"/>
            <a:ext cx="4646905" cy="3613149"/>
          </a:xfrm>
        </p:spPr>
        <p:txBody>
          <a:bodyPr vert="horz" lIns="91440" tIns="45720" rIns="91440" bIns="45720" rtlCol="0" anchor="ctr">
            <a:normAutofit/>
          </a:bodyPr>
          <a:lstStyle/>
          <a:p>
            <a:pPr>
              <a:spcBef>
                <a:spcPts val="0"/>
              </a:spcBef>
              <a:spcAft>
                <a:spcPts val="600"/>
              </a:spcAft>
            </a:pPr>
            <a:r>
              <a:rPr lang="en-US" sz="1400" dirty="0"/>
              <a:t>Audio and speech recognition. </a:t>
            </a:r>
          </a:p>
          <a:p>
            <a:pPr lvl="1">
              <a:spcBef>
                <a:spcPts val="0"/>
              </a:spcBef>
              <a:spcAft>
                <a:spcPts val="600"/>
              </a:spcAft>
            </a:pPr>
            <a:r>
              <a:rPr lang="en-US" sz="1400" dirty="0"/>
              <a:t>For this purpose, Whisper-type models are a great choice</a:t>
            </a:r>
          </a:p>
          <a:p>
            <a:pPr>
              <a:spcBef>
                <a:spcPts val="0"/>
              </a:spcBef>
              <a:spcAft>
                <a:spcPts val="600"/>
              </a:spcAft>
            </a:pPr>
            <a:r>
              <a:rPr lang="en-US" sz="1400" dirty="0"/>
              <a:t>Image generation. </a:t>
            </a:r>
          </a:p>
          <a:p>
            <a:pPr lvl="1">
              <a:spcBef>
                <a:spcPts val="0"/>
              </a:spcBef>
              <a:spcAft>
                <a:spcPts val="600"/>
              </a:spcAft>
            </a:pPr>
            <a:r>
              <a:rPr lang="en-US" sz="1400" dirty="0"/>
              <a:t>For image generation, DALL-E and Midjourney are two very known choices.</a:t>
            </a:r>
          </a:p>
          <a:p>
            <a:pPr>
              <a:spcBef>
                <a:spcPts val="0"/>
              </a:spcBef>
              <a:spcAft>
                <a:spcPts val="600"/>
              </a:spcAft>
            </a:pPr>
            <a:r>
              <a:rPr lang="en-US" sz="1400" dirty="0"/>
              <a:t>Text generation. </a:t>
            </a:r>
          </a:p>
          <a:p>
            <a:pPr lvl="1">
              <a:spcBef>
                <a:spcPts val="0"/>
              </a:spcBef>
              <a:spcAft>
                <a:spcPts val="600"/>
              </a:spcAft>
            </a:pPr>
            <a:r>
              <a:rPr lang="en-US" sz="1400" dirty="0"/>
              <a:t>Most models are trained on text generation, and you have a large variety of choices from GPT-3.5 to GPT-4.</a:t>
            </a:r>
          </a:p>
          <a:p>
            <a:pPr>
              <a:spcBef>
                <a:spcPts val="0"/>
              </a:spcBef>
              <a:spcAft>
                <a:spcPts val="600"/>
              </a:spcAft>
            </a:pPr>
            <a:r>
              <a:rPr lang="en-US" sz="1400" dirty="0"/>
              <a:t>Multi-modality. </a:t>
            </a:r>
          </a:p>
          <a:p>
            <a:pPr lvl="1">
              <a:spcBef>
                <a:spcPts val="0"/>
              </a:spcBef>
              <a:spcAft>
                <a:spcPts val="600"/>
              </a:spcAft>
            </a:pPr>
            <a:r>
              <a:rPr lang="en-US" sz="1400" dirty="0"/>
              <a:t>If you're looking to handle multiple types of data in input and output, you might want to look into models like gpt-4 turbo with vision or gpt-4o - the latest releases of OpenAI models </a:t>
            </a:r>
          </a:p>
        </p:txBody>
      </p:sp>
      <p:pic>
        <p:nvPicPr>
          <p:cNvPr id="5" name="Picture 4" descr="A diagram of a large language model&#10;&#10;AI-generated content may be incorrect.">
            <a:extLst>
              <a:ext uri="{FF2B5EF4-FFF2-40B4-BE49-F238E27FC236}">
                <a16:creationId xmlns:a16="http://schemas.microsoft.com/office/drawing/2014/main" id="{EC753C96-077D-8170-CB56-5961A871845F}"/>
              </a:ext>
            </a:extLst>
          </p:cNvPr>
          <p:cNvPicPr>
            <a:picLocks noChangeAspect="1"/>
          </p:cNvPicPr>
          <p:nvPr/>
        </p:nvPicPr>
        <p:blipFill>
          <a:blip r:embed="rId2"/>
          <a:srcRect l="3471" r="6185"/>
          <a:stretch>
            <a:fillRect/>
          </a:stretch>
        </p:blipFill>
        <p:spPr>
          <a:xfrm>
            <a:off x="6096000" y="1"/>
            <a:ext cx="6102825" cy="6858000"/>
          </a:xfrm>
          <a:prstGeom prst="rect">
            <a:avLst/>
          </a:prstGeom>
        </p:spPr>
      </p:pic>
    </p:spTree>
    <p:extLst>
      <p:ext uri="{BB962C8B-B14F-4D97-AF65-F5344CB8AC3E}">
        <p14:creationId xmlns:p14="http://schemas.microsoft.com/office/powerpoint/2010/main" val="2688886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545CE9-7641-5CA9-8F81-EA998EE717C6}"/>
              </a:ext>
            </a:extLst>
          </p:cNvPr>
          <p:cNvSpPr>
            <a:spLocks noGrp="1"/>
          </p:cNvSpPr>
          <p:nvPr>
            <p:ph type="title"/>
          </p:nvPr>
        </p:nvSpPr>
        <p:spPr>
          <a:xfrm>
            <a:off x="761803" y="350196"/>
            <a:ext cx="4646904" cy="1624520"/>
          </a:xfrm>
        </p:spPr>
        <p:txBody>
          <a:bodyPr anchor="ctr">
            <a:normAutofit/>
          </a:bodyPr>
          <a:lstStyle/>
          <a:p>
            <a:r>
              <a:rPr lang="en-US" sz="4000">
                <a:latin typeface="Comic Sans MS"/>
              </a:rPr>
              <a:t>Open-source</a:t>
            </a:r>
            <a:r>
              <a:rPr lang="en-US" sz="4000" dirty="0">
                <a:latin typeface="Comic Sans MS"/>
              </a:rPr>
              <a:t> models</a:t>
            </a:r>
          </a:p>
        </p:txBody>
      </p:sp>
      <p:sp>
        <p:nvSpPr>
          <p:cNvPr id="3" name="Content Placeholder 2">
            <a:extLst>
              <a:ext uri="{FF2B5EF4-FFF2-40B4-BE49-F238E27FC236}">
                <a16:creationId xmlns:a16="http://schemas.microsoft.com/office/drawing/2014/main" id="{9D16649C-8416-A300-1A89-C18C99690FA4}"/>
              </a:ext>
            </a:extLst>
          </p:cNvPr>
          <p:cNvSpPr>
            <a:spLocks noGrp="1"/>
          </p:cNvSpPr>
          <p:nvPr>
            <p:ph idx="1"/>
          </p:nvPr>
        </p:nvSpPr>
        <p:spPr>
          <a:xfrm>
            <a:off x="761802" y="2743200"/>
            <a:ext cx="4646905" cy="3613149"/>
          </a:xfrm>
        </p:spPr>
        <p:txBody>
          <a:bodyPr vert="horz" lIns="91440" tIns="45720" rIns="91440" bIns="45720" rtlCol="0" anchor="ctr">
            <a:normAutofit/>
          </a:bodyPr>
          <a:lstStyle/>
          <a:p>
            <a:pPr>
              <a:spcBef>
                <a:spcPts val="1200"/>
              </a:spcBef>
              <a:buFont typeface="Arial,Sans-Serif" panose="020B0604020202020204" pitchFamily="34" charset="0"/>
            </a:pPr>
            <a:r>
              <a:rPr lang="en-US" sz="2000">
                <a:latin typeface="Comic Sans MS"/>
              </a:rPr>
              <a:t>Open-source models are models that are made available to the public and can be used by anyone. </a:t>
            </a:r>
          </a:p>
          <a:p>
            <a:pPr>
              <a:spcBef>
                <a:spcPts val="1200"/>
              </a:spcBef>
              <a:buFont typeface="Arial,Sans-Serif" panose="020B0604020202020204" pitchFamily="34" charset="0"/>
            </a:pPr>
            <a:r>
              <a:rPr lang="en-US" sz="2000">
                <a:latin typeface="Comic Sans MS"/>
              </a:rPr>
              <a:t>They are often made available by the company that created them, or by the research community.These models are allowed to be inspected, modified, and customized for the various use cases in LLMs. </a:t>
            </a:r>
            <a:endParaRPr lang="en-US" sz="2000"/>
          </a:p>
        </p:txBody>
      </p:sp>
      <p:pic>
        <p:nvPicPr>
          <p:cNvPr id="4" name="Picture 3" descr="Choosing Your Path in Generative AI: Open-Source or Proprietary? | by Attri  | Medium">
            <a:extLst>
              <a:ext uri="{FF2B5EF4-FFF2-40B4-BE49-F238E27FC236}">
                <a16:creationId xmlns:a16="http://schemas.microsoft.com/office/drawing/2014/main" id="{D2A0278C-7D3E-FD8B-FB63-E60E8D35570B}"/>
              </a:ext>
            </a:extLst>
          </p:cNvPr>
          <p:cNvPicPr>
            <a:picLocks noChangeAspect="1"/>
          </p:cNvPicPr>
          <p:nvPr/>
        </p:nvPicPr>
        <p:blipFill>
          <a:blip r:embed="rId2"/>
          <a:srcRect l="25702" r="15565" b="-1"/>
          <a:stretch>
            <a:fillRect/>
          </a:stretch>
        </p:blipFill>
        <p:spPr>
          <a:xfrm>
            <a:off x="6096000" y="1"/>
            <a:ext cx="6102825" cy="6858000"/>
          </a:xfrm>
          <a:prstGeom prst="rect">
            <a:avLst/>
          </a:prstGeom>
        </p:spPr>
      </p:pic>
    </p:spTree>
    <p:extLst>
      <p:ext uri="{BB962C8B-B14F-4D97-AF65-F5344CB8AC3E}">
        <p14:creationId xmlns:p14="http://schemas.microsoft.com/office/powerpoint/2010/main" val="915185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Line of vials">
            <a:extLst>
              <a:ext uri="{FF2B5EF4-FFF2-40B4-BE49-F238E27FC236}">
                <a16:creationId xmlns:a16="http://schemas.microsoft.com/office/drawing/2014/main" id="{E96B849D-5F3C-39F0-5B01-4BFDEDDD6D17}"/>
              </a:ext>
            </a:extLst>
          </p:cNvPr>
          <p:cNvPicPr>
            <a:picLocks noChangeAspect="1"/>
          </p:cNvPicPr>
          <p:nvPr/>
        </p:nvPicPr>
        <p:blipFill>
          <a:blip r:embed="rId2"/>
          <a:srcRect l="34818" r="12527" b="3"/>
          <a:stretch>
            <a:fillRect/>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CD4E98-770D-F517-4D0F-CA7E4F0286BD}"/>
              </a:ext>
            </a:extLst>
          </p:cNvPr>
          <p:cNvSpPr>
            <a:spLocks noGrp="1"/>
          </p:cNvSpPr>
          <p:nvPr>
            <p:ph type="title"/>
          </p:nvPr>
        </p:nvSpPr>
        <p:spPr>
          <a:xfrm>
            <a:off x="6115317" y="405685"/>
            <a:ext cx="5464968" cy="1559301"/>
          </a:xfrm>
        </p:spPr>
        <p:txBody>
          <a:bodyPr>
            <a:normAutofit/>
          </a:bodyPr>
          <a:lstStyle/>
          <a:p>
            <a:r>
              <a:rPr lang="en-US" sz="4000">
                <a:latin typeface="Comic Sans MS"/>
              </a:rPr>
              <a:t>Proprietary models</a:t>
            </a:r>
          </a:p>
        </p:txBody>
      </p:sp>
      <p:sp>
        <p:nvSpPr>
          <p:cNvPr id="3" name="Content Placeholder 2">
            <a:extLst>
              <a:ext uri="{FF2B5EF4-FFF2-40B4-BE49-F238E27FC236}">
                <a16:creationId xmlns:a16="http://schemas.microsoft.com/office/drawing/2014/main" id="{6387AA4C-2B7D-82A4-8D8E-14CD6DBEF0E1}"/>
              </a:ext>
            </a:extLst>
          </p:cNvPr>
          <p:cNvSpPr>
            <a:spLocks noGrp="1"/>
          </p:cNvSpPr>
          <p:nvPr>
            <p:ph idx="1"/>
          </p:nvPr>
        </p:nvSpPr>
        <p:spPr>
          <a:xfrm>
            <a:off x="6115317" y="2743200"/>
            <a:ext cx="5247340" cy="3496878"/>
          </a:xfrm>
        </p:spPr>
        <p:txBody>
          <a:bodyPr vert="horz" lIns="91440" tIns="45720" rIns="91440" bIns="45720" rtlCol="0" anchor="ctr">
            <a:normAutofit/>
          </a:bodyPr>
          <a:lstStyle/>
          <a:p>
            <a:r>
              <a:rPr lang="en-US" sz="2000">
                <a:latin typeface="Calibri"/>
                <a:ea typeface="Calibri"/>
                <a:cs typeface="Calibri"/>
              </a:rPr>
              <a:t>Proprietary models are models that are owned by a company and are not made available to the public. These models are often optimized for production use.</a:t>
            </a:r>
            <a:endParaRPr lang="en-US" sz="2000"/>
          </a:p>
        </p:txBody>
      </p:sp>
    </p:spTree>
    <p:extLst>
      <p:ext uri="{BB962C8B-B14F-4D97-AF65-F5344CB8AC3E}">
        <p14:creationId xmlns:p14="http://schemas.microsoft.com/office/powerpoint/2010/main" val="1449866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9F3E3946-8326-7222-974F-406F613F0F06}"/>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Improving LLM results</a:t>
            </a:r>
          </a:p>
        </p:txBody>
      </p:sp>
      <p:pic>
        <p:nvPicPr>
          <p:cNvPr id="4" name="Content Placeholder 3" descr="https://lh7-us.googleusercontent.com/docsz/AD_4nXe-A7M2c3Wer-TvbUnxqPoWouVhZviA-pDH28gnRi4JM96tD5qTGj30MmEMr-FyOcx6CMtaMgqTvZjhtK-TDJ0PO1fuAFjI9oQouS-5MMK3IR3D38MrUHkMYVIYzXVWOX9BZhkQFEDvXJG5Be_HuuLqjvQa?key=lWtF20w8oOzrm7-nN8AK_A">
            <a:extLst>
              <a:ext uri="{FF2B5EF4-FFF2-40B4-BE49-F238E27FC236}">
                <a16:creationId xmlns:a16="http://schemas.microsoft.com/office/drawing/2014/main" id="{17412F3C-C6A9-FA7D-4337-5C0BD8316940}"/>
              </a:ext>
            </a:extLst>
          </p:cNvPr>
          <p:cNvPicPr>
            <a:picLocks noGrp="1" noChangeAspect="1"/>
          </p:cNvPicPr>
          <p:nvPr>
            <p:ph idx="1"/>
          </p:nvPr>
        </p:nvPicPr>
        <p:blipFill>
          <a:blip r:embed="rId2"/>
          <a:stretch>
            <a:fillRect/>
          </a:stretch>
        </p:blipFill>
        <p:spPr>
          <a:xfrm>
            <a:off x="4502428" y="1586435"/>
            <a:ext cx="7225748" cy="3685130"/>
          </a:xfrm>
          <a:prstGeom prst="rect">
            <a:avLst/>
          </a:prstGeom>
        </p:spPr>
      </p:pic>
    </p:spTree>
    <p:extLst>
      <p:ext uri="{BB962C8B-B14F-4D97-AF65-F5344CB8AC3E}">
        <p14:creationId xmlns:p14="http://schemas.microsoft.com/office/powerpoint/2010/main" val="490276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0E6DEE1-B387-FF81-C368-A7C2376EC10C}"/>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ea typeface="+mj-lt"/>
                <a:cs typeface="+mj-lt"/>
              </a:rPr>
              <a:t>What is Prompt Engineering?</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60436F07-052E-0BF3-DA4F-F9C32E03B87D}"/>
              </a:ext>
            </a:extLst>
          </p:cNvPr>
          <p:cNvGraphicFramePr>
            <a:graphicFrameLocks noGrp="1"/>
          </p:cNvGraphicFramePr>
          <p:nvPr>
            <p:ph idx="1"/>
            <p:extLst>
              <p:ext uri="{D42A27DB-BD31-4B8C-83A1-F6EECF244321}">
                <p14:modId xmlns:p14="http://schemas.microsoft.com/office/powerpoint/2010/main" val="925588502"/>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95687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24334" y="140174"/>
            <a:ext cx="5819054" cy="1325563"/>
          </a:xfrm>
        </p:spPr>
        <p:txBody>
          <a:bodyPr>
            <a:normAutofit/>
          </a:bodyPr>
          <a:lstStyle/>
          <a:p>
            <a:r>
              <a:rPr lang="en-IN" sz="2800" dirty="0">
                <a:solidFill>
                  <a:schemeClr val="accent1">
                    <a:lumMod val="50000"/>
                  </a:schemeClr>
                </a:solidFill>
                <a:latin typeface="Comic Sans MS" panose="030F0702030302020204" pitchFamily="66" charset="0"/>
              </a:rPr>
              <a:t>Example of Prompt Engineering</a:t>
            </a:r>
          </a:p>
        </p:txBody>
      </p:sp>
      <p:graphicFrame>
        <p:nvGraphicFramePr>
          <p:cNvPr id="7" name="Diagram 6"/>
          <p:cNvGraphicFramePr/>
          <p:nvPr/>
        </p:nvGraphicFramePr>
        <p:xfrm>
          <a:off x="1961582" y="1523587"/>
          <a:ext cx="11265530" cy="50783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Image 1" descr="preencoded.png"/>
          <p:cNvPicPr>
            <a:picLocks noChangeAspect="1"/>
          </p:cNvPicPr>
          <p:nvPr/>
        </p:nvPicPr>
        <p:blipFill>
          <a:blip r:embed="rId7"/>
          <a:stretch>
            <a:fillRect/>
          </a:stretch>
        </p:blipFill>
        <p:spPr>
          <a:xfrm>
            <a:off x="-2301433" y="0"/>
            <a:ext cx="4602866" cy="6858000"/>
          </a:xfrm>
          <a:prstGeom prst="rect">
            <a:avLst/>
          </a:prstGeom>
        </p:spPr>
      </p:pic>
    </p:spTree>
    <p:extLst>
      <p:ext uri="{BB962C8B-B14F-4D97-AF65-F5344CB8AC3E}">
        <p14:creationId xmlns:p14="http://schemas.microsoft.com/office/powerpoint/2010/main" val="2570459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3DC4711-4BF4-1CAF-4DB4-E1BB46B458AD}"/>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ea typeface="+mj-lt"/>
                <a:cs typeface="+mj-lt"/>
              </a:rPr>
              <a:t>Importance of Prompt Engineering</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3E56F839-0A0F-AE19-27C7-6D14BFB41A75}"/>
              </a:ext>
            </a:extLst>
          </p:cNvPr>
          <p:cNvGraphicFramePr>
            <a:graphicFrameLocks noGrp="1"/>
          </p:cNvGraphicFramePr>
          <p:nvPr>
            <p:ph idx="1"/>
            <p:extLst>
              <p:ext uri="{D42A27DB-BD31-4B8C-83A1-F6EECF244321}">
                <p14:modId xmlns:p14="http://schemas.microsoft.com/office/powerpoint/2010/main" val="3070508173"/>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5476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135FA909-3F24-448C-A8BC-7CF77F62F8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018D74-5F76-53B9-B293-4FD0D0EF1F95}"/>
              </a:ext>
            </a:extLst>
          </p:cNvPr>
          <p:cNvSpPr>
            <a:spLocks noGrp="1"/>
          </p:cNvSpPr>
          <p:nvPr>
            <p:ph type="title"/>
          </p:nvPr>
        </p:nvSpPr>
        <p:spPr>
          <a:xfrm>
            <a:off x="838200" y="1641752"/>
            <a:ext cx="6140449" cy="1323439"/>
          </a:xfrm>
        </p:spPr>
        <p:txBody>
          <a:bodyPr anchor="t">
            <a:normAutofit/>
          </a:bodyPr>
          <a:lstStyle/>
          <a:p>
            <a:r>
              <a:rPr lang="en-US" sz="4000">
                <a:solidFill>
                  <a:schemeClr val="bg1"/>
                </a:solidFill>
                <a:ea typeface="+mj-lt"/>
                <a:cs typeface="+mj-lt"/>
              </a:rPr>
              <a:t>Structure of a Good Prompt</a:t>
            </a:r>
            <a:endParaRPr lang="en-US" sz="4000">
              <a:solidFill>
                <a:schemeClr val="bg1"/>
              </a:solidFill>
            </a:endParaRPr>
          </a:p>
        </p:txBody>
      </p:sp>
      <p:pic>
        <p:nvPicPr>
          <p:cNvPr id="6" name="Picture 5">
            <a:extLst>
              <a:ext uri="{FF2B5EF4-FFF2-40B4-BE49-F238E27FC236}">
                <a16:creationId xmlns:a16="http://schemas.microsoft.com/office/drawing/2014/main" id="{C338700B-351F-AA75-9E57-FC797078919E}"/>
              </a:ext>
            </a:extLst>
          </p:cNvPr>
          <p:cNvPicPr>
            <a:picLocks noChangeAspect="1"/>
          </p:cNvPicPr>
          <p:nvPr/>
        </p:nvPicPr>
        <p:blipFill>
          <a:blip r:embed="rId2"/>
          <a:srcRect l="2404" r="53369" b="-2"/>
          <a:stretch>
            <a:fillRect/>
          </a:stretch>
        </p:blipFill>
        <p:spPr>
          <a:xfrm>
            <a:off x="7668829" y="-1"/>
            <a:ext cx="4543953" cy="6858002"/>
          </a:xfrm>
          <a:custGeom>
            <a:avLst/>
            <a:gdLst/>
            <a:ahLst/>
            <a:cxnLst/>
            <a:rect l="l" t="t" r="r" b="b"/>
            <a:pathLst>
              <a:path w="4543953" h="6858002">
                <a:moveTo>
                  <a:pt x="248638" y="6438981"/>
                </a:moveTo>
                <a:cubicBezTo>
                  <a:pt x="258140" y="6444077"/>
                  <a:pt x="265617" y="6451650"/>
                  <a:pt x="268569" y="6463841"/>
                </a:cubicBezTo>
                <a:lnTo>
                  <a:pt x="268572" y="6463849"/>
                </a:lnTo>
                <a:lnTo>
                  <a:pt x="279556" y="6508052"/>
                </a:lnTo>
                <a:lnTo>
                  <a:pt x="282367" y="6513012"/>
                </a:lnTo>
                <a:lnTo>
                  <a:pt x="284834" y="6521804"/>
                </a:lnTo>
                <a:lnTo>
                  <a:pt x="301172" y="6546195"/>
                </a:lnTo>
                <a:lnTo>
                  <a:pt x="301172" y="6546194"/>
                </a:lnTo>
                <a:lnTo>
                  <a:pt x="282367" y="6513012"/>
                </a:lnTo>
                <a:lnTo>
                  <a:pt x="268572" y="6463849"/>
                </a:lnTo>
                <a:lnTo>
                  <a:pt x="268569" y="6463840"/>
                </a:lnTo>
                <a:close/>
                <a:moveTo>
                  <a:pt x="332842" y="2836172"/>
                </a:moveTo>
                <a:lnTo>
                  <a:pt x="332842" y="2836173"/>
                </a:lnTo>
                <a:cubicBezTo>
                  <a:pt x="336914" y="2839983"/>
                  <a:pt x="340200" y="2844317"/>
                  <a:pt x="341533" y="2848794"/>
                </a:cubicBezTo>
                <a:cubicBezTo>
                  <a:pt x="348200" y="2870416"/>
                  <a:pt x="356392" y="2892181"/>
                  <a:pt x="361441" y="2914328"/>
                </a:cubicBezTo>
                <a:lnTo>
                  <a:pt x="366072" y="2947863"/>
                </a:lnTo>
                <a:lnTo>
                  <a:pt x="362488" y="2982148"/>
                </a:lnTo>
                <a:cubicBezTo>
                  <a:pt x="354392" y="3014153"/>
                  <a:pt x="350582" y="3045777"/>
                  <a:pt x="350796" y="3077401"/>
                </a:cubicBezTo>
                <a:lnTo>
                  <a:pt x="350796" y="3077402"/>
                </a:lnTo>
                <a:lnTo>
                  <a:pt x="350796" y="3077402"/>
                </a:lnTo>
                <a:cubicBezTo>
                  <a:pt x="351010" y="3109026"/>
                  <a:pt x="355249" y="3140650"/>
                  <a:pt x="363250" y="3172655"/>
                </a:cubicBezTo>
                <a:cubicBezTo>
                  <a:pt x="389159" y="3276481"/>
                  <a:pt x="416591" y="3380306"/>
                  <a:pt x="410877" y="3489468"/>
                </a:cubicBezTo>
                <a:cubicBezTo>
                  <a:pt x="409925" y="3507564"/>
                  <a:pt x="421546" y="3529091"/>
                  <a:pt x="432976" y="3544714"/>
                </a:cubicBezTo>
                <a:cubicBezTo>
                  <a:pt x="438406" y="3552191"/>
                  <a:pt x="442585" y="3557716"/>
                  <a:pt x="445520" y="3562321"/>
                </a:cubicBezTo>
                <a:lnTo>
                  <a:pt x="450598" y="3574408"/>
                </a:lnTo>
                <a:lnTo>
                  <a:pt x="448246" y="3587174"/>
                </a:lnTo>
                <a:cubicBezTo>
                  <a:pt x="446228" y="3592232"/>
                  <a:pt x="442978" y="3598435"/>
                  <a:pt x="438500" y="3606817"/>
                </a:cubicBezTo>
                <a:cubicBezTo>
                  <a:pt x="434118" y="3614819"/>
                  <a:pt x="431452" y="3624725"/>
                  <a:pt x="424974" y="3630632"/>
                </a:cubicBezTo>
                <a:cubicBezTo>
                  <a:pt x="408496" y="3645682"/>
                  <a:pt x="402257" y="3662494"/>
                  <a:pt x="400733" y="3680163"/>
                </a:cubicBezTo>
                <a:lnTo>
                  <a:pt x="400733" y="3680164"/>
                </a:lnTo>
                <a:lnTo>
                  <a:pt x="400733" y="3680164"/>
                </a:lnTo>
                <a:lnTo>
                  <a:pt x="404781" y="3734838"/>
                </a:lnTo>
                <a:lnTo>
                  <a:pt x="404399" y="3754652"/>
                </a:lnTo>
                <a:cubicBezTo>
                  <a:pt x="398399" y="3767130"/>
                  <a:pt x="396447" y="3778655"/>
                  <a:pt x="398042" y="3789776"/>
                </a:cubicBezTo>
                <a:lnTo>
                  <a:pt x="398042" y="3789776"/>
                </a:lnTo>
                <a:lnTo>
                  <a:pt x="398042" y="3789777"/>
                </a:lnTo>
                <a:cubicBezTo>
                  <a:pt x="399638" y="3800897"/>
                  <a:pt x="404781" y="3811614"/>
                  <a:pt x="412973" y="3822473"/>
                </a:cubicBezTo>
                <a:lnTo>
                  <a:pt x="427308" y="3852620"/>
                </a:lnTo>
                <a:lnTo>
                  <a:pt x="426528" y="3868764"/>
                </a:lnTo>
                <a:cubicBezTo>
                  <a:pt x="425070" y="3874229"/>
                  <a:pt x="422307" y="3879766"/>
                  <a:pt x="417925" y="3885338"/>
                </a:cubicBezTo>
                <a:cubicBezTo>
                  <a:pt x="398494" y="3910104"/>
                  <a:pt x="388302" y="3935727"/>
                  <a:pt x="386040" y="3962159"/>
                </a:cubicBezTo>
                <a:lnTo>
                  <a:pt x="386040" y="3962160"/>
                </a:lnTo>
                <a:lnTo>
                  <a:pt x="386040" y="3962160"/>
                </a:lnTo>
                <a:cubicBezTo>
                  <a:pt x="383778" y="3988593"/>
                  <a:pt x="389446" y="4015835"/>
                  <a:pt x="401733" y="4043840"/>
                </a:cubicBezTo>
                <a:lnTo>
                  <a:pt x="416855" y="4103826"/>
                </a:lnTo>
                <a:lnTo>
                  <a:pt x="414887" y="4134256"/>
                </a:lnTo>
                <a:cubicBezTo>
                  <a:pt x="413045" y="4144498"/>
                  <a:pt x="409973" y="4154857"/>
                  <a:pt x="405543" y="4165383"/>
                </a:cubicBezTo>
                <a:cubicBezTo>
                  <a:pt x="402114" y="4173480"/>
                  <a:pt x="401543" y="4182767"/>
                  <a:pt x="401638" y="4192387"/>
                </a:cubicBezTo>
                <a:lnTo>
                  <a:pt x="401638" y="4192388"/>
                </a:lnTo>
                <a:lnTo>
                  <a:pt x="401638" y="4192388"/>
                </a:lnTo>
                <a:lnTo>
                  <a:pt x="401733" y="4221391"/>
                </a:lnTo>
                <a:lnTo>
                  <a:pt x="396017" y="4253014"/>
                </a:lnTo>
                <a:cubicBezTo>
                  <a:pt x="383824" y="4277401"/>
                  <a:pt x="368204" y="4300070"/>
                  <a:pt x="356201" y="4324645"/>
                </a:cubicBezTo>
                <a:cubicBezTo>
                  <a:pt x="350487" y="4336457"/>
                  <a:pt x="347439" y="4350554"/>
                  <a:pt x="347247" y="4363890"/>
                </a:cubicBezTo>
                <a:lnTo>
                  <a:pt x="347247" y="4363891"/>
                </a:lnTo>
                <a:lnTo>
                  <a:pt x="347247" y="4363891"/>
                </a:lnTo>
                <a:cubicBezTo>
                  <a:pt x="346295" y="4403326"/>
                  <a:pt x="346295" y="4442762"/>
                  <a:pt x="348009" y="4482005"/>
                </a:cubicBezTo>
                <a:cubicBezTo>
                  <a:pt x="350677" y="4546777"/>
                  <a:pt x="351249" y="4612501"/>
                  <a:pt x="408019" y="4659175"/>
                </a:cubicBezTo>
                <a:cubicBezTo>
                  <a:pt x="412591" y="4662987"/>
                  <a:pt x="415259" y="4671177"/>
                  <a:pt x="416021" y="4677656"/>
                </a:cubicBezTo>
                <a:cubicBezTo>
                  <a:pt x="419640" y="4707565"/>
                  <a:pt x="420022" y="4738236"/>
                  <a:pt x="425928" y="4767765"/>
                </a:cubicBezTo>
                <a:lnTo>
                  <a:pt x="427237" y="4800483"/>
                </a:lnTo>
                <a:lnTo>
                  <a:pt x="412401" y="4828916"/>
                </a:lnTo>
                <a:cubicBezTo>
                  <a:pt x="395828" y="4846490"/>
                  <a:pt x="384397" y="4866958"/>
                  <a:pt x="382691" y="4889275"/>
                </a:cubicBezTo>
                <a:lnTo>
                  <a:pt x="382691" y="4889275"/>
                </a:lnTo>
                <a:lnTo>
                  <a:pt x="382691" y="4889276"/>
                </a:lnTo>
                <a:cubicBezTo>
                  <a:pt x="382122" y="4896714"/>
                  <a:pt x="382634" y="4904358"/>
                  <a:pt x="384396" y="4912169"/>
                </a:cubicBezTo>
                <a:lnTo>
                  <a:pt x="385799" y="4933805"/>
                </a:lnTo>
                <a:lnTo>
                  <a:pt x="381039" y="4952673"/>
                </a:lnTo>
                <a:cubicBezTo>
                  <a:pt x="376253" y="4964604"/>
                  <a:pt x="368680" y="4975511"/>
                  <a:pt x="360964" y="4987037"/>
                </a:cubicBezTo>
                <a:cubicBezTo>
                  <a:pt x="349725" y="5003801"/>
                  <a:pt x="335627" y="5022852"/>
                  <a:pt x="334485" y="5041521"/>
                </a:cubicBezTo>
                <a:cubicBezTo>
                  <a:pt x="332628" y="5073241"/>
                  <a:pt x="310088" y="5101639"/>
                  <a:pt x="308337" y="5133224"/>
                </a:cubicBezTo>
                <a:lnTo>
                  <a:pt x="308337" y="5133225"/>
                </a:lnTo>
                <a:lnTo>
                  <a:pt x="308337" y="5133225"/>
                </a:lnTo>
                <a:lnTo>
                  <a:pt x="315052" y="5166114"/>
                </a:lnTo>
                <a:lnTo>
                  <a:pt x="314362" y="5172090"/>
                </a:lnTo>
                <a:cubicBezTo>
                  <a:pt x="313481" y="5174400"/>
                  <a:pt x="312290" y="5176876"/>
                  <a:pt x="311814" y="5179067"/>
                </a:cubicBezTo>
                <a:lnTo>
                  <a:pt x="311814" y="5179068"/>
                </a:lnTo>
                <a:lnTo>
                  <a:pt x="311814" y="5179068"/>
                </a:lnTo>
                <a:cubicBezTo>
                  <a:pt x="304574" y="5214122"/>
                  <a:pt x="311624" y="5247079"/>
                  <a:pt x="335437" y="5272797"/>
                </a:cubicBezTo>
                <a:cubicBezTo>
                  <a:pt x="350964" y="5289657"/>
                  <a:pt x="359489" y="5307422"/>
                  <a:pt x="362870" y="5326163"/>
                </a:cubicBezTo>
                <a:lnTo>
                  <a:pt x="364317" y="5355014"/>
                </a:lnTo>
                <a:lnTo>
                  <a:pt x="359440" y="5385384"/>
                </a:lnTo>
                <a:cubicBezTo>
                  <a:pt x="356201" y="5398721"/>
                  <a:pt x="353915" y="5412057"/>
                  <a:pt x="351249" y="5425582"/>
                </a:cubicBezTo>
                <a:cubicBezTo>
                  <a:pt x="347439" y="5443870"/>
                  <a:pt x="343437" y="5462351"/>
                  <a:pt x="339627" y="5480637"/>
                </a:cubicBezTo>
                <a:cubicBezTo>
                  <a:pt x="337722" y="5489497"/>
                  <a:pt x="335151" y="5498832"/>
                  <a:pt x="335103" y="5507667"/>
                </a:cubicBezTo>
                <a:lnTo>
                  <a:pt x="335103" y="5507668"/>
                </a:lnTo>
                <a:lnTo>
                  <a:pt x="335103" y="5507668"/>
                </a:lnTo>
                <a:cubicBezTo>
                  <a:pt x="335056" y="5516503"/>
                  <a:pt x="337532" y="5524837"/>
                  <a:pt x="345723" y="5531694"/>
                </a:cubicBezTo>
                <a:lnTo>
                  <a:pt x="355869" y="5547578"/>
                </a:lnTo>
                <a:lnTo>
                  <a:pt x="346295" y="5562746"/>
                </a:lnTo>
                <a:cubicBezTo>
                  <a:pt x="303622" y="5600467"/>
                  <a:pt x="276951" y="5646189"/>
                  <a:pt x="275047" y="5704483"/>
                </a:cubicBezTo>
                <a:cubicBezTo>
                  <a:pt x="274665" y="5716485"/>
                  <a:pt x="271999" y="5728678"/>
                  <a:pt x="269141" y="5740488"/>
                </a:cubicBezTo>
                <a:cubicBezTo>
                  <a:pt x="267426" y="5747728"/>
                  <a:pt x="265520" y="5756493"/>
                  <a:pt x="260376" y="5760873"/>
                </a:cubicBezTo>
                <a:cubicBezTo>
                  <a:pt x="221133" y="5794974"/>
                  <a:pt x="193890" y="5837457"/>
                  <a:pt x="171981" y="5883751"/>
                </a:cubicBezTo>
                <a:cubicBezTo>
                  <a:pt x="164171" y="5900323"/>
                  <a:pt x="156361" y="5918042"/>
                  <a:pt x="154075" y="5935949"/>
                </a:cubicBezTo>
                <a:lnTo>
                  <a:pt x="154075" y="5935950"/>
                </a:lnTo>
                <a:lnTo>
                  <a:pt x="154075" y="5935950"/>
                </a:lnTo>
                <a:cubicBezTo>
                  <a:pt x="151789" y="5954618"/>
                  <a:pt x="155599" y="5974241"/>
                  <a:pt x="157695" y="5993292"/>
                </a:cubicBezTo>
                <a:cubicBezTo>
                  <a:pt x="158837" y="6004532"/>
                  <a:pt x="158647" y="6017486"/>
                  <a:pt x="164171" y="6026441"/>
                </a:cubicBezTo>
                <a:cubicBezTo>
                  <a:pt x="181508" y="6054826"/>
                  <a:pt x="200176" y="6082259"/>
                  <a:pt x="220371" y="6108739"/>
                </a:cubicBezTo>
                <a:lnTo>
                  <a:pt x="234064" y="6133315"/>
                </a:lnTo>
                <a:lnTo>
                  <a:pt x="230364" y="6143190"/>
                </a:lnTo>
                <a:cubicBezTo>
                  <a:pt x="227813" y="6146732"/>
                  <a:pt x="223895" y="6150697"/>
                  <a:pt x="218465" y="6155602"/>
                </a:cubicBezTo>
                <a:cubicBezTo>
                  <a:pt x="196176" y="6175797"/>
                  <a:pt x="184556" y="6200944"/>
                  <a:pt x="179794" y="6228756"/>
                </a:cubicBezTo>
                <a:cubicBezTo>
                  <a:pt x="172363" y="6272764"/>
                  <a:pt x="166077" y="6317151"/>
                  <a:pt x="162457" y="6361539"/>
                </a:cubicBezTo>
                <a:lnTo>
                  <a:pt x="162457" y="6361540"/>
                </a:lnTo>
                <a:lnTo>
                  <a:pt x="162457" y="6361540"/>
                </a:lnTo>
                <a:lnTo>
                  <a:pt x="162684" y="6365557"/>
                </a:lnTo>
                <a:lnTo>
                  <a:pt x="163946" y="6387910"/>
                </a:lnTo>
                <a:lnTo>
                  <a:pt x="166047" y="6392243"/>
                </a:lnTo>
                <a:lnTo>
                  <a:pt x="173364" y="6407333"/>
                </a:lnTo>
                <a:lnTo>
                  <a:pt x="173364" y="6407332"/>
                </a:lnTo>
                <a:lnTo>
                  <a:pt x="166047" y="6392243"/>
                </a:lnTo>
                <a:lnTo>
                  <a:pt x="163946" y="6387910"/>
                </a:lnTo>
                <a:lnTo>
                  <a:pt x="162684" y="6365557"/>
                </a:lnTo>
                <a:lnTo>
                  <a:pt x="162457" y="6361540"/>
                </a:lnTo>
                <a:lnTo>
                  <a:pt x="179794" y="6228757"/>
                </a:lnTo>
                <a:cubicBezTo>
                  <a:pt x="184556" y="6200945"/>
                  <a:pt x="196176" y="6175798"/>
                  <a:pt x="218465" y="6155603"/>
                </a:cubicBezTo>
                <a:cubicBezTo>
                  <a:pt x="229325" y="6145793"/>
                  <a:pt x="234135" y="6139745"/>
                  <a:pt x="234064" y="6133315"/>
                </a:cubicBezTo>
                <a:lnTo>
                  <a:pt x="234064" y="6133315"/>
                </a:lnTo>
                <a:lnTo>
                  <a:pt x="234064" y="6133314"/>
                </a:lnTo>
                <a:cubicBezTo>
                  <a:pt x="233993" y="6126884"/>
                  <a:pt x="229039" y="6120074"/>
                  <a:pt x="220371" y="6108738"/>
                </a:cubicBezTo>
                <a:cubicBezTo>
                  <a:pt x="200176" y="6082258"/>
                  <a:pt x="181508" y="6054825"/>
                  <a:pt x="164171" y="6026440"/>
                </a:cubicBezTo>
                <a:cubicBezTo>
                  <a:pt x="158647" y="6017485"/>
                  <a:pt x="158837" y="6004531"/>
                  <a:pt x="157695" y="5993291"/>
                </a:cubicBezTo>
                <a:cubicBezTo>
                  <a:pt x="156647" y="5983766"/>
                  <a:pt x="155171" y="5974097"/>
                  <a:pt x="154242" y="5964477"/>
                </a:cubicBezTo>
                <a:lnTo>
                  <a:pt x="154075" y="5935950"/>
                </a:lnTo>
                <a:lnTo>
                  <a:pt x="160957" y="5909351"/>
                </a:lnTo>
                <a:cubicBezTo>
                  <a:pt x="164171" y="5900611"/>
                  <a:pt x="168076" y="5892038"/>
                  <a:pt x="171981" y="5883752"/>
                </a:cubicBezTo>
                <a:cubicBezTo>
                  <a:pt x="193890" y="5837458"/>
                  <a:pt x="221133" y="5794975"/>
                  <a:pt x="260376" y="5760874"/>
                </a:cubicBezTo>
                <a:cubicBezTo>
                  <a:pt x="265520" y="5756494"/>
                  <a:pt x="267426" y="5747729"/>
                  <a:pt x="269141" y="5740489"/>
                </a:cubicBezTo>
                <a:cubicBezTo>
                  <a:pt x="271999" y="5728679"/>
                  <a:pt x="274665" y="5716486"/>
                  <a:pt x="275047" y="5704484"/>
                </a:cubicBezTo>
                <a:cubicBezTo>
                  <a:pt x="276951" y="5646190"/>
                  <a:pt x="303622" y="5600468"/>
                  <a:pt x="346295" y="5562747"/>
                </a:cubicBezTo>
                <a:cubicBezTo>
                  <a:pt x="352392" y="5557318"/>
                  <a:pt x="355774" y="5552508"/>
                  <a:pt x="355869" y="5547579"/>
                </a:cubicBezTo>
                <a:lnTo>
                  <a:pt x="355869" y="5547578"/>
                </a:lnTo>
                <a:lnTo>
                  <a:pt x="355869" y="5547578"/>
                </a:lnTo>
                <a:cubicBezTo>
                  <a:pt x="355964" y="5542649"/>
                  <a:pt x="352773" y="5537600"/>
                  <a:pt x="345723" y="5531693"/>
                </a:cubicBezTo>
                <a:cubicBezTo>
                  <a:pt x="341628" y="5528265"/>
                  <a:pt x="338961" y="5524467"/>
                  <a:pt x="337324" y="5520422"/>
                </a:cubicBezTo>
                <a:lnTo>
                  <a:pt x="335103" y="5507668"/>
                </a:lnTo>
                <a:lnTo>
                  <a:pt x="339627" y="5480638"/>
                </a:lnTo>
                <a:cubicBezTo>
                  <a:pt x="343437" y="5462352"/>
                  <a:pt x="347439" y="5443871"/>
                  <a:pt x="351249" y="5425583"/>
                </a:cubicBezTo>
                <a:cubicBezTo>
                  <a:pt x="353915" y="5412058"/>
                  <a:pt x="356201" y="5398722"/>
                  <a:pt x="359440" y="5385385"/>
                </a:cubicBezTo>
                <a:cubicBezTo>
                  <a:pt x="361965" y="5375003"/>
                  <a:pt x="363668" y="5364883"/>
                  <a:pt x="364317" y="5355015"/>
                </a:cubicBezTo>
                <a:lnTo>
                  <a:pt x="364317" y="5355014"/>
                </a:lnTo>
                <a:lnTo>
                  <a:pt x="364317" y="5355014"/>
                </a:lnTo>
                <a:cubicBezTo>
                  <a:pt x="366264" y="5325412"/>
                  <a:pt x="358727" y="5298086"/>
                  <a:pt x="335437" y="5272796"/>
                </a:cubicBezTo>
                <a:cubicBezTo>
                  <a:pt x="323531" y="5259937"/>
                  <a:pt x="315815" y="5245269"/>
                  <a:pt x="311981" y="5229433"/>
                </a:cubicBezTo>
                <a:lnTo>
                  <a:pt x="311814" y="5179068"/>
                </a:lnTo>
                <a:lnTo>
                  <a:pt x="314362" y="5172091"/>
                </a:lnTo>
                <a:cubicBezTo>
                  <a:pt x="315243" y="5169781"/>
                  <a:pt x="315814" y="5167638"/>
                  <a:pt x="315052" y="5166114"/>
                </a:cubicBezTo>
                <a:lnTo>
                  <a:pt x="315052" y="5166114"/>
                </a:lnTo>
                <a:lnTo>
                  <a:pt x="315052" y="5166113"/>
                </a:lnTo>
                <a:lnTo>
                  <a:pt x="308337" y="5133225"/>
                </a:lnTo>
                <a:lnTo>
                  <a:pt x="315482" y="5102461"/>
                </a:lnTo>
                <a:cubicBezTo>
                  <a:pt x="322817" y="5082339"/>
                  <a:pt x="333247" y="5062669"/>
                  <a:pt x="334485" y="5041522"/>
                </a:cubicBezTo>
                <a:cubicBezTo>
                  <a:pt x="335627" y="5022853"/>
                  <a:pt x="349725" y="5003802"/>
                  <a:pt x="360964" y="4987038"/>
                </a:cubicBezTo>
                <a:cubicBezTo>
                  <a:pt x="372538" y="4969748"/>
                  <a:pt x="383790" y="4953853"/>
                  <a:pt x="385799" y="4933805"/>
                </a:cubicBezTo>
                <a:lnTo>
                  <a:pt x="385799" y="4933805"/>
                </a:lnTo>
                <a:lnTo>
                  <a:pt x="385799" y="4933805"/>
                </a:lnTo>
                <a:cubicBezTo>
                  <a:pt x="386468" y="4927122"/>
                  <a:pt x="386111" y="4919979"/>
                  <a:pt x="384396" y="4912168"/>
                </a:cubicBezTo>
                <a:lnTo>
                  <a:pt x="382691" y="4889275"/>
                </a:lnTo>
                <a:lnTo>
                  <a:pt x="387469" y="4867614"/>
                </a:lnTo>
                <a:cubicBezTo>
                  <a:pt x="392589" y="4853636"/>
                  <a:pt x="401352" y="4840633"/>
                  <a:pt x="412401" y="4828917"/>
                </a:cubicBezTo>
                <a:cubicBezTo>
                  <a:pt x="420784" y="4819964"/>
                  <a:pt x="425356" y="4810581"/>
                  <a:pt x="427237" y="4800484"/>
                </a:cubicBezTo>
                <a:lnTo>
                  <a:pt x="427237" y="4800483"/>
                </a:lnTo>
                <a:lnTo>
                  <a:pt x="427237" y="4800483"/>
                </a:lnTo>
                <a:cubicBezTo>
                  <a:pt x="429119" y="4790386"/>
                  <a:pt x="428309" y="4779575"/>
                  <a:pt x="425928" y="4767764"/>
                </a:cubicBezTo>
                <a:cubicBezTo>
                  <a:pt x="420022" y="4738235"/>
                  <a:pt x="419640" y="4707564"/>
                  <a:pt x="416021" y="4677655"/>
                </a:cubicBezTo>
                <a:cubicBezTo>
                  <a:pt x="415259" y="4671176"/>
                  <a:pt x="412591" y="4662986"/>
                  <a:pt x="408019" y="4659174"/>
                </a:cubicBezTo>
                <a:cubicBezTo>
                  <a:pt x="351249" y="4612500"/>
                  <a:pt x="350677" y="4546776"/>
                  <a:pt x="348009" y="4482004"/>
                </a:cubicBezTo>
                <a:lnTo>
                  <a:pt x="347247" y="4363891"/>
                </a:lnTo>
                <a:lnTo>
                  <a:pt x="356201" y="4324646"/>
                </a:lnTo>
                <a:cubicBezTo>
                  <a:pt x="368204" y="4300071"/>
                  <a:pt x="383824" y="4277402"/>
                  <a:pt x="396017" y="4253015"/>
                </a:cubicBezTo>
                <a:cubicBezTo>
                  <a:pt x="400781" y="4243873"/>
                  <a:pt x="400971" y="4232061"/>
                  <a:pt x="401733" y="4221392"/>
                </a:cubicBezTo>
                <a:lnTo>
                  <a:pt x="401733" y="4221391"/>
                </a:lnTo>
                <a:lnTo>
                  <a:pt x="401733" y="4221391"/>
                </a:lnTo>
                <a:lnTo>
                  <a:pt x="401638" y="4192388"/>
                </a:lnTo>
                <a:lnTo>
                  <a:pt x="405543" y="4165384"/>
                </a:lnTo>
                <a:cubicBezTo>
                  <a:pt x="414402" y="4144333"/>
                  <a:pt x="417831" y="4123948"/>
                  <a:pt x="416855" y="4103826"/>
                </a:cubicBezTo>
                <a:lnTo>
                  <a:pt x="416855" y="4103826"/>
                </a:lnTo>
                <a:lnTo>
                  <a:pt x="416855" y="4103825"/>
                </a:lnTo>
                <a:cubicBezTo>
                  <a:pt x="415879" y="4083702"/>
                  <a:pt x="410497" y="4063842"/>
                  <a:pt x="401733" y="4043839"/>
                </a:cubicBezTo>
                <a:cubicBezTo>
                  <a:pt x="395590" y="4029837"/>
                  <a:pt x="391101" y="4016025"/>
                  <a:pt x="388431" y="4002410"/>
                </a:cubicBezTo>
                <a:lnTo>
                  <a:pt x="386040" y="3962160"/>
                </a:lnTo>
                <a:lnTo>
                  <a:pt x="395544" y="3923125"/>
                </a:lnTo>
                <a:cubicBezTo>
                  <a:pt x="400804" y="3910319"/>
                  <a:pt x="408210" y="3897722"/>
                  <a:pt x="417925" y="3885339"/>
                </a:cubicBezTo>
                <a:cubicBezTo>
                  <a:pt x="426689" y="3874195"/>
                  <a:pt x="428975" y="3863193"/>
                  <a:pt x="427308" y="3852620"/>
                </a:cubicBezTo>
                <a:lnTo>
                  <a:pt x="427308" y="3852620"/>
                </a:lnTo>
                <a:lnTo>
                  <a:pt x="427308" y="3852619"/>
                </a:lnTo>
                <a:cubicBezTo>
                  <a:pt x="425642" y="3842046"/>
                  <a:pt x="420022" y="3831902"/>
                  <a:pt x="412973" y="3822472"/>
                </a:cubicBezTo>
                <a:lnTo>
                  <a:pt x="398042" y="3789776"/>
                </a:lnTo>
                <a:lnTo>
                  <a:pt x="404399" y="3754653"/>
                </a:lnTo>
                <a:cubicBezTo>
                  <a:pt x="407067" y="3749126"/>
                  <a:pt x="405733" y="3741316"/>
                  <a:pt x="404781" y="3734838"/>
                </a:cubicBezTo>
                <a:lnTo>
                  <a:pt x="404781" y="3734838"/>
                </a:lnTo>
                <a:lnTo>
                  <a:pt x="404781" y="3734837"/>
                </a:lnTo>
                <a:lnTo>
                  <a:pt x="400733" y="3680164"/>
                </a:lnTo>
                <a:lnTo>
                  <a:pt x="407246" y="3654416"/>
                </a:lnTo>
                <a:cubicBezTo>
                  <a:pt x="411056" y="3646123"/>
                  <a:pt x="416735" y="3638158"/>
                  <a:pt x="424974" y="3630633"/>
                </a:cubicBezTo>
                <a:cubicBezTo>
                  <a:pt x="431452" y="3624726"/>
                  <a:pt x="434118" y="3614820"/>
                  <a:pt x="438500" y="3606818"/>
                </a:cubicBezTo>
                <a:cubicBezTo>
                  <a:pt x="447455" y="3590054"/>
                  <a:pt x="451503" y="3582005"/>
                  <a:pt x="450598" y="3574409"/>
                </a:cubicBezTo>
                <a:lnTo>
                  <a:pt x="450598" y="3574408"/>
                </a:lnTo>
                <a:lnTo>
                  <a:pt x="450598" y="3574408"/>
                </a:lnTo>
                <a:cubicBezTo>
                  <a:pt x="449693" y="3566811"/>
                  <a:pt x="443835" y="3559668"/>
                  <a:pt x="432976" y="3544713"/>
                </a:cubicBezTo>
                <a:cubicBezTo>
                  <a:pt x="421546" y="3529090"/>
                  <a:pt x="409925" y="3507563"/>
                  <a:pt x="410877" y="3489467"/>
                </a:cubicBezTo>
                <a:cubicBezTo>
                  <a:pt x="416591" y="3380305"/>
                  <a:pt x="389159" y="3276480"/>
                  <a:pt x="363250" y="3172654"/>
                </a:cubicBezTo>
                <a:lnTo>
                  <a:pt x="350796" y="3077402"/>
                </a:lnTo>
                <a:lnTo>
                  <a:pt x="362488" y="2982149"/>
                </a:lnTo>
                <a:cubicBezTo>
                  <a:pt x="365441" y="2970576"/>
                  <a:pt x="366442" y="2959157"/>
                  <a:pt x="366072" y="2947863"/>
                </a:cubicBezTo>
                <a:lnTo>
                  <a:pt x="366072" y="2947863"/>
                </a:lnTo>
                <a:lnTo>
                  <a:pt x="366072" y="2947862"/>
                </a:lnTo>
                <a:cubicBezTo>
                  <a:pt x="364965" y="2913982"/>
                  <a:pt x="351534" y="2881226"/>
                  <a:pt x="341533" y="2848793"/>
                </a:cubicBezTo>
                <a:close/>
                <a:moveTo>
                  <a:pt x="817328" y="1508458"/>
                </a:moveTo>
                <a:lnTo>
                  <a:pt x="845421" y="1596213"/>
                </a:lnTo>
                <a:cubicBezTo>
                  <a:pt x="847898" y="1604978"/>
                  <a:pt x="846373" y="1615836"/>
                  <a:pt x="843517" y="1624980"/>
                </a:cubicBezTo>
                <a:cubicBezTo>
                  <a:pt x="833801" y="1656223"/>
                  <a:pt x="809415" y="1676036"/>
                  <a:pt x="786935" y="1697753"/>
                </a:cubicBezTo>
                <a:cubicBezTo>
                  <a:pt x="777029" y="1707279"/>
                  <a:pt x="769981" y="1720423"/>
                  <a:pt x="764267" y="1733188"/>
                </a:cubicBezTo>
                <a:cubicBezTo>
                  <a:pt x="749595" y="1766335"/>
                  <a:pt x="736452" y="1800246"/>
                  <a:pt x="722546" y="1833775"/>
                </a:cubicBezTo>
                <a:cubicBezTo>
                  <a:pt x="721212" y="1837013"/>
                  <a:pt x="717783" y="1839679"/>
                  <a:pt x="714925" y="1842158"/>
                </a:cubicBezTo>
                <a:cubicBezTo>
                  <a:pt x="684824" y="1866922"/>
                  <a:pt x="654535" y="1891497"/>
                  <a:pt x="624434" y="1916454"/>
                </a:cubicBezTo>
                <a:cubicBezTo>
                  <a:pt x="618720" y="1921216"/>
                  <a:pt x="614528" y="1928076"/>
                  <a:pt x="609004" y="1933219"/>
                </a:cubicBezTo>
                <a:cubicBezTo>
                  <a:pt x="601384" y="1940459"/>
                  <a:pt x="594143" y="1949603"/>
                  <a:pt x="584999" y="1953413"/>
                </a:cubicBezTo>
                <a:cubicBezTo>
                  <a:pt x="556234" y="1965224"/>
                  <a:pt x="543850" y="1987894"/>
                  <a:pt x="538516" y="2016469"/>
                </a:cubicBezTo>
                <a:cubicBezTo>
                  <a:pt x="533563" y="2042570"/>
                  <a:pt x="529371" y="2068669"/>
                  <a:pt x="523657" y="2094578"/>
                </a:cubicBezTo>
                <a:cubicBezTo>
                  <a:pt x="516799" y="2126201"/>
                  <a:pt x="509369" y="2157636"/>
                  <a:pt x="500986" y="2188879"/>
                </a:cubicBezTo>
                <a:cubicBezTo>
                  <a:pt x="497366" y="2202404"/>
                  <a:pt x="493176" y="2216692"/>
                  <a:pt x="485746" y="2228314"/>
                </a:cubicBezTo>
                <a:cubicBezTo>
                  <a:pt x="465171" y="2260890"/>
                  <a:pt x="451265" y="2295753"/>
                  <a:pt x="456789" y="2334044"/>
                </a:cubicBezTo>
                <a:cubicBezTo>
                  <a:pt x="461171" y="2364715"/>
                  <a:pt x="449931" y="2390434"/>
                  <a:pt x="432404" y="2409485"/>
                </a:cubicBezTo>
                <a:cubicBezTo>
                  <a:pt x="416497" y="2426822"/>
                  <a:pt x="410353" y="2444777"/>
                  <a:pt x="409472" y="2463017"/>
                </a:cubicBezTo>
                <a:lnTo>
                  <a:pt x="409472" y="2463018"/>
                </a:lnTo>
                <a:lnTo>
                  <a:pt x="409472" y="2463018"/>
                </a:lnTo>
                <a:cubicBezTo>
                  <a:pt x="408591" y="2481259"/>
                  <a:pt x="412972" y="2499786"/>
                  <a:pt x="418115" y="2518265"/>
                </a:cubicBezTo>
                <a:lnTo>
                  <a:pt x="421759" y="2545007"/>
                </a:lnTo>
                <a:lnTo>
                  <a:pt x="417545" y="2571034"/>
                </a:lnTo>
                <a:cubicBezTo>
                  <a:pt x="405543" y="2612945"/>
                  <a:pt x="372966" y="2640950"/>
                  <a:pt x="344391" y="2668001"/>
                </a:cubicBezTo>
                <a:cubicBezTo>
                  <a:pt x="320006" y="2691054"/>
                  <a:pt x="306290" y="2716963"/>
                  <a:pt x="296001" y="2745348"/>
                </a:cubicBezTo>
                <a:lnTo>
                  <a:pt x="296001" y="2745352"/>
                </a:lnTo>
                <a:lnTo>
                  <a:pt x="289670" y="2770758"/>
                </a:lnTo>
                <a:lnTo>
                  <a:pt x="290080" y="2778006"/>
                </a:lnTo>
                <a:lnTo>
                  <a:pt x="289301" y="2782305"/>
                </a:lnTo>
                <a:lnTo>
                  <a:pt x="290501" y="2785440"/>
                </a:lnTo>
                <a:lnTo>
                  <a:pt x="290929" y="2793023"/>
                </a:lnTo>
                <a:lnTo>
                  <a:pt x="300579" y="2811780"/>
                </a:lnTo>
                <a:lnTo>
                  <a:pt x="300582" y="2811787"/>
                </a:lnTo>
                <a:lnTo>
                  <a:pt x="300583" y="2811787"/>
                </a:lnTo>
                <a:lnTo>
                  <a:pt x="300579" y="2811780"/>
                </a:lnTo>
                <a:lnTo>
                  <a:pt x="290501" y="2785440"/>
                </a:lnTo>
                <a:lnTo>
                  <a:pt x="290080" y="2778006"/>
                </a:lnTo>
                <a:lnTo>
                  <a:pt x="296001" y="2745352"/>
                </a:lnTo>
                <a:lnTo>
                  <a:pt x="296001" y="2745349"/>
                </a:lnTo>
                <a:cubicBezTo>
                  <a:pt x="306290" y="2716964"/>
                  <a:pt x="320006" y="2691055"/>
                  <a:pt x="344391" y="2668002"/>
                </a:cubicBezTo>
                <a:cubicBezTo>
                  <a:pt x="372966" y="2640951"/>
                  <a:pt x="405543" y="2612946"/>
                  <a:pt x="417545" y="2571035"/>
                </a:cubicBezTo>
                <a:cubicBezTo>
                  <a:pt x="420117" y="2561986"/>
                  <a:pt x="421593" y="2553556"/>
                  <a:pt x="421760" y="2545007"/>
                </a:cubicBezTo>
                <a:lnTo>
                  <a:pt x="421759" y="2545007"/>
                </a:lnTo>
                <a:lnTo>
                  <a:pt x="421760" y="2545006"/>
                </a:lnTo>
                <a:cubicBezTo>
                  <a:pt x="421926" y="2536457"/>
                  <a:pt x="420783" y="2527790"/>
                  <a:pt x="418115" y="2518264"/>
                </a:cubicBezTo>
                <a:cubicBezTo>
                  <a:pt x="415544" y="2509025"/>
                  <a:pt x="413163" y="2499773"/>
                  <a:pt x="411535" y="2490551"/>
                </a:cubicBezTo>
                <a:lnTo>
                  <a:pt x="409472" y="2463018"/>
                </a:lnTo>
                <a:lnTo>
                  <a:pt x="415303" y="2435913"/>
                </a:lnTo>
                <a:cubicBezTo>
                  <a:pt x="418938" y="2426977"/>
                  <a:pt x="424451" y="2418154"/>
                  <a:pt x="432404" y="2409486"/>
                </a:cubicBezTo>
                <a:cubicBezTo>
                  <a:pt x="449931" y="2390435"/>
                  <a:pt x="461171" y="2364716"/>
                  <a:pt x="456789" y="2334045"/>
                </a:cubicBezTo>
                <a:cubicBezTo>
                  <a:pt x="451265" y="2295754"/>
                  <a:pt x="465171" y="2260891"/>
                  <a:pt x="485746" y="2228315"/>
                </a:cubicBezTo>
                <a:cubicBezTo>
                  <a:pt x="493176" y="2216693"/>
                  <a:pt x="497366" y="2202405"/>
                  <a:pt x="500986" y="2188880"/>
                </a:cubicBezTo>
                <a:cubicBezTo>
                  <a:pt x="509369" y="2157637"/>
                  <a:pt x="516799" y="2126202"/>
                  <a:pt x="523657" y="2094579"/>
                </a:cubicBezTo>
                <a:cubicBezTo>
                  <a:pt x="529371" y="2068670"/>
                  <a:pt x="533563" y="2042571"/>
                  <a:pt x="538516" y="2016470"/>
                </a:cubicBezTo>
                <a:cubicBezTo>
                  <a:pt x="543850" y="1987895"/>
                  <a:pt x="556234" y="1965225"/>
                  <a:pt x="584999" y="1953414"/>
                </a:cubicBezTo>
                <a:cubicBezTo>
                  <a:pt x="594143" y="1949604"/>
                  <a:pt x="601384" y="1940460"/>
                  <a:pt x="609004" y="1933220"/>
                </a:cubicBezTo>
                <a:cubicBezTo>
                  <a:pt x="614528" y="1928077"/>
                  <a:pt x="618720" y="1921217"/>
                  <a:pt x="624434" y="1916455"/>
                </a:cubicBezTo>
                <a:cubicBezTo>
                  <a:pt x="654535" y="1891498"/>
                  <a:pt x="684824" y="1866923"/>
                  <a:pt x="714925" y="1842159"/>
                </a:cubicBezTo>
                <a:cubicBezTo>
                  <a:pt x="717783" y="1839680"/>
                  <a:pt x="721212" y="1837014"/>
                  <a:pt x="722546" y="1833776"/>
                </a:cubicBezTo>
                <a:cubicBezTo>
                  <a:pt x="736452" y="1800247"/>
                  <a:pt x="749596" y="1766336"/>
                  <a:pt x="764267" y="1733189"/>
                </a:cubicBezTo>
                <a:cubicBezTo>
                  <a:pt x="769981" y="1720424"/>
                  <a:pt x="777029" y="1707280"/>
                  <a:pt x="786936" y="1697754"/>
                </a:cubicBezTo>
                <a:cubicBezTo>
                  <a:pt x="809416" y="1676037"/>
                  <a:pt x="833801" y="1656224"/>
                  <a:pt x="843517" y="1624981"/>
                </a:cubicBezTo>
                <a:cubicBezTo>
                  <a:pt x="846374" y="1615837"/>
                  <a:pt x="847899" y="1604979"/>
                  <a:pt x="845422" y="1596214"/>
                </a:cubicBezTo>
                <a:close/>
                <a:moveTo>
                  <a:pt x="792926" y="1453958"/>
                </a:moveTo>
                <a:lnTo>
                  <a:pt x="798723" y="1459073"/>
                </a:lnTo>
                <a:lnTo>
                  <a:pt x="807941" y="1481572"/>
                </a:lnTo>
                <a:lnTo>
                  <a:pt x="798724" y="1459074"/>
                </a:lnTo>
                <a:lnTo>
                  <a:pt x="798723" y="1459073"/>
                </a:lnTo>
                <a:lnTo>
                  <a:pt x="798723" y="1459073"/>
                </a:lnTo>
                <a:close/>
                <a:moveTo>
                  <a:pt x="779530" y="1268758"/>
                </a:moveTo>
                <a:lnTo>
                  <a:pt x="774363" y="1286069"/>
                </a:lnTo>
                <a:cubicBezTo>
                  <a:pt x="759789" y="1306930"/>
                  <a:pt x="753550" y="1328552"/>
                  <a:pt x="752025" y="1350627"/>
                </a:cubicBezTo>
                <a:lnTo>
                  <a:pt x="757620" y="1413840"/>
                </a:lnTo>
                <a:lnTo>
                  <a:pt x="752026" y="1350628"/>
                </a:lnTo>
                <a:cubicBezTo>
                  <a:pt x="753550" y="1328553"/>
                  <a:pt x="759790" y="1306930"/>
                  <a:pt x="774363" y="1286070"/>
                </a:cubicBezTo>
                <a:cubicBezTo>
                  <a:pt x="777506" y="1281689"/>
                  <a:pt x="779078" y="1275402"/>
                  <a:pt x="779530" y="1268758"/>
                </a:cubicBezTo>
                <a:close/>
                <a:moveTo>
                  <a:pt x="837801" y="773035"/>
                </a:moveTo>
                <a:lnTo>
                  <a:pt x="829801" y="854379"/>
                </a:lnTo>
                <a:cubicBezTo>
                  <a:pt x="827515" y="878956"/>
                  <a:pt x="826753" y="903722"/>
                  <a:pt x="798747" y="915343"/>
                </a:cubicBezTo>
                <a:cubicBezTo>
                  <a:pt x="794365" y="917059"/>
                  <a:pt x="791127" y="922773"/>
                  <a:pt x="788269" y="927155"/>
                </a:cubicBezTo>
                <a:cubicBezTo>
                  <a:pt x="744261" y="994785"/>
                  <a:pt x="745405" y="1030980"/>
                  <a:pt x="791889" y="1097087"/>
                </a:cubicBezTo>
                <a:cubicBezTo>
                  <a:pt x="796651" y="1103945"/>
                  <a:pt x="800081" y="1118613"/>
                  <a:pt x="796271" y="1123185"/>
                </a:cubicBezTo>
                <a:cubicBezTo>
                  <a:pt x="780459" y="1142617"/>
                  <a:pt x="773411" y="1162954"/>
                  <a:pt x="771553" y="1184029"/>
                </a:cubicBezTo>
                <a:cubicBezTo>
                  <a:pt x="773411" y="1162954"/>
                  <a:pt x="780460" y="1142618"/>
                  <a:pt x="796272" y="1123186"/>
                </a:cubicBezTo>
                <a:cubicBezTo>
                  <a:pt x="800082" y="1118614"/>
                  <a:pt x="796652" y="1103946"/>
                  <a:pt x="791890" y="1097088"/>
                </a:cubicBezTo>
                <a:cubicBezTo>
                  <a:pt x="745406" y="1030981"/>
                  <a:pt x="744262" y="994786"/>
                  <a:pt x="788270" y="927156"/>
                </a:cubicBezTo>
                <a:cubicBezTo>
                  <a:pt x="791128" y="922774"/>
                  <a:pt x="794366" y="917060"/>
                  <a:pt x="798748" y="915344"/>
                </a:cubicBezTo>
                <a:cubicBezTo>
                  <a:pt x="826753" y="903723"/>
                  <a:pt x="827515" y="878957"/>
                  <a:pt x="829801" y="854380"/>
                </a:cubicBezTo>
                <a:cubicBezTo>
                  <a:pt x="832277" y="827330"/>
                  <a:pt x="835515" y="800277"/>
                  <a:pt x="837801" y="773036"/>
                </a:cubicBezTo>
                <a:close/>
                <a:moveTo>
                  <a:pt x="782400" y="517851"/>
                </a:moveTo>
                <a:lnTo>
                  <a:pt x="791317" y="556047"/>
                </a:lnTo>
                <a:cubicBezTo>
                  <a:pt x="793413" y="564048"/>
                  <a:pt x="798937" y="572622"/>
                  <a:pt x="797795" y="580050"/>
                </a:cubicBezTo>
                <a:cubicBezTo>
                  <a:pt x="794461" y="601578"/>
                  <a:pt x="796890" y="622201"/>
                  <a:pt x="801176" y="642537"/>
                </a:cubicBezTo>
                <a:lnTo>
                  <a:pt x="813700" y="694928"/>
                </a:lnTo>
                <a:lnTo>
                  <a:pt x="801177" y="642538"/>
                </a:lnTo>
                <a:cubicBezTo>
                  <a:pt x="796891" y="622201"/>
                  <a:pt x="794462" y="601579"/>
                  <a:pt x="797796" y="580051"/>
                </a:cubicBezTo>
                <a:cubicBezTo>
                  <a:pt x="798938" y="572623"/>
                  <a:pt x="793414" y="564049"/>
                  <a:pt x="791318" y="556048"/>
                </a:cubicBezTo>
                <a:close/>
                <a:moveTo>
                  <a:pt x="769105" y="298169"/>
                </a:moveTo>
                <a:lnTo>
                  <a:pt x="783887" y="313533"/>
                </a:lnTo>
                <a:lnTo>
                  <a:pt x="786245" y="324058"/>
                </a:lnTo>
                <a:cubicBezTo>
                  <a:pt x="786031" y="328964"/>
                  <a:pt x="785126" y="334584"/>
                  <a:pt x="784459" y="338870"/>
                </a:cubicBezTo>
                <a:cubicBezTo>
                  <a:pt x="781601" y="357921"/>
                  <a:pt x="774363" y="376781"/>
                  <a:pt x="774553" y="395640"/>
                </a:cubicBezTo>
                <a:lnTo>
                  <a:pt x="778363" y="367328"/>
                </a:lnTo>
                <a:cubicBezTo>
                  <a:pt x="780506" y="357874"/>
                  <a:pt x="783031" y="348396"/>
                  <a:pt x="784460" y="338871"/>
                </a:cubicBezTo>
                <a:cubicBezTo>
                  <a:pt x="785794" y="330299"/>
                  <a:pt x="788080" y="316390"/>
                  <a:pt x="783888" y="313534"/>
                </a:cubicBezTo>
                <a:lnTo>
                  <a:pt x="783887" y="313533"/>
                </a:lnTo>
                <a:lnTo>
                  <a:pt x="783887" y="313533"/>
                </a:lnTo>
                <a:close/>
                <a:moveTo>
                  <a:pt x="761560" y="281568"/>
                </a:moveTo>
                <a:lnTo>
                  <a:pt x="766454" y="295415"/>
                </a:lnTo>
                <a:lnTo>
                  <a:pt x="766455" y="295415"/>
                </a:lnTo>
                <a:close/>
                <a:moveTo>
                  <a:pt x="774880" y="24486"/>
                </a:moveTo>
                <a:lnTo>
                  <a:pt x="777142" y="74129"/>
                </a:lnTo>
                <a:cubicBezTo>
                  <a:pt x="775758" y="100174"/>
                  <a:pt x="771253" y="125876"/>
                  <a:pt x="767023" y="151569"/>
                </a:cubicBezTo>
                <a:lnTo>
                  <a:pt x="766824" y="153388"/>
                </a:lnTo>
                <a:lnTo>
                  <a:pt x="763010" y="177271"/>
                </a:lnTo>
                <a:lnTo>
                  <a:pt x="758551" y="228944"/>
                </a:lnTo>
                <a:lnTo>
                  <a:pt x="758551" y="228948"/>
                </a:lnTo>
                <a:lnTo>
                  <a:pt x="758551" y="228949"/>
                </a:lnTo>
                <a:lnTo>
                  <a:pt x="758551" y="228944"/>
                </a:lnTo>
                <a:lnTo>
                  <a:pt x="766824" y="153388"/>
                </a:lnTo>
                <a:lnTo>
                  <a:pt x="771220" y="125861"/>
                </a:lnTo>
                <a:cubicBezTo>
                  <a:pt x="773910" y="108703"/>
                  <a:pt x="776220" y="91492"/>
                  <a:pt x="777143" y="74129"/>
                </a:cubicBezTo>
                <a:close/>
                <a:moveTo>
                  <a:pt x="313353" y="0"/>
                </a:moveTo>
                <a:lnTo>
                  <a:pt x="777461" y="0"/>
                </a:lnTo>
                <a:lnTo>
                  <a:pt x="774743" y="21486"/>
                </a:lnTo>
                <a:lnTo>
                  <a:pt x="777461" y="1"/>
                </a:lnTo>
                <a:lnTo>
                  <a:pt x="4543953" y="2"/>
                </a:lnTo>
                <a:lnTo>
                  <a:pt x="4543953" y="6858002"/>
                </a:lnTo>
                <a:lnTo>
                  <a:pt x="284400" y="6858002"/>
                </a:lnTo>
                <a:lnTo>
                  <a:pt x="284400" y="6858001"/>
                </a:lnTo>
                <a:lnTo>
                  <a:pt x="284400" y="6858001"/>
                </a:lnTo>
                <a:lnTo>
                  <a:pt x="278237" y="6812064"/>
                </a:lnTo>
                <a:lnTo>
                  <a:pt x="283011" y="6776800"/>
                </a:lnTo>
                <a:cubicBezTo>
                  <a:pt x="286107" y="6765164"/>
                  <a:pt x="290857" y="6753698"/>
                  <a:pt x="297715" y="6742553"/>
                </a:cubicBezTo>
                <a:cubicBezTo>
                  <a:pt x="306003" y="6729219"/>
                  <a:pt x="311147" y="6716169"/>
                  <a:pt x="311551" y="6702977"/>
                </a:cubicBezTo>
                <a:lnTo>
                  <a:pt x="311551" y="6702976"/>
                </a:lnTo>
                <a:lnTo>
                  <a:pt x="311551" y="6702976"/>
                </a:lnTo>
                <a:cubicBezTo>
                  <a:pt x="311956" y="6689783"/>
                  <a:pt x="307622" y="6676448"/>
                  <a:pt x="296953" y="6662541"/>
                </a:cubicBezTo>
                <a:cubicBezTo>
                  <a:pt x="293286" y="6657825"/>
                  <a:pt x="290989" y="6651967"/>
                  <a:pt x="289870" y="6645552"/>
                </a:cubicBezTo>
                <a:lnTo>
                  <a:pt x="289858" y="6625225"/>
                </a:lnTo>
                <a:lnTo>
                  <a:pt x="306480" y="6588626"/>
                </a:lnTo>
                <a:cubicBezTo>
                  <a:pt x="312576" y="6582147"/>
                  <a:pt x="318672" y="6575479"/>
                  <a:pt x="328959" y="6564621"/>
                </a:cubicBezTo>
                <a:lnTo>
                  <a:pt x="328959" y="6564620"/>
                </a:lnTo>
                <a:lnTo>
                  <a:pt x="306480" y="6588625"/>
                </a:lnTo>
                <a:cubicBezTo>
                  <a:pt x="298003" y="6597578"/>
                  <a:pt x="291954" y="6611342"/>
                  <a:pt x="289858" y="6625224"/>
                </a:cubicBezTo>
                <a:lnTo>
                  <a:pt x="289858" y="6625225"/>
                </a:lnTo>
                <a:lnTo>
                  <a:pt x="289858" y="6625225"/>
                </a:lnTo>
                <a:cubicBezTo>
                  <a:pt x="287762" y="6639108"/>
                  <a:pt x="289619" y="6653111"/>
                  <a:pt x="296953" y="6662542"/>
                </a:cubicBezTo>
                <a:cubicBezTo>
                  <a:pt x="302288" y="6669496"/>
                  <a:pt x="306038" y="6676306"/>
                  <a:pt x="308405" y="6683027"/>
                </a:cubicBezTo>
                <a:lnTo>
                  <a:pt x="311551" y="6702976"/>
                </a:lnTo>
                <a:lnTo>
                  <a:pt x="297715" y="6742552"/>
                </a:lnTo>
                <a:cubicBezTo>
                  <a:pt x="283999" y="6764841"/>
                  <a:pt x="278713" y="6788417"/>
                  <a:pt x="278237" y="6812063"/>
                </a:cubicBezTo>
                <a:lnTo>
                  <a:pt x="278237" y="6812064"/>
                </a:lnTo>
                <a:lnTo>
                  <a:pt x="278237" y="6812064"/>
                </a:lnTo>
                <a:lnTo>
                  <a:pt x="284400" y="6858001"/>
                </a:lnTo>
                <a:lnTo>
                  <a:pt x="112147" y="6858001"/>
                </a:lnTo>
                <a:lnTo>
                  <a:pt x="102447" y="6815516"/>
                </a:lnTo>
                <a:cubicBezTo>
                  <a:pt x="96923" y="6793035"/>
                  <a:pt x="87016" y="6771319"/>
                  <a:pt x="83396" y="6748458"/>
                </a:cubicBezTo>
                <a:cubicBezTo>
                  <a:pt x="74824" y="6694164"/>
                  <a:pt x="68728" y="6639488"/>
                  <a:pt x="61870" y="6584812"/>
                </a:cubicBezTo>
                <a:cubicBezTo>
                  <a:pt x="54821" y="6528424"/>
                  <a:pt x="47391" y="6472225"/>
                  <a:pt x="41105" y="6415833"/>
                </a:cubicBezTo>
                <a:cubicBezTo>
                  <a:pt x="37865" y="6384972"/>
                  <a:pt x="37295" y="6353919"/>
                  <a:pt x="34247" y="6323058"/>
                </a:cubicBezTo>
                <a:cubicBezTo>
                  <a:pt x="31579" y="6296005"/>
                  <a:pt x="26626" y="6269144"/>
                  <a:pt x="23386" y="6242093"/>
                </a:cubicBezTo>
                <a:cubicBezTo>
                  <a:pt x="20720" y="6218660"/>
                  <a:pt x="19196" y="6195037"/>
                  <a:pt x="16528" y="6171605"/>
                </a:cubicBezTo>
                <a:cubicBezTo>
                  <a:pt x="12148" y="6134075"/>
                  <a:pt x="7194" y="6096736"/>
                  <a:pt x="2622" y="6059397"/>
                </a:cubicBezTo>
                <a:lnTo>
                  <a:pt x="0" y="6041769"/>
                </a:lnTo>
                <a:lnTo>
                  <a:pt x="0" y="6000937"/>
                </a:lnTo>
                <a:lnTo>
                  <a:pt x="3670" y="5957595"/>
                </a:lnTo>
                <a:lnTo>
                  <a:pt x="0" y="5912511"/>
                </a:lnTo>
                <a:lnTo>
                  <a:pt x="0" y="5886401"/>
                </a:lnTo>
                <a:lnTo>
                  <a:pt x="1098" y="5864318"/>
                </a:lnTo>
                <a:cubicBezTo>
                  <a:pt x="7576" y="5839361"/>
                  <a:pt x="16720" y="5815169"/>
                  <a:pt x="24720" y="5790592"/>
                </a:cubicBezTo>
                <a:cubicBezTo>
                  <a:pt x="25672" y="5787924"/>
                  <a:pt x="25864" y="5784686"/>
                  <a:pt x="26434" y="5781830"/>
                </a:cubicBezTo>
                <a:cubicBezTo>
                  <a:pt x="29675" y="5765635"/>
                  <a:pt x="32913" y="5749634"/>
                  <a:pt x="35771" y="5733440"/>
                </a:cubicBezTo>
                <a:cubicBezTo>
                  <a:pt x="37295" y="5724678"/>
                  <a:pt x="37485" y="5715723"/>
                  <a:pt x="38819" y="5706959"/>
                </a:cubicBezTo>
                <a:cubicBezTo>
                  <a:pt x="44153" y="5673050"/>
                  <a:pt x="35199" y="5635711"/>
                  <a:pt x="58250" y="5606372"/>
                </a:cubicBezTo>
                <a:cubicBezTo>
                  <a:pt x="73110" y="5587321"/>
                  <a:pt x="69680" y="5568842"/>
                  <a:pt x="67394" y="5548460"/>
                </a:cubicBezTo>
                <a:cubicBezTo>
                  <a:pt x="65680" y="5533027"/>
                  <a:pt x="66252" y="5517215"/>
                  <a:pt x="66060" y="5501594"/>
                </a:cubicBezTo>
                <a:cubicBezTo>
                  <a:pt x="65490" y="5474161"/>
                  <a:pt x="65298" y="5446728"/>
                  <a:pt x="64346" y="5419295"/>
                </a:cubicBezTo>
                <a:cubicBezTo>
                  <a:pt x="63966" y="5410531"/>
                  <a:pt x="59202" y="5401579"/>
                  <a:pt x="59964" y="5393005"/>
                </a:cubicBezTo>
                <a:cubicBezTo>
                  <a:pt x="63584" y="5353379"/>
                  <a:pt x="69300" y="5313754"/>
                  <a:pt x="72538" y="5274129"/>
                </a:cubicBezTo>
                <a:cubicBezTo>
                  <a:pt x="74442" y="5251650"/>
                  <a:pt x="70824" y="5228597"/>
                  <a:pt x="73490" y="5206308"/>
                </a:cubicBezTo>
                <a:cubicBezTo>
                  <a:pt x="76538" y="5180591"/>
                  <a:pt x="84348" y="5155445"/>
                  <a:pt x="89113" y="5129916"/>
                </a:cubicBezTo>
                <a:cubicBezTo>
                  <a:pt x="90445" y="5122867"/>
                  <a:pt x="88731" y="5115057"/>
                  <a:pt x="88351" y="5107627"/>
                </a:cubicBezTo>
                <a:cubicBezTo>
                  <a:pt x="87968" y="5099245"/>
                  <a:pt x="87206" y="5091052"/>
                  <a:pt x="87016" y="5082670"/>
                </a:cubicBezTo>
                <a:cubicBezTo>
                  <a:pt x="86634" y="5057141"/>
                  <a:pt x="87206" y="5031614"/>
                  <a:pt x="85872" y="5006086"/>
                </a:cubicBezTo>
                <a:cubicBezTo>
                  <a:pt x="85110" y="4990465"/>
                  <a:pt x="77300" y="4974082"/>
                  <a:pt x="80158" y="4959602"/>
                </a:cubicBezTo>
                <a:cubicBezTo>
                  <a:pt x="85682" y="4930075"/>
                  <a:pt x="73300" y="4900546"/>
                  <a:pt x="83586" y="4871019"/>
                </a:cubicBezTo>
                <a:cubicBezTo>
                  <a:pt x="86634" y="4861873"/>
                  <a:pt x="79014" y="4849300"/>
                  <a:pt x="78634" y="4838250"/>
                </a:cubicBezTo>
                <a:cubicBezTo>
                  <a:pt x="77682" y="4810627"/>
                  <a:pt x="77872" y="4783004"/>
                  <a:pt x="78062" y="4755381"/>
                </a:cubicBezTo>
                <a:cubicBezTo>
                  <a:pt x="78252" y="4730614"/>
                  <a:pt x="75586" y="4704895"/>
                  <a:pt x="80920" y="4681083"/>
                </a:cubicBezTo>
                <a:cubicBezTo>
                  <a:pt x="86634" y="4656126"/>
                  <a:pt x="85872" y="4633647"/>
                  <a:pt x="79396" y="4609452"/>
                </a:cubicBezTo>
                <a:cubicBezTo>
                  <a:pt x="75014" y="4592878"/>
                  <a:pt x="74442" y="4575351"/>
                  <a:pt x="73110" y="4558207"/>
                </a:cubicBezTo>
                <a:cubicBezTo>
                  <a:pt x="71586" y="4539728"/>
                  <a:pt x="75586" y="4519343"/>
                  <a:pt x="69300" y="4502579"/>
                </a:cubicBezTo>
                <a:cubicBezTo>
                  <a:pt x="50629" y="4452665"/>
                  <a:pt x="46629" y="4401419"/>
                  <a:pt x="46629" y="4349222"/>
                </a:cubicBezTo>
                <a:cubicBezTo>
                  <a:pt x="46629" y="4339695"/>
                  <a:pt x="49295" y="4329979"/>
                  <a:pt x="52153" y="4320837"/>
                </a:cubicBezTo>
                <a:cubicBezTo>
                  <a:pt x="69300" y="4267493"/>
                  <a:pt x="67776" y="4213961"/>
                  <a:pt x="57297" y="4159667"/>
                </a:cubicBezTo>
                <a:cubicBezTo>
                  <a:pt x="55011" y="4148427"/>
                  <a:pt x="54629" y="4135854"/>
                  <a:pt x="56915" y="4124614"/>
                </a:cubicBezTo>
                <a:cubicBezTo>
                  <a:pt x="63584" y="4092989"/>
                  <a:pt x="74634" y="4062318"/>
                  <a:pt x="79396" y="4030503"/>
                </a:cubicBezTo>
                <a:cubicBezTo>
                  <a:pt x="87206" y="3977925"/>
                  <a:pt x="60918" y="3932394"/>
                  <a:pt x="43771" y="3885338"/>
                </a:cubicBezTo>
                <a:cubicBezTo>
                  <a:pt x="31627" y="3851761"/>
                  <a:pt x="8016" y="3821935"/>
                  <a:pt x="426" y="3786777"/>
                </a:cubicBezTo>
                <a:lnTo>
                  <a:pt x="0" y="3773897"/>
                </a:lnTo>
                <a:lnTo>
                  <a:pt x="0" y="3393882"/>
                </a:lnTo>
                <a:lnTo>
                  <a:pt x="11838" y="3359516"/>
                </a:lnTo>
                <a:cubicBezTo>
                  <a:pt x="14434" y="3346205"/>
                  <a:pt x="14910" y="3332774"/>
                  <a:pt x="12910" y="3318771"/>
                </a:cubicBezTo>
                <a:cubicBezTo>
                  <a:pt x="12243" y="3314104"/>
                  <a:pt x="9909" y="3308770"/>
                  <a:pt x="6718" y="3304079"/>
                </a:cubicBezTo>
                <a:lnTo>
                  <a:pt x="0" y="3297657"/>
                </a:lnTo>
                <a:lnTo>
                  <a:pt x="0" y="3207867"/>
                </a:lnTo>
                <a:lnTo>
                  <a:pt x="15553" y="3186771"/>
                </a:lnTo>
                <a:cubicBezTo>
                  <a:pt x="28483" y="3162329"/>
                  <a:pt x="30484" y="3134647"/>
                  <a:pt x="36341" y="3107500"/>
                </a:cubicBezTo>
                <a:cubicBezTo>
                  <a:pt x="41105" y="3085403"/>
                  <a:pt x="41295" y="3064827"/>
                  <a:pt x="38057" y="3042728"/>
                </a:cubicBezTo>
                <a:cubicBezTo>
                  <a:pt x="30817" y="2994722"/>
                  <a:pt x="41105" y="2948047"/>
                  <a:pt x="54249" y="2901943"/>
                </a:cubicBezTo>
                <a:cubicBezTo>
                  <a:pt x="63012" y="2871462"/>
                  <a:pt x="68346" y="2840219"/>
                  <a:pt x="77300" y="2809930"/>
                </a:cubicBezTo>
                <a:cubicBezTo>
                  <a:pt x="84158" y="2787259"/>
                  <a:pt x="92351" y="2764590"/>
                  <a:pt x="103399" y="2743826"/>
                </a:cubicBezTo>
                <a:cubicBezTo>
                  <a:pt x="119594" y="2713723"/>
                  <a:pt x="143978" y="2687436"/>
                  <a:pt x="137500" y="2649143"/>
                </a:cubicBezTo>
                <a:cubicBezTo>
                  <a:pt x="131786" y="2615421"/>
                  <a:pt x="143786" y="2584942"/>
                  <a:pt x="155217" y="2554079"/>
                </a:cubicBezTo>
                <a:cubicBezTo>
                  <a:pt x="163599" y="2531409"/>
                  <a:pt x="172173" y="2508742"/>
                  <a:pt x="177507" y="2485307"/>
                </a:cubicBezTo>
                <a:cubicBezTo>
                  <a:pt x="183794" y="2457492"/>
                  <a:pt x="181126" y="2426059"/>
                  <a:pt x="192748" y="2401292"/>
                </a:cubicBezTo>
                <a:cubicBezTo>
                  <a:pt x="204940" y="2375383"/>
                  <a:pt x="196748" y="2353859"/>
                  <a:pt x="193318" y="2330806"/>
                </a:cubicBezTo>
                <a:cubicBezTo>
                  <a:pt x="187984" y="2294039"/>
                  <a:pt x="178077" y="2257459"/>
                  <a:pt x="190652" y="2220312"/>
                </a:cubicBezTo>
                <a:cubicBezTo>
                  <a:pt x="205892" y="2175163"/>
                  <a:pt x="222275" y="2130393"/>
                  <a:pt x="236753" y="2085054"/>
                </a:cubicBezTo>
                <a:cubicBezTo>
                  <a:pt x="242280" y="2067525"/>
                  <a:pt x="244566" y="2048668"/>
                  <a:pt x="247042" y="2030378"/>
                </a:cubicBezTo>
                <a:cubicBezTo>
                  <a:pt x="249138" y="2013043"/>
                  <a:pt x="243804" y="1992279"/>
                  <a:pt x="251804" y="1978940"/>
                </a:cubicBezTo>
                <a:cubicBezTo>
                  <a:pt x="272379" y="1944649"/>
                  <a:pt x="282475" y="1909408"/>
                  <a:pt x="282475" y="1869780"/>
                </a:cubicBezTo>
                <a:cubicBezTo>
                  <a:pt x="282475" y="1854920"/>
                  <a:pt x="291049" y="1840441"/>
                  <a:pt x="292573" y="1825393"/>
                </a:cubicBezTo>
                <a:cubicBezTo>
                  <a:pt x="294477" y="1804816"/>
                  <a:pt x="299622" y="1781194"/>
                  <a:pt x="292381" y="1763287"/>
                </a:cubicBezTo>
                <a:cubicBezTo>
                  <a:pt x="275237" y="1721185"/>
                  <a:pt x="289525" y="1687086"/>
                  <a:pt x="306480" y="1650317"/>
                </a:cubicBezTo>
                <a:cubicBezTo>
                  <a:pt x="323244" y="1614120"/>
                  <a:pt x="336579" y="1576019"/>
                  <a:pt x="347629" y="1537537"/>
                </a:cubicBezTo>
                <a:cubicBezTo>
                  <a:pt x="351629" y="1523059"/>
                  <a:pt x="344961" y="1505724"/>
                  <a:pt x="343629" y="1489720"/>
                </a:cubicBezTo>
                <a:cubicBezTo>
                  <a:pt x="343247" y="1484004"/>
                  <a:pt x="342675" y="1477717"/>
                  <a:pt x="344581" y="1472575"/>
                </a:cubicBezTo>
                <a:cubicBezTo>
                  <a:pt x="362870" y="1422854"/>
                  <a:pt x="376776" y="1372368"/>
                  <a:pt x="367252" y="1318456"/>
                </a:cubicBezTo>
                <a:cubicBezTo>
                  <a:pt x="366298" y="1313504"/>
                  <a:pt x="368394" y="1307978"/>
                  <a:pt x="369728" y="1303024"/>
                </a:cubicBezTo>
                <a:cubicBezTo>
                  <a:pt x="376586" y="1278829"/>
                  <a:pt x="387444" y="1255206"/>
                  <a:pt x="389921" y="1230633"/>
                </a:cubicBezTo>
                <a:cubicBezTo>
                  <a:pt x="396017" y="1170051"/>
                  <a:pt x="398495" y="1109091"/>
                  <a:pt x="402495" y="1048125"/>
                </a:cubicBezTo>
                <a:cubicBezTo>
                  <a:pt x="402685" y="1044315"/>
                  <a:pt x="402685" y="1040315"/>
                  <a:pt x="404019" y="1036887"/>
                </a:cubicBezTo>
                <a:cubicBezTo>
                  <a:pt x="412211" y="1014406"/>
                  <a:pt x="409543" y="994785"/>
                  <a:pt x="393923" y="975733"/>
                </a:cubicBezTo>
                <a:cubicBezTo>
                  <a:pt x="387064" y="967350"/>
                  <a:pt x="383444" y="955920"/>
                  <a:pt x="379634" y="945444"/>
                </a:cubicBezTo>
                <a:cubicBezTo>
                  <a:pt x="373918" y="930011"/>
                  <a:pt x="368394" y="914200"/>
                  <a:pt x="364774" y="898198"/>
                </a:cubicBezTo>
                <a:cubicBezTo>
                  <a:pt x="361346" y="882384"/>
                  <a:pt x="356583" y="865430"/>
                  <a:pt x="359250" y="850189"/>
                </a:cubicBezTo>
                <a:cubicBezTo>
                  <a:pt x="364012" y="822756"/>
                  <a:pt x="374680" y="796655"/>
                  <a:pt x="381730" y="769605"/>
                </a:cubicBezTo>
                <a:cubicBezTo>
                  <a:pt x="384206" y="760270"/>
                  <a:pt x="383824" y="749982"/>
                  <a:pt x="384016" y="740268"/>
                </a:cubicBezTo>
                <a:cubicBezTo>
                  <a:pt x="384586" y="717977"/>
                  <a:pt x="379062" y="695116"/>
                  <a:pt x="394875" y="674923"/>
                </a:cubicBezTo>
                <a:cubicBezTo>
                  <a:pt x="409733" y="656255"/>
                  <a:pt x="405353" y="637392"/>
                  <a:pt x="394113" y="617772"/>
                </a:cubicBezTo>
                <a:cubicBezTo>
                  <a:pt x="386110" y="603673"/>
                  <a:pt x="379824" y="587672"/>
                  <a:pt x="376776" y="571860"/>
                </a:cubicBezTo>
                <a:cubicBezTo>
                  <a:pt x="372586" y="550141"/>
                  <a:pt x="370870" y="528615"/>
                  <a:pt x="373348" y="505182"/>
                </a:cubicBezTo>
                <a:cubicBezTo>
                  <a:pt x="375062" y="488607"/>
                  <a:pt x="375824" y="475081"/>
                  <a:pt x="385920" y="462126"/>
                </a:cubicBezTo>
                <a:cubicBezTo>
                  <a:pt x="387444" y="460032"/>
                  <a:pt x="387826" y="456222"/>
                  <a:pt x="387634" y="453364"/>
                </a:cubicBezTo>
                <a:cubicBezTo>
                  <a:pt x="384396" y="415835"/>
                  <a:pt x="386110" y="378686"/>
                  <a:pt x="388399" y="340774"/>
                </a:cubicBezTo>
                <a:cubicBezTo>
                  <a:pt x="391445" y="292579"/>
                  <a:pt x="382492" y="241901"/>
                  <a:pt x="350487" y="200182"/>
                </a:cubicBezTo>
                <a:cubicBezTo>
                  <a:pt x="345723" y="194085"/>
                  <a:pt x="343629" y="184941"/>
                  <a:pt x="342485" y="176939"/>
                </a:cubicBezTo>
                <a:cubicBezTo>
                  <a:pt x="337533" y="139219"/>
                  <a:pt x="334103" y="101308"/>
                  <a:pt x="328579" y="63587"/>
                </a:cubicBezTo>
                <a:cubicBezTo>
                  <a:pt x="325530" y="43012"/>
                  <a:pt x="322862" y="21486"/>
                  <a:pt x="314480" y="2817"/>
                </a:cubicBezTo>
                <a:close/>
              </a:path>
            </a:pathLst>
          </a:custGeom>
          <a:effectLst>
            <a:outerShdw blurRad="381000" dist="152400" dir="10800000" algn="r" rotWithShape="0">
              <a:prstClr val="black">
                <a:alpha val="10000"/>
              </a:prstClr>
            </a:outerShdw>
          </a:effectLst>
        </p:spPr>
      </p:pic>
      <p:grpSp>
        <p:nvGrpSpPr>
          <p:cNvPr id="28" name="Group 27">
            <a:extLst>
              <a:ext uri="{FF2B5EF4-FFF2-40B4-BE49-F238E27FC236}">
                <a16:creationId xmlns:a16="http://schemas.microsoft.com/office/drawing/2014/main" id="{8B60959F-9B69-4520-A16E-EA6BECC747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20000" y="-1"/>
            <a:ext cx="874716" cy="6858001"/>
            <a:chOff x="7620000" y="-1"/>
            <a:chExt cx="874716" cy="6858001"/>
          </a:xfrm>
        </p:grpSpPr>
        <p:sp>
          <p:nvSpPr>
            <p:cNvPr id="29" name="Freeform: Shape 28">
              <a:extLst>
                <a:ext uri="{FF2B5EF4-FFF2-40B4-BE49-F238E27FC236}">
                  <a16:creationId xmlns:a16="http://schemas.microsoft.com/office/drawing/2014/main" id="{18D5A6E8-CD1B-4796-ABD1-A6F27F6C0E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4628357"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Shape 29">
              <a:extLst>
                <a:ext uri="{FF2B5EF4-FFF2-40B4-BE49-F238E27FC236}">
                  <a16:creationId xmlns:a16="http://schemas.microsoft.com/office/drawing/2014/main" id="{D7E12F56-F4EE-4535-8677-C11996E241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4628357"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aphicFrame>
        <p:nvGraphicFramePr>
          <p:cNvPr id="21" name="Content Placeholder 2">
            <a:extLst>
              <a:ext uri="{FF2B5EF4-FFF2-40B4-BE49-F238E27FC236}">
                <a16:creationId xmlns:a16="http://schemas.microsoft.com/office/drawing/2014/main" id="{046B5840-72FE-04AA-BE12-F75EF569B387}"/>
              </a:ext>
            </a:extLst>
          </p:cNvPr>
          <p:cNvGraphicFramePr>
            <a:graphicFrameLocks noGrp="1"/>
          </p:cNvGraphicFramePr>
          <p:nvPr>
            <p:ph idx="1"/>
            <p:extLst>
              <p:ext uri="{D42A27DB-BD31-4B8C-83A1-F6EECF244321}">
                <p14:modId xmlns:p14="http://schemas.microsoft.com/office/powerpoint/2010/main" val="866754724"/>
              </p:ext>
            </p:extLst>
          </p:nvPr>
        </p:nvGraphicFramePr>
        <p:xfrm>
          <a:off x="838200" y="3146400"/>
          <a:ext cx="6140449" cy="286228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639885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F98F79A4-A6C7-4101-B1E9-27E05CB7C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3871489"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2" name="Freeform: Shape 11">
            <a:extLst>
              <a:ext uri="{FF2B5EF4-FFF2-40B4-BE49-F238E27FC236}">
                <a16:creationId xmlns:a16="http://schemas.microsoft.com/office/drawing/2014/main" id="{31CE7A08-2184-4B99-ABC0-B40CD1D3F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871489"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2" name="Title 1">
            <a:extLst>
              <a:ext uri="{FF2B5EF4-FFF2-40B4-BE49-F238E27FC236}">
                <a16:creationId xmlns:a16="http://schemas.microsoft.com/office/drawing/2014/main" id="{242D98C7-A6F1-DB4F-2571-E1106F0AF4E5}"/>
              </a:ext>
            </a:extLst>
          </p:cNvPr>
          <p:cNvSpPr>
            <a:spLocks noGrp="1"/>
          </p:cNvSpPr>
          <p:nvPr>
            <p:ph type="title"/>
          </p:nvPr>
        </p:nvSpPr>
        <p:spPr>
          <a:xfrm>
            <a:off x="1102368" y="3306515"/>
            <a:ext cx="3826286" cy="3215373"/>
          </a:xfrm>
        </p:spPr>
        <p:txBody>
          <a:bodyPr>
            <a:normAutofit/>
          </a:bodyPr>
          <a:lstStyle/>
          <a:p>
            <a:pPr algn="ctr"/>
            <a:r>
              <a:rPr lang="en-US">
                <a:solidFill>
                  <a:schemeClr val="bg1"/>
                </a:solidFill>
                <a:ea typeface="+mj-lt"/>
                <a:cs typeface="+mj-lt"/>
              </a:rPr>
              <a:t>Example Prompt Structure</a:t>
            </a:r>
            <a:endParaRPr lang="en-US">
              <a:solidFill>
                <a:schemeClr val="bg1"/>
              </a:solidFill>
            </a:endParaRPr>
          </a:p>
        </p:txBody>
      </p:sp>
      <p:sp>
        <p:nvSpPr>
          <p:cNvPr id="14" name="Freeform: Shape 13">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16" name="Freeform: Shape 15">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9E5C5460-229E-46C8-A712-CC3179854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00654" y="4275786"/>
            <a:ext cx="2691346" cy="2582214"/>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0" name="Freeform: Shape 19">
            <a:extLst>
              <a:ext uri="{FF2B5EF4-FFF2-40B4-BE49-F238E27FC236}">
                <a16:creationId xmlns:a16="http://schemas.microsoft.com/office/drawing/2014/main" id="{2552FC29-9118-466F-940E-80C84EFDF0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00654" y="4275786"/>
            <a:ext cx="2691346" cy="2582214"/>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6">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 name="Content Placeholder 2">
            <a:extLst>
              <a:ext uri="{FF2B5EF4-FFF2-40B4-BE49-F238E27FC236}">
                <a16:creationId xmlns:a16="http://schemas.microsoft.com/office/drawing/2014/main" id="{B95175DF-1B81-FE01-22BA-9E0B468DAA12}"/>
              </a:ext>
            </a:extLst>
          </p:cNvPr>
          <p:cNvSpPr>
            <a:spLocks noGrp="1"/>
          </p:cNvSpPr>
          <p:nvPr>
            <p:ph idx="1"/>
          </p:nvPr>
        </p:nvSpPr>
        <p:spPr>
          <a:xfrm>
            <a:off x="5211448" y="706508"/>
            <a:ext cx="5217173" cy="4852379"/>
          </a:xfrm>
        </p:spPr>
        <p:txBody>
          <a:bodyPr vert="horz" lIns="91440" tIns="45720" rIns="91440" bIns="45720" rtlCol="0" anchor="t">
            <a:normAutofit fontScale="92500" lnSpcReduction="10000"/>
          </a:bodyPr>
          <a:lstStyle/>
          <a:p>
            <a:pPr marL="0" indent="0">
              <a:buNone/>
            </a:pPr>
            <a:r>
              <a:rPr lang="en-US" b="1" dirty="0">
                <a:solidFill>
                  <a:schemeClr val="bg1"/>
                </a:solidFill>
                <a:ea typeface="+mn-lt"/>
                <a:cs typeface="+mn-lt"/>
              </a:rPr>
              <a:t>Role:</a:t>
            </a:r>
            <a:r>
              <a:rPr lang="en-US" dirty="0">
                <a:solidFill>
                  <a:schemeClr val="bg1"/>
                </a:solidFill>
                <a:ea typeface="+mn-lt"/>
                <a:cs typeface="+mn-lt"/>
              </a:rPr>
              <a:t> Expert Data Analyst</a:t>
            </a:r>
          </a:p>
          <a:p>
            <a:pPr marL="0" indent="0">
              <a:buNone/>
            </a:pPr>
            <a:br>
              <a:rPr lang="en-US" dirty="0">
                <a:ea typeface="+mn-lt"/>
                <a:cs typeface="+mn-lt"/>
              </a:rPr>
            </a:br>
            <a:r>
              <a:rPr lang="en-US" b="1" dirty="0">
                <a:solidFill>
                  <a:schemeClr val="bg1"/>
                </a:solidFill>
                <a:ea typeface="+mn-lt"/>
                <a:cs typeface="+mn-lt"/>
              </a:rPr>
              <a:t>Task:</a:t>
            </a:r>
            <a:r>
              <a:rPr lang="en-US" dirty="0">
                <a:solidFill>
                  <a:schemeClr val="bg1"/>
                </a:solidFill>
                <a:ea typeface="+mn-lt"/>
                <a:cs typeface="+mn-lt"/>
              </a:rPr>
              <a:t> Analyze quarterly sales performance</a:t>
            </a:r>
          </a:p>
          <a:p>
            <a:pPr marL="0" indent="0">
              <a:buNone/>
            </a:pPr>
            <a:br>
              <a:rPr lang="en-US" dirty="0">
                <a:ea typeface="+mn-lt"/>
                <a:cs typeface="+mn-lt"/>
              </a:rPr>
            </a:br>
            <a:r>
              <a:rPr lang="en-US" dirty="0">
                <a:solidFill>
                  <a:schemeClr val="bg1"/>
                </a:solidFill>
                <a:ea typeface="+mn-lt"/>
                <a:cs typeface="+mn-lt"/>
              </a:rPr>
              <a:t> </a:t>
            </a:r>
            <a:r>
              <a:rPr lang="en-US" b="1" dirty="0">
                <a:solidFill>
                  <a:schemeClr val="bg1"/>
                </a:solidFill>
                <a:ea typeface="+mn-lt"/>
                <a:cs typeface="+mn-lt"/>
              </a:rPr>
              <a:t>Context:</a:t>
            </a:r>
            <a:r>
              <a:rPr lang="en-US" dirty="0">
                <a:solidFill>
                  <a:schemeClr val="bg1"/>
                </a:solidFill>
                <a:ea typeface="+mn-lt"/>
                <a:cs typeface="+mn-lt"/>
              </a:rPr>
              <a:t> CSV data with region, revenue, products</a:t>
            </a:r>
          </a:p>
          <a:p>
            <a:pPr marL="0" indent="0">
              <a:buNone/>
            </a:pPr>
            <a:br>
              <a:rPr lang="en-US" dirty="0">
                <a:ea typeface="+mn-lt"/>
                <a:cs typeface="+mn-lt"/>
              </a:rPr>
            </a:br>
            <a:r>
              <a:rPr lang="en-US" dirty="0">
                <a:solidFill>
                  <a:schemeClr val="bg1"/>
                </a:solidFill>
                <a:ea typeface="+mn-lt"/>
                <a:cs typeface="+mn-lt"/>
              </a:rPr>
              <a:t> </a:t>
            </a:r>
            <a:r>
              <a:rPr lang="en-US" b="1" dirty="0">
                <a:solidFill>
                  <a:schemeClr val="bg1"/>
                </a:solidFill>
                <a:ea typeface="+mn-lt"/>
                <a:cs typeface="+mn-lt"/>
              </a:rPr>
              <a:t>Format:</a:t>
            </a:r>
            <a:r>
              <a:rPr lang="en-US" dirty="0">
                <a:solidFill>
                  <a:schemeClr val="bg1"/>
                </a:solidFill>
                <a:ea typeface="+mn-lt"/>
                <a:cs typeface="+mn-lt"/>
              </a:rPr>
              <a:t> Provide insights in bullet points + 1 table</a:t>
            </a:r>
          </a:p>
          <a:p>
            <a:pPr marL="0" indent="0">
              <a:buNone/>
            </a:pPr>
            <a:br>
              <a:rPr lang="en-US" dirty="0">
                <a:ea typeface="+mn-lt"/>
                <a:cs typeface="+mn-lt"/>
              </a:rPr>
            </a:br>
            <a:r>
              <a:rPr lang="en-US" dirty="0">
                <a:solidFill>
                  <a:schemeClr val="bg1"/>
                </a:solidFill>
                <a:ea typeface="+mn-lt"/>
                <a:cs typeface="+mn-lt"/>
              </a:rPr>
              <a:t> </a:t>
            </a:r>
            <a:r>
              <a:rPr lang="en-US" b="1" dirty="0">
                <a:solidFill>
                  <a:schemeClr val="bg1"/>
                </a:solidFill>
                <a:ea typeface="+mn-lt"/>
                <a:cs typeface="+mn-lt"/>
              </a:rPr>
              <a:t>Extras:</a:t>
            </a:r>
            <a:r>
              <a:rPr lang="en-US" dirty="0">
                <a:solidFill>
                  <a:schemeClr val="bg1"/>
                </a:solidFill>
                <a:ea typeface="+mn-lt"/>
                <a:cs typeface="+mn-lt"/>
              </a:rPr>
              <a:t> Keep it short &amp; actionable</a:t>
            </a:r>
            <a:endParaRPr lang="en-US">
              <a:solidFill>
                <a:schemeClr val="bg1"/>
              </a:solidFill>
            </a:endParaRPr>
          </a:p>
        </p:txBody>
      </p:sp>
      <p:grpSp>
        <p:nvGrpSpPr>
          <p:cNvPr id="22"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23" name="Freeform: Shape 22">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947374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13" name="Freeform: Shape 12">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E3133E88-5DD9-FB5D-50EC-3313642CF23D}"/>
              </a:ext>
            </a:extLst>
          </p:cNvPr>
          <p:cNvSpPr>
            <a:spLocks noGrp="1"/>
          </p:cNvSpPr>
          <p:nvPr>
            <p:ph type="title"/>
          </p:nvPr>
        </p:nvSpPr>
        <p:spPr>
          <a:xfrm>
            <a:off x="804672" y="2053641"/>
            <a:ext cx="3669161" cy="2760098"/>
          </a:xfrm>
        </p:spPr>
        <p:txBody>
          <a:bodyPr>
            <a:normAutofit/>
          </a:bodyPr>
          <a:lstStyle/>
          <a:p>
            <a:r>
              <a:rPr lang="en-US" sz="4000">
                <a:solidFill>
                  <a:schemeClr val="tx2"/>
                </a:solidFill>
                <a:ea typeface="+mj-lt"/>
                <a:cs typeface="+mj-lt"/>
              </a:rPr>
              <a:t>Prompt Engineering Techniques</a:t>
            </a:r>
            <a:endParaRPr lang="en-US" sz="4000">
              <a:solidFill>
                <a:schemeClr val="tx2"/>
              </a:solidFill>
            </a:endParaRPr>
          </a:p>
        </p:txBody>
      </p:sp>
      <p:sp>
        <p:nvSpPr>
          <p:cNvPr id="9" name="Content Placeholder 2">
            <a:extLst>
              <a:ext uri="{FF2B5EF4-FFF2-40B4-BE49-F238E27FC236}">
                <a16:creationId xmlns:a16="http://schemas.microsoft.com/office/drawing/2014/main" id="{E993E13C-6F52-66D0-B445-C8A7244B7D9D}"/>
              </a:ext>
            </a:extLst>
          </p:cNvPr>
          <p:cNvSpPr>
            <a:spLocks noGrp="1"/>
          </p:cNvSpPr>
          <p:nvPr>
            <p:ph idx="1"/>
          </p:nvPr>
        </p:nvSpPr>
        <p:spPr>
          <a:xfrm>
            <a:off x="6090574" y="801866"/>
            <a:ext cx="5306084" cy="5230634"/>
          </a:xfrm>
          <a:noFill/>
          <a:ln>
            <a:noFill/>
          </a:ln>
        </p:spPr>
        <p:txBody>
          <a:bodyPr vert="horz" lIns="91440" tIns="45720" rIns="91440" bIns="45720" rtlCol="0" anchor="ctr">
            <a:normAutofit/>
          </a:bodyPr>
          <a:lstStyle/>
          <a:p>
            <a:r>
              <a:rPr lang="en-US" sz="1700" b="1">
                <a:solidFill>
                  <a:schemeClr val="tx2"/>
                </a:solidFill>
                <a:ea typeface="+mn-lt"/>
                <a:cs typeface="+mn-lt"/>
              </a:rPr>
              <a:t>Zero-shot prompting</a:t>
            </a:r>
            <a:br>
              <a:rPr lang="en-US" sz="1700" b="1">
                <a:solidFill>
                  <a:schemeClr val="tx2"/>
                </a:solidFill>
                <a:ea typeface="+mn-lt"/>
                <a:cs typeface="+mn-lt"/>
              </a:rPr>
            </a:br>
            <a:r>
              <a:rPr lang="en-US" sz="1700" b="1">
                <a:solidFill>
                  <a:schemeClr val="tx2"/>
                </a:solidFill>
                <a:ea typeface="+mn-lt"/>
                <a:cs typeface="+mn-lt"/>
              </a:rPr>
              <a:t> – No examples; direct question.</a:t>
            </a:r>
            <a:endParaRPr lang="en-US" sz="1700">
              <a:solidFill>
                <a:schemeClr val="tx2"/>
              </a:solidFill>
            </a:endParaRPr>
          </a:p>
          <a:p>
            <a:r>
              <a:rPr lang="en-US" sz="1700" b="1">
                <a:solidFill>
                  <a:schemeClr val="tx2"/>
                </a:solidFill>
                <a:ea typeface="+mn-lt"/>
                <a:cs typeface="+mn-lt"/>
              </a:rPr>
              <a:t>Few-shot prompting</a:t>
            </a:r>
            <a:br>
              <a:rPr lang="en-US" sz="1700" b="1">
                <a:solidFill>
                  <a:schemeClr val="tx2"/>
                </a:solidFill>
                <a:ea typeface="+mn-lt"/>
                <a:cs typeface="+mn-lt"/>
              </a:rPr>
            </a:br>
            <a:r>
              <a:rPr lang="en-US" sz="1700" b="1">
                <a:solidFill>
                  <a:schemeClr val="tx2"/>
                </a:solidFill>
                <a:ea typeface="+mn-lt"/>
                <a:cs typeface="+mn-lt"/>
              </a:rPr>
              <a:t> – Provide example inputs/outputs to teach format.</a:t>
            </a:r>
            <a:endParaRPr lang="en-US" sz="1700">
              <a:solidFill>
                <a:schemeClr val="tx2"/>
              </a:solidFill>
            </a:endParaRPr>
          </a:p>
          <a:p>
            <a:r>
              <a:rPr lang="en-US" sz="1700" b="1">
                <a:solidFill>
                  <a:schemeClr val="tx2"/>
                </a:solidFill>
                <a:ea typeface="+mn-lt"/>
                <a:cs typeface="+mn-lt"/>
              </a:rPr>
              <a:t>Chain-of-Thought (CoT)</a:t>
            </a:r>
            <a:br>
              <a:rPr lang="en-US" sz="1700" b="1">
                <a:solidFill>
                  <a:schemeClr val="tx2"/>
                </a:solidFill>
                <a:ea typeface="+mn-lt"/>
                <a:cs typeface="+mn-lt"/>
              </a:rPr>
            </a:br>
            <a:r>
              <a:rPr lang="en-US" sz="1700" b="1">
                <a:solidFill>
                  <a:schemeClr val="tx2"/>
                </a:solidFill>
                <a:ea typeface="+mn-lt"/>
                <a:cs typeface="+mn-lt"/>
              </a:rPr>
              <a:t> – Ask model to “think step-by-step” for reasoning tasks.</a:t>
            </a:r>
            <a:endParaRPr lang="en-US" sz="1700">
              <a:solidFill>
                <a:schemeClr val="tx2"/>
              </a:solidFill>
            </a:endParaRPr>
          </a:p>
          <a:p>
            <a:r>
              <a:rPr lang="en-US" sz="1700" b="1">
                <a:solidFill>
                  <a:schemeClr val="tx2"/>
                </a:solidFill>
                <a:ea typeface="+mn-lt"/>
                <a:cs typeface="+mn-lt"/>
              </a:rPr>
              <a:t>Role Prompting / Persona Setting</a:t>
            </a:r>
            <a:br>
              <a:rPr lang="en-US" sz="1700" b="1">
                <a:solidFill>
                  <a:schemeClr val="tx2"/>
                </a:solidFill>
                <a:ea typeface="+mn-lt"/>
                <a:cs typeface="+mn-lt"/>
              </a:rPr>
            </a:br>
            <a:r>
              <a:rPr lang="en-US" sz="1700" b="1">
                <a:solidFill>
                  <a:schemeClr val="tx2"/>
                </a:solidFill>
                <a:ea typeface="+mn-lt"/>
                <a:cs typeface="+mn-lt"/>
              </a:rPr>
              <a:t> – Assign expert roles for better control.</a:t>
            </a:r>
            <a:endParaRPr lang="en-US" sz="1700">
              <a:solidFill>
                <a:schemeClr val="tx2"/>
              </a:solidFill>
            </a:endParaRPr>
          </a:p>
          <a:p>
            <a:r>
              <a:rPr lang="en-US" sz="1700" b="1">
                <a:solidFill>
                  <a:schemeClr val="tx2"/>
                </a:solidFill>
                <a:ea typeface="+mn-lt"/>
                <a:cs typeface="+mn-lt"/>
              </a:rPr>
              <a:t>Instruction-based prompting</a:t>
            </a:r>
            <a:br>
              <a:rPr lang="en-US" sz="1700" b="1">
                <a:solidFill>
                  <a:schemeClr val="tx2"/>
                </a:solidFill>
                <a:ea typeface="+mn-lt"/>
                <a:cs typeface="+mn-lt"/>
              </a:rPr>
            </a:br>
            <a:r>
              <a:rPr lang="en-US" sz="1700" b="1">
                <a:solidFill>
                  <a:schemeClr val="tx2"/>
                </a:solidFill>
                <a:ea typeface="+mn-lt"/>
                <a:cs typeface="+mn-lt"/>
              </a:rPr>
              <a:t> – Clear, specific instructions reduce errors.</a:t>
            </a:r>
            <a:endParaRPr lang="en-US" sz="1700">
              <a:solidFill>
                <a:schemeClr val="tx2"/>
              </a:solidFill>
            </a:endParaRPr>
          </a:p>
          <a:p>
            <a:r>
              <a:rPr lang="en-US" sz="1700" b="1">
                <a:solidFill>
                  <a:schemeClr val="tx2"/>
                </a:solidFill>
                <a:ea typeface="+mn-lt"/>
                <a:cs typeface="+mn-lt"/>
              </a:rPr>
              <a:t>Contextual prompting</a:t>
            </a:r>
            <a:br>
              <a:rPr lang="en-US" sz="1700" b="1">
                <a:solidFill>
                  <a:schemeClr val="tx2"/>
                </a:solidFill>
                <a:ea typeface="+mn-lt"/>
                <a:cs typeface="+mn-lt"/>
              </a:rPr>
            </a:br>
            <a:r>
              <a:rPr lang="en-US" sz="1700" b="1">
                <a:solidFill>
                  <a:schemeClr val="tx2"/>
                </a:solidFill>
                <a:ea typeface="+mn-lt"/>
                <a:cs typeface="+mn-lt"/>
              </a:rPr>
              <a:t> – Add domain knowledge → more accurate responses.</a:t>
            </a:r>
            <a:endParaRPr lang="en-US" sz="1700">
              <a:solidFill>
                <a:schemeClr val="tx2"/>
              </a:solidFill>
            </a:endParaRPr>
          </a:p>
          <a:p>
            <a:r>
              <a:rPr lang="en-US" sz="1700" b="1">
                <a:solidFill>
                  <a:schemeClr val="tx2"/>
                </a:solidFill>
                <a:ea typeface="+mn-lt"/>
                <a:cs typeface="+mn-lt"/>
              </a:rPr>
              <a:t>Refinement / Iterative prompting</a:t>
            </a:r>
            <a:br>
              <a:rPr lang="en-US" sz="1700" b="1">
                <a:solidFill>
                  <a:schemeClr val="tx2"/>
                </a:solidFill>
                <a:ea typeface="+mn-lt"/>
                <a:cs typeface="+mn-lt"/>
              </a:rPr>
            </a:br>
            <a:r>
              <a:rPr lang="en-US" sz="1700" b="1">
                <a:solidFill>
                  <a:schemeClr val="tx2"/>
                </a:solidFill>
                <a:ea typeface="+mn-lt"/>
                <a:cs typeface="+mn-lt"/>
              </a:rPr>
              <a:t> – Improve results through multiple prompt revisions.</a:t>
            </a:r>
            <a:endParaRPr lang="en-US" sz="1700">
              <a:solidFill>
                <a:schemeClr val="tx2"/>
              </a:solidFill>
            </a:endParaRPr>
          </a:p>
        </p:txBody>
      </p:sp>
    </p:spTree>
    <p:extLst>
      <p:ext uri="{BB962C8B-B14F-4D97-AF65-F5344CB8AC3E}">
        <p14:creationId xmlns:p14="http://schemas.microsoft.com/office/powerpoint/2010/main" val="735147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97CA5-6920-7C6A-CB74-1AF637E296B7}"/>
              </a:ext>
            </a:extLst>
          </p:cNvPr>
          <p:cNvSpPr>
            <a:spLocks noGrp="1"/>
          </p:cNvSpPr>
          <p:nvPr>
            <p:ph type="title"/>
          </p:nvPr>
        </p:nvSpPr>
        <p:spPr>
          <a:xfrm>
            <a:off x="876694" y="741391"/>
            <a:ext cx="4234393" cy="1616203"/>
          </a:xfrm>
        </p:spPr>
        <p:txBody>
          <a:bodyPr anchor="b">
            <a:normAutofit/>
          </a:bodyPr>
          <a:lstStyle/>
          <a:p>
            <a:r>
              <a:rPr lang="en-US" sz="3200">
                <a:latin typeface="Comic Sans MS"/>
              </a:rPr>
              <a:t>Limitations of simple prompting</a:t>
            </a:r>
            <a:endParaRPr lang="en-US" sz="3200"/>
          </a:p>
        </p:txBody>
      </p:sp>
      <p:sp>
        <p:nvSpPr>
          <p:cNvPr id="3" name="Content Placeholder 2">
            <a:extLst>
              <a:ext uri="{FF2B5EF4-FFF2-40B4-BE49-F238E27FC236}">
                <a16:creationId xmlns:a16="http://schemas.microsoft.com/office/drawing/2014/main" id="{178B48BE-C991-3CB3-D610-53CA80F4D824}"/>
              </a:ext>
            </a:extLst>
          </p:cNvPr>
          <p:cNvSpPr>
            <a:spLocks noGrp="1"/>
          </p:cNvSpPr>
          <p:nvPr>
            <p:ph idx="1"/>
          </p:nvPr>
        </p:nvSpPr>
        <p:spPr>
          <a:xfrm>
            <a:off x="876693" y="2533476"/>
            <a:ext cx="4234394" cy="3447832"/>
          </a:xfrm>
        </p:spPr>
        <p:txBody>
          <a:bodyPr vert="horz" lIns="91440" tIns="45720" rIns="91440" bIns="45720" rtlCol="0" anchor="t">
            <a:normAutofit/>
          </a:bodyPr>
          <a:lstStyle/>
          <a:p>
            <a:pPr>
              <a:spcBef>
                <a:spcPts val="1400"/>
              </a:spcBef>
            </a:pPr>
            <a:endParaRPr lang="en-US" sz="1100">
              <a:latin typeface="Comic Sans MS"/>
            </a:endParaRPr>
          </a:p>
          <a:p>
            <a:pPr>
              <a:spcBef>
                <a:spcPts val="1400"/>
              </a:spcBef>
            </a:pPr>
            <a:endParaRPr lang="en-US" sz="1100">
              <a:latin typeface="Comic Sans MS"/>
            </a:endParaRPr>
          </a:p>
          <a:p>
            <a:pPr>
              <a:spcBef>
                <a:spcPts val="1200"/>
              </a:spcBef>
              <a:buFont typeface="Arial,Sans-Serif" panose="020B0604020202020204" pitchFamily="34" charset="0"/>
            </a:pPr>
            <a:r>
              <a:rPr lang="en-US" sz="1100" b="1">
                <a:latin typeface="Comic Sans MS"/>
              </a:rPr>
              <a:t>Big topic, you don't know if it's going to be about countries, capitals, rivers and so on.</a:t>
            </a:r>
            <a:endParaRPr lang="en-US" sz="1100">
              <a:latin typeface="Comic Sans MS"/>
            </a:endParaRPr>
          </a:p>
          <a:p>
            <a:pPr>
              <a:spcBef>
                <a:spcPts val="1200"/>
              </a:spcBef>
            </a:pPr>
            <a:endParaRPr lang="en-US" sz="1100">
              <a:latin typeface="Comic Sans MS"/>
            </a:endParaRPr>
          </a:p>
          <a:p>
            <a:pPr>
              <a:spcBef>
                <a:spcPts val="0"/>
              </a:spcBef>
              <a:spcAft>
                <a:spcPts val="1200"/>
              </a:spcAft>
              <a:buFont typeface="Arial,Sans-Serif" panose="020B0604020202020204" pitchFamily="34" charset="0"/>
            </a:pPr>
            <a:r>
              <a:rPr lang="en-US" sz="1100" b="1">
                <a:latin typeface="Comic Sans MS"/>
              </a:rPr>
              <a:t>Format, what if you wanted the questions to be formatted in a certain way?</a:t>
            </a:r>
            <a:endParaRPr lang="en-US" sz="1100">
              <a:latin typeface="Comic Sans MS"/>
            </a:endParaRPr>
          </a:p>
          <a:p>
            <a:pPr>
              <a:spcBef>
                <a:spcPts val="1200"/>
              </a:spcBef>
            </a:pPr>
            <a:r>
              <a:rPr lang="en-US" sz="1100">
                <a:latin typeface="Comic Sans MS"/>
              </a:rPr>
              <a:t>As you can see, there's a lot to consider when creating prompts.</a:t>
            </a:r>
          </a:p>
          <a:p>
            <a:pPr>
              <a:spcBef>
                <a:spcPts val="1200"/>
              </a:spcBef>
            </a:pPr>
            <a:endParaRPr lang="en-US" sz="1100">
              <a:latin typeface="Comic Sans MS"/>
            </a:endParaRPr>
          </a:p>
          <a:p>
            <a:pPr>
              <a:spcBef>
                <a:spcPts val="0"/>
              </a:spcBef>
              <a:spcAft>
                <a:spcPts val="1200"/>
              </a:spcAft>
            </a:pPr>
            <a:r>
              <a:rPr lang="en-US" sz="1100">
                <a:latin typeface="Comic Sans MS"/>
              </a:rPr>
              <a:t>So far, we've seen a simple prompt example, but generative AI is capable of much more to help people in a variety of roles and industries. </a:t>
            </a:r>
          </a:p>
          <a:p>
            <a:pPr marL="0" indent="0">
              <a:spcBef>
                <a:spcPts val="0"/>
              </a:spcBef>
              <a:buNone/>
            </a:pPr>
            <a:endParaRPr lang="en-IN" sz="1100">
              <a:latin typeface="Comic Sans MS"/>
            </a:endParaRPr>
          </a:p>
        </p:txBody>
      </p:sp>
      <p:pic>
        <p:nvPicPr>
          <p:cNvPr id="4" name="Picture 3" descr="Limitation - Free signaling icons">
            <a:extLst>
              <a:ext uri="{FF2B5EF4-FFF2-40B4-BE49-F238E27FC236}">
                <a16:creationId xmlns:a16="http://schemas.microsoft.com/office/drawing/2014/main" id="{B901EB40-7EB2-FC3C-BEFF-7F244865EADC}"/>
              </a:ext>
            </a:extLst>
          </p:cNvPr>
          <p:cNvPicPr>
            <a:picLocks noChangeAspect="1"/>
          </p:cNvPicPr>
          <p:nvPr/>
        </p:nvPicPr>
        <p:blipFill>
          <a:blip r:embed="rId2"/>
          <a:srcRect r="1" b="8598"/>
          <a:stretch>
            <a:fillRect/>
          </a:stretch>
        </p:blipFill>
        <p:spPr>
          <a:xfrm>
            <a:off x="5854890" y="877414"/>
            <a:ext cx="5453545" cy="4984683"/>
          </a:xfrm>
          <a:prstGeom prst="rect">
            <a:avLst/>
          </a:prstGeom>
        </p:spPr>
      </p:pic>
      <p:grpSp>
        <p:nvGrpSpPr>
          <p:cNvPr id="14" name="Group 13">
            <a:extLst>
              <a:ext uri="{FF2B5EF4-FFF2-40B4-BE49-F238E27FC236}">
                <a16:creationId xmlns:a16="http://schemas.microsoft.com/office/drawing/2014/main" id="{434FA563-76F6-CDCF-AEA0-A7B78E44647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0" name="Rectangle 9">
              <a:extLst>
                <a:ext uri="{FF2B5EF4-FFF2-40B4-BE49-F238E27FC236}">
                  <a16:creationId xmlns:a16="http://schemas.microsoft.com/office/drawing/2014/main" id="{1D2E3CAA-F1BA-6695-301D-22564C3828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F3F0F2C-04A5-144D-BDCF-C387072897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996491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CCA5F87-1D1E-45CB-8D83-FC7EEFAD9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3D black question marks with one yellow question mark">
            <a:extLst>
              <a:ext uri="{FF2B5EF4-FFF2-40B4-BE49-F238E27FC236}">
                <a16:creationId xmlns:a16="http://schemas.microsoft.com/office/drawing/2014/main" id="{FFC5D529-89A9-9D72-38C1-DD09EB85709B}"/>
              </a:ext>
            </a:extLst>
          </p:cNvPr>
          <p:cNvPicPr>
            <a:picLocks noChangeAspect="1"/>
          </p:cNvPicPr>
          <p:nvPr/>
        </p:nvPicPr>
        <p:blipFill>
          <a:blip r:embed="rId2"/>
          <a:srcRect l="46885" t="2289" r="8036"/>
          <a:stretch>
            <a:fillRect/>
          </a:stretch>
        </p:blipFill>
        <p:spPr>
          <a:xfrm>
            <a:off x="20" y="10"/>
            <a:ext cx="8668492" cy="6857990"/>
          </a:xfrm>
          <a:prstGeom prst="rect">
            <a:avLst/>
          </a:prstGeom>
        </p:spPr>
      </p:pic>
      <p:sp>
        <p:nvSpPr>
          <p:cNvPr id="18" name="Rectangle 17">
            <a:extLst>
              <a:ext uri="{FF2B5EF4-FFF2-40B4-BE49-F238E27FC236}">
                <a16:creationId xmlns:a16="http://schemas.microsoft.com/office/drawing/2014/main" id="{7CCFC2C6-6238-4A2F-93DE-2ADF74AF6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711652" y="0"/>
            <a:ext cx="8480347"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EFEA8D3-B881-AA76-60F5-89E9566D0A5C}"/>
              </a:ext>
            </a:extLst>
          </p:cNvPr>
          <p:cNvSpPr>
            <a:spLocks noGrp="1"/>
          </p:cNvSpPr>
          <p:nvPr>
            <p:ph type="title"/>
          </p:nvPr>
        </p:nvSpPr>
        <p:spPr>
          <a:xfrm>
            <a:off x="7848600" y="1122363"/>
            <a:ext cx="4023360" cy="3204134"/>
          </a:xfrm>
        </p:spPr>
        <p:txBody>
          <a:bodyPr vert="horz" lIns="91440" tIns="45720" rIns="91440" bIns="45720" rtlCol="0" anchor="b">
            <a:normAutofit/>
          </a:bodyPr>
          <a:lstStyle/>
          <a:p>
            <a:r>
              <a:rPr lang="en-US" sz="4800"/>
              <a:t>Any question</a:t>
            </a:r>
          </a:p>
        </p:txBody>
      </p:sp>
      <p:sp>
        <p:nvSpPr>
          <p:cNvPr id="20" name="Rectangle 19">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2" name="Rectangle 2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56941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A8A83B-D1B6-A8E6-646F-8A590A8540F3}"/>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en-US" sz="4000" kern="1200">
                <a:solidFill>
                  <a:schemeClr val="tx2"/>
                </a:solidFill>
                <a:latin typeface="+mj-lt"/>
                <a:ea typeface="+mj-ea"/>
                <a:cs typeface="+mj-cs"/>
              </a:rPr>
              <a:t>Thank you</a:t>
            </a:r>
          </a:p>
        </p:txBody>
      </p:sp>
      <p:pic>
        <p:nvPicPr>
          <p:cNvPr id="6" name="Graphic 5" descr="Smiling Face with No Fill">
            <a:extLst>
              <a:ext uri="{FF2B5EF4-FFF2-40B4-BE49-F238E27FC236}">
                <a16:creationId xmlns:a16="http://schemas.microsoft.com/office/drawing/2014/main" id="{0275C05C-BF85-2B14-DDB1-BC233580B2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3" name="Group 12">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4" name="Freeform: Shape 13">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5864594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Generative AI and prompt engineering</vt:lpstr>
      <vt:lpstr>What is Generative AI</vt:lpstr>
      <vt:lpstr>Present day, Generative AI</vt:lpstr>
      <vt:lpstr>Why Gen AI is Transformative</vt:lpstr>
      <vt:lpstr>What is an LLM (Large Language Model)</vt:lpstr>
      <vt:lpstr>How LLMs Work</vt:lpstr>
      <vt:lpstr>PowerPoint Presentation</vt:lpstr>
      <vt:lpstr>Open-source models</vt:lpstr>
      <vt:lpstr>Proprietary models</vt:lpstr>
      <vt:lpstr>Improving LLM results</vt:lpstr>
      <vt:lpstr>What is Prompt Engineering?</vt:lpstr>
      <vt:lpstr>Example of Prompt Engineering</vt:lpstr>
      <vt:lpstr>Importance of Prompt Engineering</vt:lpstr>
      <vt:lpstr>Structure of a Good Prompt</vt:lpstr>
      <vt:lpstr>Example Prompt Structure</vt:lpstr>
      <vt:lpstr>Prompt Engineering Techniques</vt:lpstr>
      <vt:lpstr>Limitations of simple prompting</vt:lpstr>
      <vt:lpstr>Any question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123</cp:revision>
  <dcterms:created xsi:type="dcterms:W3CDTF">2013-07-15T20:26:40Z</dcterms:created>
  <dcterms:modified xsi:type="dcterms:W3CDTF">2025-12-02T14:49:28Z</dcterms:modified>
</cp:coreProperties>
</file>