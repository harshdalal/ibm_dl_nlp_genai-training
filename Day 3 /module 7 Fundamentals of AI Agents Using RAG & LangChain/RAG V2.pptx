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33" r:id="rId2"/>
    <p:sldId id="297" r:id="rId3"/>
    <p:sldId id="296" r:id="rId4"/>
    <p:sldId id="434" r:id="rId5"/>
    <p:sldId id="327" r:id="rId6"/>
    <p:sldId id="329" r:id="rId7"/>
    <p:sldId id="330" r:id="rId8"/>
    <p:sldId id="331" r:id="rId9"/>
    <p:sldId id="332" r:id="rId10"/>
    <p:sldId id="333" r:id="rId11"/>
    <p:sldId id="435" r:id="rId12"/>
    <p:sldId id="351" r:id="rId13"/>
    <p:sldId id="352" r:id="rId14"/>
    <p:sldId id="437" r:id="rId15"/>
    <p:sldId id="427" r:id="rId16"/>
    <p:sldId id="426" r:id="rId17"/>
    <p:sldId id="438" r:id="rId18"/>
    <p:sldId id="307" r:id="rId19"/>
    <p:sldId id="309" r:id="rId20"/>
    <p:sldId id="310" r:id="rId21"/>
    <p:sldId id="308" r:id="rId22"/>
    <p:sldId id="311" r:id="rId23"/>
    <p:sldId id="312" r:id="rId24"/>
    <p:sldId id="31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2B93B5-193F-A49A-56E0-545AE2F63758}" v="143" dt="2025-12-02T11:54:51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Dalal" userId="S::harsh.dalal@bluedataconsulting.in::b955d4cd-8966-4207-a182-07fe202de296" providerId="AD" clId="Web-{F62B93B5-193F-A49A-56E0-545AE2F63758}"/>
    <pc:docChg chg="delSld modSld">
      <pc:chgData name="Harsh Dalal" userId="S::harsh.dalal@bluedataconsulting.in::b955d4cd-8966-4207-a182-07fe202de296" providerId="AD" clId="Web-{F62B93B5-193F-A49A-56E0-545AE2F63758}" dt="2025-12-02T11:54:51.397" v="179"/>
      <pc:docMkLst>
        <pc:docMk/>
      </pc:docMkLst>
      <pc:sldChg chg="del">
        <pc:chgData name="Harsh Dalal" userId="S::harsh.dalal@bluedataconsulting.in::b955d4cd-8966-4207-a182-07fe202de296" providerId="AD" clId="Web-{F62B93B5-193F-A49A-56E0-545AE2F63758}" dt="2025-12-02T11:54:51.272" v="123"/>
        <pc:sldMkLst>
          <pc:docMk/>
          <pc:sldMk cId="3676026773" sldId="25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72" v="122"/>
        <pc:sldMkLst>
          <pc:docMk/>
          <pc:sldMk cId="3101838834" sldId="25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56" v="121"/>
        <pc:sldMkLst>
          <pc:docMk/>
          <pc:sldMk cId="934344083" sldId="25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56" v="120"/>
        <pc:sldMkLst>
          <pc:docMk/>
          <pc:sldMk cId="290256533" sldId="26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40" v="119"/>
        <pc:sldMkLst>
          <pc:docMk/>
          <pc:sldMk cId="1000735327" sldId="26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40" v="118"/>
        <pc:sldMkLst>
          <pc:docMk/>
          <pc:sldMk cId="320165285" sldId="262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40" v="117"/>
        <pc:sldMkLst>
          <pc:docMk/>
          <pc:sldMk cId="810536062" sldId="263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40" v="116"/>
        <pc:sldMkLst>
          <pc:docMk/>
          <pc:sldMk cId="3410402393" sldId="26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40" v="115"/>
        <pc:sldMkLst>
          <pc:docMk/>
          <pc:sldMk cId="994554947" sldId="265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40" v="114"/>
        <pc:sldMkLst>
          <pc:docMk/>
          <pc:sldMk cId="4142304645" sldId="26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40" v="113"/>
        <pc:sldMkLst>
          <pc:docMk/>
          <pc:sldMk cId="2209262678" sldId="26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193" v="91"/>
        <pc:sldMkLst>
          <pc:docMk/>
          <pc:sldMk cId="103376364" sldId="26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87" v="131"/>
        <pc:sldMkLst>
          <pc:docMk/>
          <pc:sldMk cId="357915462" sldId="27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87" v="130"/>
        <pc:sldMkLst>
          <pc:docMk/>
          <pc:sldMk cId="1962471503" sldId="27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87" v="129"/>
        <pc:sldMkLst>
          <pc:docMk/>
          <pc:sldMk cId="1957657521" sldId="272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72" v="128"/>
        <pc:sldMkLst>
          <pc:docMk/>
          <pc:sldMk cId="1339748231" sldId="273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72" v="127"/>
        <pc:sldMkLst>
          <pc:docMk/>
          <pc:sldMk cId="2486082444" sldId="27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18" v="145"/>
        <pc:sldMkLst>
          <pc:docMk/>
          <pc:sldMk cId="2310750259" sldId="27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18" v="144"/>
        <pc:sldMkLst>
          <pc:docMk/>
          <pc:sldMk cId="4217216088" sldId="27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18" v="143"/>
        <pc:sldMkLst>
          <pc:docMk/>
          <pc:sldMk cId="284913409" sldId="27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18" v="142"/>
        <pc:sldMkLst>
          <pc:docMk/>
          <pc:sldMk cId="1993462172" sldId="28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50" v="160"/>
        <pc:sldMkLst>
          <pc:docMk/>
          <pc:sldMk cId="1889897840" sldId="282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49"/>
        <pc:sldMkLst>
          <pc:docMk/>
          <pc:sldMk cId="2491761136" sldId="283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48"/>
        <pc:sldMkLst>
          <pc:docMk/>
          <pc:sldMk cId="2501080282" sldId="28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47"/>
        <pc:sldMkLst>
          <pc:docMk/>
          <pc:sldMk cId="41040146" sldId="285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50"/>
        <pc:sldMkLst>
          <pc:docMk/>
          <pc:sldMk cId="3992192129" sldId="28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08.380" v="62"/>
        <pc:sldMkLst>
          <pc:docMk/>
          <pc:sldMk cId="2304197778" sldId="28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09.286" v="63"/>
        <pc:sldMkLst>
          <pc:docMk/>
          <pc:sldMk cId="2757133063" sldId="29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10.130" v="64"/>
        <pc:sldMkLst>
          <pc:docMk/>
          <pc:sldMk cId="1361039680" sldId="293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11.005" v="65"/>
        <pc:sldMkLst>
          <pc:docMk/>
          <pc:sldMk cId="4118111332" sldId="294"/>
        </pc:sldMkLst>
      </pc:sldChg>
      <pc:sldChg chg="addSp modSp mod setBg">
        <pc:chgData name="Harsh Dalal" userId="S::harsh.dalal@bluedataconsulting.in::b955d4cd-8966-4207-a182-07fe202de296" providerId="AD" clId="Web-{F62B93B5-193F-A49A-56E0-545AE2F63758}" dt="2025-12-02T11:50:34.967" v="38"/>
        <pc:sldMkLst>
          <pc:docMk/>
          <pc:sldMk cId="3613176762" sldId="296"/>
        </pc:sldMkLst>
        <pc:spChg chg="mod">
          <ac:chgData name="Harsh Dalal" userId="S::harsh.dalal@bluedataconsulting.in::b955d4cd-8966-4207-a182-07fe202de296" providerId="AD" clId="Web-{F62B93B5-193F-A49A-56E0-545AE2F63758}" dt="2025-12-02T11:50:34.967" v="38"/>
          <ac:spMkLst>
            <pc:docMk/>
            <pc:sldMk cId="3613176762" sldId="296"/>
            <ac:spMk id="2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0:34.967" v="38"/>
          <ac:spMkLst>
            <pc:docMk/>
            <pc:sldMk cId="3613176762" sldId="296"/>
            <ac:spMk id="10" creationId="{A4AC5506-6312-4701-8D3C-40187889A947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50:34.967" v="38"/>
          <ac:picMkLst>
            <pc:docMk/>
            <pc:sldMk cId="3613176762" sldId="296"/>
            <ac:picMk id="5" creationId="{00000000-0000-0000-0000-000000000000}"/>
          </ac:picMkLst>
        </pc:picChg>
      </pc:sldChg>
      <pc:sldChg chg="modSp mod setBg">
        <pc:chgData name="Harsh Dalal" userId="S::harsh.dalal@bluedataconsulting.in::b955d4cd-8966-4207-a182-07fe202de296" providerId="AD" clId="Web-{F62B93B5-193F-A49A-56E0-545AE2F63758}" dt="2025-12-02T11:50:44.405" v="39"/>
        <pc:sldMkLst>
          <pc:docMk/>
          <pc:sldMk cId="412050510" sldId="297"/>
        </pc:sldMkLst>
        <pc:spChg chg="mod">
          <ac:chgData name="Harsh Dalal" userId="S::harsh.dalal@bluedataconsulting.in::b955d4cd-8966-4207-a182-07fe202de296" providerId="AD" clId="Web-{F62B93B5-193F-A49A-56E0-545AE2F63758}" dt="2025-12-02T11:50:44.405" v="39"/>
          <ac:spMkLst>
            <pc:docMk/>
            <pc:sldMk cId="412050510" sldId="297"/>
            <ac:spMk id="2" creationId="{00000000-0000-0000-0000-000000000000}"/>
          </ac:spMkLst>
        </pc:spChg>
        <pc:spChg chg="mod">
          <ac:chgData name="Harsh Dalal" userId="S::harsh.dalal@bluedataconsulting.in::b955d4cd-8966-4207-a182-07fe202de296" providerId="AD" clId="Web-{F62B93B5-193F-A49A-56E0-545AE2F63758}" dt="2025-12-02T11:50:44.405" v="39"/>
          <ac:spMkLst>
            <pc:docMk/>
            <pc:sldMk cId="412050510" sldId="297"/>
            <ac:spMk id="6" creationId="{00000000-0000-0000-0000-000000000000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50:44.405" v="39"/>
          <ac:picMkLst>
            <pc:docMk/>
            <pc:sldMk cId="412050510" sldId="297"/>
            <ac:picMk id="4" creationId="{00000000-0000-0000-0000-000000000000}"/>
          </ac:picMkLst>
        </pc:picChg>
      </pc:sldChg>
      <pc:sldChg chg="del">
        <pc:chgData name="Harsh Dalal" userId="S::harsh.dalal@bluedataconsulting.in::b955d4cd-8966-4207-a182-07fe202de296" providerId="AD" clId="Web-{F62B93B5-193F-A49A-56E0-545AE2F63758}" dt="2025-12-02T11:50:23.920" v="36"/>
        <pc:sldMkLst>
          <pc:docMk/>
          <pc:sldMk cId="382473074" sldId="29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0:24.998" v="37"/>
        <pc:sldMkLst>
          <pc:docMk/>
          <pc:sldMk cId="4281288902" sldId="299"/>
        </pc:sldMkLst>
      </pc:sldChg>
      <pc:sldChg chg="addSp modSp mod setBg">
        <pc:chgData name="Harsh Dalal" userId="S::harsh.dalal@bluedataconsulting.in::b955d4cd-8966-4207-a182-07fe202de296" providerId="AD" clId="Web-{F62B93B5-193F-A49A-56E0-545AE2F63758}" dt="2025-12-02T11:52:17.064" v="47"/>
        <pc:sldMkLst>
          <pc:docMk/>
          <pc:sldMk cId="1169964180" sldId="307"/>
        </pc:sldMkLst>
        <pc:spChg chg="mod">
          <ac:chgData name="Harsh Dalal" userId="S::harsh.dalal@bluedataconsulting.in::b955d4cd-8966-4207-a182-07fe202de296" providerId="AD" clId="Web-{F62B93B5-193F-A49A-56E0-545AE2F63758}" dt="2025-12-02T11:52:17.064" v="47"/>
          <ac:spMkLst>
            <pc:docMk/>
            <pc:sldMk cId="1169964180" sldId="307"/>
            <ac:spMk id="4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2:17.064" v="47"/>
          <ac:spMkLst>
            <pc:docMk/>
            <pc:sldMk cId="1169964180" sldId="307"/>
            <ac:spMk id="11" creationId="{A8384FB5-9ADC-4DDC-881B-597D56F5B15D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2:17.064" v="47"/>
          <ac:spMkLst>
            <pc:docMk/>
            <pc:sldMk cId="1169964180" sldId="307"/>
            <ac:spMk id="13" creationId="{91E5A9A7-95C6-4F4F-B00E-C82E07FE62EF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2:17.064" v="47"/>
          <ac:spMkLst>
            <pc:docMk/>
            <pc:sldMk cId="1169964180" sldId="307"/>
            <ac:spMk id="15" creationId="{D07DD2DE-F619-49DD-B5E7-03A290FF4ED1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2:17.064" v="47"/>
          <ac:spMkLst>
            <pc:docMk/>
            <pc:sldMk cId="1169964180" sldId="307"/>
            <ac:spMk id="17" creationId="{85149191-5F60-4A28-AAFF-039F96B0F3EC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2:17.064" v="47"/>
          <ac:spMkLst>
            <pc:docMk/>
            <pc:sldMk cId="1169964180" sldId="307"/>
            <ac:spMk id="19" creationId="{F8260ED5-17F7-4158-B241-D51DD4CF1B7E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52:17.064" v="47"/>
          <ac:picMkLst>
            <pc:docMk/>
            <pc:sldMk cId="1169964180" sldId="307"/>
            <ac:picMk id="6" creationId="{00000000-0000-0000-0000-000000000000}"/>
          </ac:picMkLst>
        </pc:picChg>
      </pc:sldChg>
      <pc:sldChg chg="addSp delSp modSp mod setBg">
        <pc:chgData name="Harsh Dalal" userId="S::harsh.dalal@bluedataconsulting.in::b955d4cd-8966-4207-a182-07fe202de296" providerId="AD" clId="Web-{F62B93B5-193F-A49A-56E0-545AE2F63758}" dt="2025-12-02T11:53:02.691" v="48"/>
        <pc:sldMkLst>
          <pc:docMk/>
          <pc:sldMk cId="1668085848" sldId="308"/>
        </pc:sldMkLst>
        <pc:spChg chg="mod">
          <ac:chgData name="Harsh Dalal" userId="S::harsh.dalal@bluedataconsulting.in::b955d4cd-8966-4207-a182-07fe202de296" providerId="AD" clId="Web-{F62B93B5-193F-A49A-56E0-545AE2F63758}" dt="2025-12-02T11:53:02.691" v="48"/>
          <ac:spMkLst>
            <pc:docMk/>
            <pc:sldMk cId="1668085848" sldId="308"/>
            <ac:spMk id="2" creationId="{00000000-0000-0000-0000-000000000000}"/>
          </ac:spMkLst>
        </pc:spChg>
        <pc:spChg chg="del">
          <ac:chgData name="Harsh Dalal" userId="S::harsh.dalal@bluedataconsulting.in::b955d4cd-8966-4207-a182-07fe202de296" providerId="AD" clId="Web-{F62B93B5-193F-A49A-56E0-545AE2F63758}" dt="2025-12-02T11:53:02.691" v="48"/>
          <ac:spMkLst>
            <pc:docMk/>
            <pc:sldMk cId="1668085848" sldId="308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3:02.691" v="48"/>
          <ac:spMkLst>
            <pc:docMk/>
            <pc:sldMk cId="1668085848" sldId="308"/>
            <ac:spMk id="9" creationId="{53B021B3-DE93-4AB7-8A18-CF5F1CED88B8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3:02.691" v="48"/>
          <ac:spMkLst>
            <pc:docMk/>
            <pc:sldMk cId="1668085848" sldId="308"/>
            <ac:spMk id="11" creationId="{52D502E5-F6B4-4D58-B4AE-FC466FF15EE8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3:02.691" v="48"/>
          <ac:spMkLst>
            <pc:docMk/>
            <pc:sldMk cId="1668085848" sldId="308"/>
            <ac:spMk id="13" creationId="{9DECDBF4-02B6-4BB4-B65B-B8107AD6A9E8}"/>
          </ac:spMkLst>
        </pc:spChg>
        <pc:graphicFrameChg chg="add">
          <ac:chgData name="Harsh Dalal" userId="S::harsh.dalal@bluedataconsulting.in::b955d4cd-8966-4207-a182-07fe202de296" providerId="AD" clId="Web-{F62B93B5-193F-A49A-56E0-545AE2F63758}" dt="2025-12-02T11:53:02.691" v="48"/>
          <ac:graphicFrameMkLst>
            <pc:docMk/>
            <pc:sldMk cId="1668085848" sldId="308"/>
            <ac:graphicFrameMk id="5" creationId="{EAA6DA5B-9154-E8D1-8FB2-88D348636D7B}"/>
          </ac:graphicFrameMkLst>
        </pc:graphicFrameChg>
      </pc:sldChg>
      <pc:sldChg chg="addSp delSp modSp mod setBg">
        <pc:chgData name="Harsh Dalal" userId="S::harsh.dalal@bluedataconsulting.in::b955d4cd-8966-4207-a182-07fe202de296" providerId="AD" clId="Web-{F62B93B5-193F-A49A-56E0-545AE2F63758}" dt="2025-12-02T11:53:17.629" v="51"/>
        <pc:sldMkLst>
          <pc:docMk/>
          <pc:sldMk cId="1499666374" sldId="311"/>
        </pc:sldMkLst>
        <pc:spChg chg="mod">
          <ac:chgData name="Harsh Dalal" userId="S::harsh.dalal@bluedataconsulting.in::b955d4cd-8966-4207-a182-07fe202de296" providerId="AD" clId="Web-{F62B93B5-193F-A49A-56E0-545AE2F63758}" dt="2025-12-02T11:53:17.629" v="51"/>
          <ac:spMkLst>
            <pc:docMk/>
            <pc:sldMk cId="1499666374" sldId="311"/>
            <ac:spMk id="2" creationId="{00000000-0000-0000-0000-000000000000}"/>
          </ac:spMkLst>
        </pc:spChg>
        <pc:spChg chg="mod">
          <ac:chgData name="Harsh Dalal" userId="S::harsh.dalal@bluedataconsulting.in::b955d4cd-8966-4207-a182-07fe202de296" providerId="AD" clId="Web-{F62B93B5-193F-A49A-56E0-545AE2F63758}" dt="2025-12-02T11:53:17.629" v="51"/>
          <ac:spMkLst>
            <pc:docMk/>
            <pc:sldMk cId="1499666374" sldId="311"/>
            <ac:spMk id="3" creationId="{00000000-0000-0000-0000-000000000000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53:17.613" v="50"/>
          <ac:spMkLst>
            <pc:docMk/>
            <pc:sldMk cId="1499666374" sldId="311"/>
            <ac:spMk id="8" creationId="{5A0118C5-4F8D-4CF4-BADD-53FEACC6C42A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53:17.613" v="50"/>
          <ac:spMkLst>
            <pc:docMk/>
            <pc:sldMk cId="1499666374" sldId="311"/>
            <ac:spMk id="10" creationId="{CAEBFCD5-5356-4326-8D39-8235A46CD7B2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53:17.613" v="50"/>
          <ac:spMkLst>
            <pc:docMk/>
            <pc:sldMk cId="1499666374" sldId="311"/>
            <ac:spMk id="12" creationId="{F6814848-248A-47DD-88E0-95099D951EF8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53:17.613" v="50"/>
          <ac:spMkLst>
            <pc:docMk/>
            <pc:sldMk cId="1499666374" sldId="311"/>
            <ac:spMk id="14" creationId="{718BDA89-0D2C-4C4E-99F6-D7A220FE48D3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53:17.613" v="50"/>
          <ac:spMkLst>
            <pc:docMk/>
            <pc:sldMk cId="1499666374" sldId="311"/>
            <ac:spMk id="20" creationId="{7CE98B01-ED41-482F-AFA1-19C7FA7C04A7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53:17.613" v="50"/>
          <ac:spMkLst>
            <pc:docMk/>
            <pc:sldMk cId="1499666374" sldId="311"/>
            <ac:spMk id="22" creationId="{B9CABDD0-8DF6-4974-A224-9A2A81778003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3:17.629" v="51"/>
          <ac:spMkLst>
            <pc:docMk/>
            <pc:sldMk cId="1499666374" sldId="311"/>
            <ac:spMk id="39" creationId="{081EA652-8C6A-4E69-BEB9-170809474553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3:17.629" v="51"/>
          <ac:spMkLst>
            <pc:docMk/>
            <pc:sldMk cId="1499666374" sldId="311"/>
            <ac:spMk id="40" creationId="{5298780A-33B9-4EA2-8F67-DE68AD62841B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3:17.629" v="51"/>
          <ac:spMkLst>
            <pc:docMk/>
            <pc:sldMk cId="1499666374" sldId="311"/>
            <ac:spMk id="41" creationId="{7F488E8B-4E1E-4402-8935-D4E6C02615C7}"/>
          </ac:spMkLst>
        </pc:spChg>
        <pc:grpChg chg="add del">
          <ac:chgData name="Harsh Dalal" userId="S::harsh.dalal@bluedataconsulting.in::b955d4cd-8966-4207-a182-07fe202de296" providerId="AD" clId="Web-{F62B93B5-193F-A49A-56E0-545AE2F63758}" dt="2025-12-02T11:53:17.613" v="50"/>
          <ac:grpSpMkLst>
            <pc:docMk/>
            <pc:sldMk cId="1499666374" sldId="311"/>
            <ac:grpSpMk id="16" creationId="{6B67BE95-96EF-433C-9F29-B0732AA6B6AC}"/>
          </ac:grpSpMkLst>
        </pc:grpChg>
        <pc:grpChg chg="add del">
          <ac:chgData name="Harsh Dalal" userId="S::harsh.dalal@bluedataconsulting.in::b955d4cd-8966-4207-a182-07fe202de296" providerId="AD" clId="Web-{F62B93B5-193F-A49A-56E0-545AE2F63758}" dt="2025-12-02T11:53:17.613" v="50"/>
          <ac:grpSpMkLst>
            <pc:docMk/>
            <pc:sldMk cId="1499666374" sldId="311"/>
            <ac:grpSpMk id="24" creationId="{D6E8B984-55B9-4A62-A043-997D00F0AE09}"/>
          </ac:grpSpMkLst>
        </pc:grpChg>
      </pc:sldChg>
      <pc:sldChg chg="addSp modSp mod setBg">
        <pc:chgData name="Harsh Dalal" userId="S::harsh.dalal@bluedataconsulting.in::b955d4cd-8966-4207-a182-07fe202de296" providerId="AD" clId="Web-{F62B93B5-193F-A49A-56E0-545AE2F63758}" dt="2025-12-02T11:53:25.394" v="52"/>
        <pc:sldMkLst>
          <pc:docMk/>
          <pc:sldMk cId="2419414923" sldId="312"/>
        </pc:sldMkLst>
        <pc:spChg chg="mod">
          <ac:chgData name="Harsh Dalal" userId="S::harsh.dalal@bluedataconsulting.in::b955d4cd-8966-4207-a182-07fe202de296" providerId="AD" clId="Web-{F62B93B5-193F-A49A-56E0-545AE2F63758}" dt="2025-12-02T11:53:25.394" v="52"/>
          <ac:spMkLst>
            <pc:docMk/>
            <pc:sldMk cId="2419414923" sldId="312"/>
            <ac:spMk id="2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3:25.394" v="52"/>
          <ac:spMkLst>
            <pc:docMk/>
            <pc:sldMk cId="2419414923" sldId="312"/>
            <ac:spMk id="9" creationId="{A8384FB5-9ADC-4DDC-881B-597D56F5B15D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3:25.394" v="52"/>
          <ac:spMkLst>
            <pc:docMk/>
            <pc:sldMk cId="2419414923" sldId="312"/>
            <ac:spMk id="11" creationId="{91E5A9A7-95C6-4F4F-B00E-C82E07FE62EF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3:25.394" v="52"/>
          <ac:spMkLst>
            <pc:docMk/>
            <pc:sldMk cId="2419414923" sldId="312"/>
            <ac:spMk id="13" creationId="{D07DD2DE-F619-49DD-B5E7-03A290FF4ED1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3:25.394" v="52"/>
          <ac:spMkLst>
            <pc:docMk/>
            <pc:sldMk cId="2419414923" sldId="312"/>
            <ac:spMk id="15" creationId="{85149191-5F60-4A28-AAFF-039F96B0F3EC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3:25.394" v="52"/>
          <ac:spMkLst>
            <pc:docMk/>
            <pc:sldMk cId="2419414923" sldId="312"/>
            <ac:spMk id="17" creationId="{F8260ED5-17F7-4158-B241-D51DD4CF1B7E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53:25.394" v="52"/>
          <ac:picMkLst>
            <pc:docMk/>
            <pc:sldMk cId="2419414923" sldId="312"/>
            <ac:picMk id="4" creationId="{00000000-0000-0000-0000-000000000000}"/>
          </ac:picMkLst>
        </pc:picChg>
      </pc:sldChg>
      <pc:sldChg chg="del">
        <pc:chgData name="Harsh Dalal" userId="S::harsh.dalal@bluedataconsulting.in::b955d4cd-8966-4207-a182-07fe202de296" providerId="AD" clId="Web-{F62B93B5-193F-A49A-56E0-545AE2F63758}" dt="2025-12-02T11:54:00.598" v="56"/>
        <pc:sldMkLst>
          <pc:docMk/>
          <pc:sldMk cId="2907509886" sldId="315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3:57.114" v="54"/>
        <pc:sldMkLst>
          <pc:docMk/>
          <pc:sldMk cId="316737492" sldId="31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3:58.255" v="55"/>
        <pc:sldMkLst>
          <pc:docMk/>
          <pc:sldMk cId="4170583204" sldId="31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00.911" v="57"/>
        <pc:sldMkLst>
          <pc:docMk/>
          <pc:sldMk cId="258776785" sldId="31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02.192" v="58"/>
        <pc:sldMkLst>
          <pc:docMk/>
          <pc:sldMk cId="101246172" sldId="31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02.989" v="59"/>
        <pc:sldMkLst>
          <pc:docMk/>
          <pc:sldMk cId="2235693099" sldId="32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04.911" v="60"/>
        <pc:sldMkLst>
          <pc:docMk/>
          <pc:sldMk cId="3619494435" sldId="32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25" v="111"/>
        <pc:sldMkLst>
          <pc:docMk/>
          <pc:sldMk cId="2087193864" sldId="323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25" v="109"/>
        <pc:sldMkLst>
          <pc:docMk/>
          <pc:sldMk cId="2544243702" sldId="32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25" v="108"/>
        <pc:sldMkLst>
          <pc:docMk/>
          <pc:sldMk cId="2394072260" sldId="325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25" v="110"/>
        <pc:sldMkLst>
          <pc:docMk/>
          <pc:sldMk cId="3062422121" sldId="326"/>
        </pc:sldMkLst>
      </pc:sldChg>
      <pc:sldChg chg="addSp delSp modSp mod setBg">
        <pc:chgData name="Harsh Dalal" userId="S::harsh.dalal@bluedataconsulting.in::b955d4cd-8966-4207-a182-07fe202de296" providerId="AD" clId="Web-{F62B93B5-193F-A49A-56E0-545AE2F63758}" dt="2025-12-02T11:51:12.047" v="42"/>
        <pc:sldMkLst>
          <pc:docMk/>
          <pc:sldMk cId="2507502667" sldId="327"/>
        </pc:sldMkLst>
        <pc:spChg chg="mod">
          <ac:chgData name="Harsh Dalal" userId="S::harsh.dalal@bluedataconsulting.in::b955d4cd-8966-4207-a182-07fe202de296" providerId="AD" clId="Web-{F62B93B5-193F-A49A-56E0-545AE2F63758}" dt="2025-12-02T11:51:12.047" v="42"/>
          <ac:spMkLst>
            <pc:docMk/>
            <pc:sldMk cId="2507502667" sldId="327"/>
            <ac:spMk id="2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1:12.047" v="42"/>
          <ac:spMkLst>
            <pc:docMk/>
            <pc:sldMk cId="2507502667" sldId="327"/>
            <ac:spMk id="12" creationId="{3A9A4357-BD1D-4622-A4FE-766E6AB8DE84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1:12.047" v="42"/>
          <ac:spMkLst>
            <pc:docMk/>
            <pc:sldMk cId="2507502667" sldId="327"/>
            <ac:spMk id="14" creationId="{E659831F-0D9A-4C63-9EBB-8435B85A440F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1:12.047" v="42"/>
          <ac:spMkLst>
            <pc:docMk/>
            <pc:sldMk cId="2507502667" sldId="327"/>
            <ac:spMk id="15" creationId="{058A14AF-9FB5-4CC7-BA35-E8E85D3EDF0E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1:12.047" v="42"/>
          <ac:spMkLst>
            <pc:docMk/>
            <pc:sldMk cId="2507502667" sldId="327"/>
            <ac:spMk id="16" creationId="{E6995CE5-F890-4ABA-82A2-26507CE8D2A3}"/>
          </ac:spMkLst>
        </pc:spChg>
        <pc:grpChg chg="add del">
          <ac:chgData name="Harsh Dalal" userId="S::harsh.dalal@bluedataconsulting.in::b955d4cd-8966-4207-a182-07fe202de296" providerId="AD" clId="Web-{F62B93B5-193F-A49A-56E0-545AE2F63758}" dt="2025-12-02T11:51:11.875" v="41"/>
          <ac:grpSpMkLst>
            <pc:docMk/>
            <pc:sldMk cId="2507502667" sldId="327"/>
            <ac:grpSpMk id="10" creationId="{6258F736-B256-8039-9DC6-F4E49A5C5AD5}"/>
          </ac:grpSpMkLst>
        </pc:grpChg>
        <pc:graphicFrameChg chg="mod ord modGraphic">
          <ac:chgData name="Harsh Dalal" userId="S::harsh.dalal@bluedataconsulting.in::b955d4cd-8966-4207-a182-07fe202de296" providerId="AD" clId="Web-{F62B93B5-193F-A49A-56E0-545AE2F63758}" dt="2025-12-02T11:51:12.047" v="42"/>
          <ac:graphicFrameMkLst>
            <pc:docMk/>
            <pc:sldMk cId="2507502667" sldId="327"/>
            <ac:graphicFrameMk id="5" creationId="{00000000-0000-0000-0000-000000000000}"/>
          </ac:graphicFrameMkLst>
        </pc:graphicFrameChg>
        <pc:picChg chg="mod">
          <ac:chgData name="Harsh Dalal" userId="S::harsh.dalal@bluedataconsulting.in::b955d4cd-8966-4207-a182-07fe202de296" providerId="AD" clId="Web-{F62B93B5-193F-A49A-56E0-545AE2F63758}" dt="2025-12-02T11:51:12.047" v="42"/>
          <ac:picMkLst>
            <pc:docMk/>
            <pc:sldMk cId="2507502667" sldId="327"/>
            <ac:picMk id="4" creationId="{00000000-0000-0000-0000-000000000000}"/>
          </ac:picMkLst>
        </pc:picChg>
      </pc:sldChg>
      <pc:sldChg chg="addSp delSp modSp mod setBg">
        <pc:chgData name="Harsh Dalal" userId="S::harsh.dalal@bluedataconsulting.in::b955d4cd-8966-4207-a182-07fe202de296" providerId="AD" clId="Web-{F62B93B5-193F-A49A-56E0-545AE2F63758}" dt="2025-12-02T11:51:19.734" v="44"/>
        <pc:sldMkLst>
          <pc:docMk/>
          <pc:sldMk cId="3099549128" sldId="329"/>
        </pc:sldMkLst>
        <pc:spChg chg="del">
          <ac:chgData name="Harsh Dalal" userId="S::harsh.dalal@bluedataconsulting.in::b955d4cd-8966-4207-a182-07fe202de296" providerId="AD" clId="Web-{F62B93B5-193F-A49A-56E0-545AE2F63758}" dt="2025-12-02T11:51:19.734" v="44"/>
          <ac:spMkLst>
            <pc:docMk/>
            <pc:sldMk cId="3099549128" sldId="329"/>
            <ac:spMk id="2" creationId="{00000000-0000-0000-0000-000000000000}"/>
          </ac:spMkLst>
        </pc:spChg>
        <pc:spChg chg="del">
          <ac:chgData name="Harsh Dalal" userId="S::harsh.dalal@bluedataconsulting.in::b955d4cd-8966-4207-a182-07fe202de296" providerId="AD" clId="Web-{F62B93B5-193F-A49A-56E0-545AE2F63758}" dt="2025-12-02T11:51:19.734" v="44"/>
          <ac:spMkLst>
            <pc:docMk/>
            <pc:sldMk cId="3099549128" sldId="329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1:19.734" v="44"/>
          <ac:spMkLst>
            <pc:docMk/>
            <pc:sldMk cId="3099549128" sldId="329"/>
            <ac:spMk id="10" creationId="{F3060C83-F051-4F0E-ABAD-AA0DFC48B218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1:19.734" v="44"/>
          <ac:spMkLst>
            <pc:docMk/>
            <pc:sldMk cId="3099549128" sldId="329"/>
            <ac:spMk id="12" creationId="{83C98ABE-055B-441F-B07E-44F97F083C39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1:19.734" v="44"/>
          <ac:spMkLst>
            <pc:docMk/>
            <pc:sldMk cId="3099549128" sldId="329"/>
            <ac:spMk id="14" creationId="{29FDB030-9B49-4CED-8CCD-4D99382388AC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1:19.734" v="44"/>
          <ac:spMkLst>
            <pc:docMk/>
            <pc:sldMk cId="3099549128" sldId="329"/>
            <ac:spMk id="16" creationId="{3783CA14-24A1-485C-8B30-D6A5D87987AD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1:19.734" v="44"/>
          <ac:spMkLst>
            <pc:docMk/>
            <pc:sldMk cId="3099549128" sldId="329"/>
            <ac:spMk id="18" creationId="{9A97C86A-04D6-40F7-AE84-31AB43E6A846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1:19.734" v="44"/>
          <ac:spMkLst>
            <pc:docMk/>
            <pc:sldMk cId="3099549128" sldId="329"/>
            <ac:spMk id="20" creationId="{FF9F2414-84E8-453E-B1F3-389FDE8192D9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1:19.734" v="44"/>
          <ac:spMkLst>
            <pc:docMk/>
            <pc:sldMk cId="3099549128" sldId="329"/>
            <ac:spMk id="22" creationId="{3ECA69A1-7536-43AC-85EF-C7106179F5ED}"/>
          </ac:spMkLst>
        </pc:spChg>
        <pc:picChg chg="add">
          <ac:chgData name="Harsh Dalal" userId="S::harsh.dalal@bluedataconsulting.in::b955d4cd-8966-4207-a182-07fe202de296" providerId="AD" clId="Web-{F62B93B5-193F-A49A-56E0-545AE2F63758}" dt="2025-12-02T11:51:19.734" v="44"/>
          <ac:picMkLst>
            <pc:docMk/>
            <pc:sldMk cId="3099549128" sldId="329"/>
            <ac:picMk id="5" creationId="{00000000-0000-0000-0000-000000000000}"/>
          </ac:picMkLst>
        </pc:picChg>
        <pc:picChg chg="mod replId">
          <ac:chgData name="Harsh Dalal" userId="S::harsh.dalal@bluedataconsulting.in::b955d4cd-8966-4207-a182-07fe202de296" providerId="AD" clId="Web-{F62B93B5-193F-A49A-56E0-545AE2F63758}" dt="2025-12-02T11:51:19.703" v="43"/>
          <ac:picMkLst>
            <pc:docMk/>
            <pc:sldMk cId="3099549128" sldId="329"/>
            <ac:picMk id="7" creationId="{00000000-0000-0000-0000-000000000000}"/>
          </ac:picMkLst>
        </pc:picChg>
      </pc:sldChg>
      <pc:sldChg chg="addSp delSp modSp mod setBg">
        <pc:chgData name="Harsh Dalal" userId="S::harsh.dalal@bluedataconsulting.in::b955d4cd-8966-4207-a182-07fe202de296" providerId="AD" clId="Web-{F62B93B5-193F-A49A-56E0-545AE2F63758}" dt="2025-12-02T11:51:31.844" v="45" actId="14100"/>
        <pc:sldMkLst>
          <pc:docMk/>
          <pc:sldMk cId="158068096" sldId="330"/>
        </pc:sldMkLst>
        <pc:spChg chg="mod">
          <ac:chgData name="Harsh Dalal" userId="S::harsh.dalal@bluedataconsulting.in::b955d4cd-8966-4207-a182-07fe202de296" providerId="AD" clId="Web-{F62B93B5-193F-A49A-56E0-545AE2F63758}" dt="2025-12-02T11:46:50.393" v="6"/>
          <ac:spMkLst>
            <pc:docMk/>
            <pc:sldMk cId="158068096" sldId="330"/>
            <ac:spMk id="2" creationId="{00000000-0000-0000-0000-000000000000}"/>
          </ac:spMkLst>
        </pc:spChg>
        <pc:spChg chg="mod">
          <ac:chgData name="Harsh Dalal" userId="S::harsh.dalal@bluedataconsulting.in::b955d4cd-8966-4207-a182-07fe202de296" providerId="AD" clId="Web-{F62B93B5-193F-A49A-56E0-545AE2F63758}" dt="2025-12-02T11:51:31.844" v="45" actId="14100"/>
          <ac:spMkLst>
            <pc:docMk/>
            <pc:sldMk cId="158068096" sldId="330"/>
            <ac:spMk id="5" creationId="{00000000-0000-0000-0000-000000000000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6:50.393" v="6"/>
          <ac:spMkLst>
            <pc:docMk/>
            <pc:sldMk cId="158068096" sldId="330"/>
            <ac:spMk id="11" creationId="{C0763A76-9F1C-4FC5-82B7-DD475DA461B2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6:50.393" v="6"/>
          <ac:spMkLst>
            <pc:docMk/>
            <pc:sldMk cId="158068096" sldId="330"/>
            <ac:spMk id="13" creationId="{E81BF4F6-F2CF-4984-9D14-D6966D92F99F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6:50.393" v="6"/>
          <ac:spMkLst>
            <pc:docMk/>
            <pc:sldMk cId="158068096" sldId="330"/>
            <ac:spMk id="18" creationId="{04812C46-200A-4DEB-A05E-3ED6C68C2387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6:50.393" v="6"/>
          <ac:spMkLst>
            <pc:docMk/>
            <pc:sldMk cId="158068096" sldId="330"/>
            <ac:spMk id="20" creationId="{D1EA859B-E555-4109-94F3-6700E046E008}"/>
          </ac:spMkLst>
        </pc:spChg>
        <pc:picChg chg="add mod ord">
          <ac:chgData name="Harsh Dalal" userId="S::harsh.dalal@bluedataconsulting.in::b955d4cd-8966-4207-a182-07fe202de296" providerId="AD" clId="Web-{F62B93B5-193F-A49A-56E0-545AE2F63758}" dt="2025-12-02T11:46:50.393" v="6"/>
          <ac:picMkLst>
            <pc:docMk/>
            <pc:sldMk cId="158068096" sldId="330"/>
            <ac:picMk id="7" creationId="{031A5304-697E-266A-DA28-5CA85584214A}"/>
          </ac:picMkLst>
        </pc:picChg>
      </pc:sldChg>
      <pc:sldChg chg="addSp delSp modSp mod setBg">
        <pc:chgData name="Harsh Dalal" userId="S::harsh.dalal@bluedataconsulting.in::b955d4cd-8966-4207-a182-07fe202de296" providerId="AD" clId="Web-{F62B93B5-193F-A49A-56E0-545AE2F63758}" dt="2025-12-02T11:46:59.940" v="7"/>
        <pc:sldMkLst>
          <pc:docMk/>
          <pc:sldMk cId="4263705217" sldId="331"/>
        </pc:sldMkLst>
        <pc:spChg chg="mod">
          <ac:chgData name="Harsh Dalal" userId="S::harsh.dalal@bluedataconsulting.in::b955d4cd-8966-4207-a182-07fe202de296" providerId="AD" clId="Web-{F62B93B5-193F-A49A-56E0-545AE2F63758}" dt="2025-12-02T11:46:59.940" v="7"/>
          <ac:spMkLst>
            <pc:docMk/>
            <pc:sldMk cId="4263705217" sldId="331"/>
            <ac:spMk id="2" creationId="{00000000-0000-0000-0000-000000000000}"/>
          </ac:spMkLst>
        </pc:spChg>
        <pc:spChg chg="mod">
          <ac:chgData name="Harsh Dalal" userId="S::harsh.dalal@bluedataconsulting.in::b955d4cd-8966-4207-a182-07fe202de296" providerId="AD" clId="Web-{F62B93B5-193F-A49A-56E0-545AE2F63758}" dt="2025-12-02T11:46:59.940" v="7"/>
          <ac:spMkLst>
            <pc:docMk/>
            <pc:sldMk cId="4263705217" sldId="331"/>
            <ac:spMk id="3" creationId="{00000000-0000-0000-0000-000000000000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6:59.940" v="7"/>
          <ac:spMkLst>
            <pc:docMk/>
            <pc:sldMk cId="4263705217" sldId="331"/>
            <ac:spMk id="9" creationId="{C0763A76-9F1C-4FC5-82B7-DD475DA461B2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6:59.940" v="7"/>
          <ac:spMkLst>
            <pc:docMk/>
            <pc:sldMk cId="4263705217" sldId="331"/>
            <ac:spMk id="11" creationId="{E81BF4F6-F2CF-4984-9D14-D6966D92F99F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6:59.940" v="7"/>
          <ac:spMkLst>
            <pc:docMk/>
            <pc:sldMk cId="4263705217" sldId="331"/>
            <ac:spMk id="16" creationId="{D009D6D5-DAC2-4A8B-A17A-E206B9012D09}"/>
          </ac:spMkLst>
        </pc:spChg>
        <pc:picChg chg="add mod">
          <ac:chgData name="Harsh Dalal" userId="S::harsh.dalal@bluedataconsulting.in::b955d4cd-8966-4207-a182-07fe202de296" providerId="AD" clId="Web-{F62B93B5-193F-A49A-56E0-545AE2F63758}" dt="2025-12-02T11:46:59.940" v="7"/>
          <ac:picMkLst>
            <pc:docMk/>
            <pc:sldMk cId="4263705217" sldId="331"/>
            <ac:picMk id="5" creationId="{488FC126-C05E-967A-4DC1-2B5CCD6D64DD}"/>
          </ac:picMkLst>
        </pc:picChg>
      </pc:sldChg>
      <pc:sldChg chg="addSp delSp modSp mod setBg">
        <pc:chgData name="Harsh Dalal" userId="S::harsh.dalal@bluedataconsulting.in::b955d4cd-8966-4207-a182-07fe202de296" providerId="AD" clId="Web-{F62B93B5-193F-A49A-56E0-545AE2F63758}" dt="2025-12-02T11:46:45.017" v="5"/>
        <pc:sldMkLst>
          <pc:docMk/>
          <pc:sldMk cId="4024136549" sldId="332"/>
        </pc:sldMkLst>
        <pc:spChg chg="mod">
          <ac:chgData name="Harsh Dalal" userId="S::harsh.dalal@bluedataconsulting.in::b955d4cd-8966-4207-a182-07fe202de296" providerId="AD" clId="Web-{F62B93B5-193F-A49A-56E0-545AE2F63758}" dt="2025-12-02T11:46:45.017" v="5"/>
          <ac:spMkLst>
            <pc:docMk/>
            <pc:sldMk cId="4024136549" sldId="332"/>
            <ac:spMk id="2" creationId="{00000000-0000-0000-0000-000000000000}"/>
          </ac:spMkLst>
        </pc:spChg>
        <pc:spChg chg="mod">
          <ac:chgData name="Harsh Dalal" userId="S::harsh.dalal@bluedataconsulting.in::b955d4cd-8966-4207-a182-07fe202de296" providerId="AD" clId="Web-{F62B93B5-193F-A49A-56E0-545AE2F63758}" dt="2025-12-02T11:46:45.017" v="5"/>
          <ac:spMkLst>
            <pc:docMk/>
            <pc:sldMk cId="4024136549" sldId="332"/>
            <ac:spMk id="3" creationId="{00000000-0000-0000-0000-000000000000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6:45.017" v="5"/>
          <ac:spMkLst>
            <pc:docMk/>
            <pc:sldMk cId="4024136549" sldId="332"/>
            <ac:spMk id="9" creationId="{C0763A76-9F1C-4FC5-82B7-DD475DA461B2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6:45.017" v="5"/>
          <ac:spMkLst>
            <pc:docMk/>
            <pc:sldMk cId="4024136549" sldId="332"/>
            <ac:spMk id="11" creationId="{E81BF4F6-F2CF-4984-9D14-D6966D92F99F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6:45.017" v="5"/>
          <ac:spMkLst>
            <pc:docMk/>
            <pc:sldMk cId="4024136549" sldId="332"/>
            <ac:spMk id="16" creationId="{04812C46-200A-4DEB-A05E-3ED6C68C2387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6:45.017" v="5"/>
          <ac:spMkLst>
            <pc:docMk/>
            <pc:sldMk cId="4024136549" sldId="332"/>
            <ac:spMk id="18" creationId="{D1EA859B-E555-4109-94F3-6700E046E008}"/>
          </ac:spMkLst>
        </pc:spChg>
        <pc:picChg chg="add mod ord">
          <ac:chgData name="Harsh Dalal" userId="S::harsh.dalal@bluedataconsulting.in::b955d4cd-8966-4207-a182-07fe202de296" providerId="AD" clId="Web-{F62B93B5-193F-A49A-56E0-545AE2F63758}" dt="2025-12-02T11:46:45.017" v="5"/>
          <ac:picMkLst>
            <pc:docMk/>
            <pc:sldMk cId="4024136549" sldId="332"/>
            <ac:picMk id="5" creationId="{35E442B4-2D2D-7802-C97B-3D888E5C9A3A}"/>
          </ac:picMkLst>
        </pc:picChg>
      </pc:sldChg>
      <pc:sldChg chg="addSp modSp mod setBg">
        <pc:chgData name="Harsh Dalal" userId="S::harsh.dalal@bluedataconsulting.in::b955d4cd-8966-4207-a182-07fe202de296" providerId="AD" clId="Web-{F62B93B5-193F-A49A-56E0-545AE2F63758}" dt="2025-12-02T11:46:37.657" v="4"/>
        <pc:sldMkLst>
          <pc:docMk/>
          <pc:sldMk cId="3306490834" sldId="333"/>
        </pc:sldMkLst>
        <pc:spChg chg="mod">
          <ac:chgData name="Harsh Dalal" userId="S::harsh.dalal@bluedataconsulting.in::b955d4cd-8966-4207-a182-07fe202de296" providerId="AD" clId="Web-{F62B93B5-193F-A49A-56E0-545AE2F63758}" dt="2025-12-02T11:46:37.657" v="4"/>
          <ac:spMkLst>
            <pc:docMk/>
            <pc:sldMk cId="3306490834" sldId="333"/>
            <ac:spMk id="2" creationId="{00000000-0000-0000-0000-000000000000}"/>
          </ac:spMkLst>
        </pc:spChg>
        <pc:spChg chg="mod">
          <ac:chgData name="Harsh Dalal" userId="S::harsh.dalal@bluedataconsulting.in::b955d4cd-8966-4207-a182-07fe202de296" providerId="AD" clId="Web-{F62B93B5-193F-A49A-56E0-545AE2F63758}" dt="2025-12-02T11:46:37.657" v="4"/>
          <ac:spMkLst>
            <pc:docMk/>
            <pc:sldMk cId="3306490834" sldId="333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6:37.657" v="4"/>
          <ac:spMkLst>
            <pc:docMk/>
            <pc:sldMk cId="3306490834" sldId="333"/>
            <ac:spMk id="8" creationId="{87BF42CA-AD55-48B4-8949-C4DCA60A6AEE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6:37.657" v="4"/>
          <ac:spMkLst>
            <pc:docMk/>
            <pc:sldMk cId="3306490834" sldId="333"/>
            <ac:spMk id="10" creationId="{66AE1D3D-3106-4CB2-AA7C-0C1642AC0F2E}"/>
          </ac:spMkLst>
        </pc:spChg>
        <pc:grpChg chg="add">
          <ac:chgData name="Harsh Dalal" userId="S::harsh.dalal@bluedataconsulting.in::b955d4cd-8966-4207-a182-07fe202de296" providerId="AD" clId="Web-{F62B93B5-193F-A49A-56E0-545AE2F63758}" dt="2025-12-02T11:46:37.657" v="4"/>
          <ac:grpSpMkLst>
            <pc:docMk/>
            <pc:sldMk cId="3306490834" sldId="333"/>
            <ac:grpSpMk id="12" creationId="{0A31B6AF-B711-4CDB-8C2B-16E963DDC4C5}"/>
          </ac:grpSpMkLst>
        </pc:grpChg>
      </pc:sldChg>
      <pc:sldChg chg="del">
        <pc:chgData name="Harsh Dalal" userId="S::harsh.dalal@bluedataconsulting.in::b955d4cd-8966-4207-a182-07fe202de296" providerId="AD" clId="Web-{F62B93B5-193F-A49A-56E0-545AE2F63758}" dt="2025-12-02T11:54:17.958" v="73"/>
        <pc:sldMkLst>
          <pc:docMk/>
          <pc:sldMk cId="625833859" sldId="33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13.427" v="67"/>
        <pc:sldMkLst>
          <pc:docMk/>
          <pc:sldMk cId="735110780" sldId="33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14.146" v="68"/>
        <pc:sldMkLst>
          <pc:docMk/>
          <pc:sldMk cId="853944960" sldId="33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14.833" v="69"/>
        <pc:sldMkLst>
          <pc:docMk/>
          <pc:sldMk cId="1006248595" sldId="33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15.583" v="70"/>
        <pc:sldMkLst>
          <pc:docMk/>
          <pc:sldMk cId="2617789991" sldId="33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16.333" v="71"/>
        <pc:sldMkLst>
          <pc:docMk/>
          <pc:sldMk cId="1461683091" sldId="34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17.240" v="72"/>
        <pc:sldMkLst>
          <pc:docMk/>
          <pc:sldMk cId="2743967154" sldId="34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18.505" v="74"/>
        <pc:sldMkLst>
          <pc:docMk/>
          <pc:sldMk cId="238860233" sldId="342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03" v="133"/>
        <pc:sldMkLst>
          <pc:docMk/>
          <pc:sldMk cId="2122518163" sldId="34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49:22.652" v="25"/>
        <pc:sldMkLst>
          <pc:docMk/>
          <pc:sldMk cId="2279062335" sldId="34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49:22.652" v="24"/>
        <pc:sldMkLst>
          <pc:docMk/>
          <pc:sldMk cId="1064386656" sldId="34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49:24.417" v="27"/>
        <pc:sldMkLst>
          <pc:docMk/>
          <pc:sldMk cId="886766858" sldId="349"/>
        </pc:sldMkLst>
      </pc:sldChg>
      <pc:sldChg chg="modSp mod setBg">
        <pc:chgData name="Harsh Dalal" userId="S::harsh.dalal@bluedataconsulting.in::b955d4cd-8966-4207-a182-07fe202de296" providerId="AD" clId="Web-{F62B93B5-193F-A49A-56E0-545AE2F63758}" dt="2025-12-02T11:47:18.410" v="9"/>
        <pc:sldMkLst>
          <pc:docMk/>
          <pc:sldMk cId="1364179140" sldId="351"/>
        </pc:sldMkLst>
        <pc:spChg chg="mod">
          <ac:chgData name="Harsh Dalal" userId="S::harsh.dalal@bluedataconsulting.in::b955d4cd-8966-4207-a182-07fe202de296" providerId="AD" clId="Web-{F62B93B5-193F-A49A-56E0-545AE2F63758}" dt="2025-12-02T11:47:18.410" v="9"/>
          <ac:spMkLst>
            <pc:docMk/>
            <pc:sldMk cId="1364179140" sldId="351"/>
            <ac:spMk id="2" creationId="{00000000-0000-0000-0000-000000000000}"/>
          </ac:spMkLst>
        </pc:spChg>
        <pc:spChg chg="mod ord">
          <ac:chgData name="Harsh Dalal" userId="S::harsh.dalal@bluedataconsulting.in::b955d4cd-8966-4207-a182-07fe202de296" providerId="AD" clId="Web-{F62B93B5-193F-A49A-56E0-545AE2F63758}" dt="2025-12-02T11:47:18.410" v="9"/>
          <ac:spMkLst>
            <pc:docMk/>
            <pc:sldMk cId="1364179140" sldId="351"/>
            <ac:spMk id="3" creationId="{00000000-0000-0000-0000-000000000000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47:18.410" v="9"/>
          <ac:picMkLst>
            <pc:docMk/>
            <pc:sldMk cId="1364179140" sldId="351"/>
            <ac:picMk id="4" creationId="{00000000-0000-0000-0000-000000000000}"/>
          </ac:picMkLst>
        </pc:picChg>
      </pc:sldChg>
      <pc:sldChg chg="addSp delSp modSp mod setBg">
        <pc:chgData name="Harsh Dalal" userId="S::harsh.dalal@bluedataconsulting.in::b955d4cd-8966-4207-a182-07fe202de296" providerId="AD" clId="Web-{F62B93B5-193F-A49A-56E0-545AE2F63758}" dt="2025-12-02T11:48:48.150" v="22"/>
        <pc:sldMkLst>
          <pc:docMk/>
          <pc:sldMk cId="3946249355" sldId="352"/>
        </pc:sldMkLst>
        <pc:spChg chg="mod">
          <ac:chgData name="Harsh Dalal" userId="S::harsh.dalal@bluedataconsulting.in::b955d4cd-8966-4207-a182-07fe202de296" providerId="AD" clId="Web-{F62B93B5-193F-A49A-56E0-545AE2F63758}" dt="2025-12-02T11:48:48.150" v="22"/>
          <ac:spMkLst>
            <pc:docMk/>
            <pc:sldMk cId="3946249355" sldId="352"/>
            <ac:spMk id="2" creationId="{00000000-0000-0000-0000-000000000000}"/>
          </ac:spMkLst>
        </pc:spChg>
        <pc:spChg chg="add del mod">
          <ac:chgData name="Harsh Dalal" userId="S::harsh.dalal@bluedataconsulting.in::b955d4cd-8966-4207-a182-07fe202de296" providerId="AD" clId="Web-{F62B93B5-193F-A49A-56E0-545AE2F63758}" dt="2025-12-02T11:48:48.150" v="22"/>
          <ac:spMkLst>
            <pc:docMk/>
            <pc:sldMk cId="3946249355" sldId="352"/>
            <ac:spMk id="3" creationId="{00000000-0000-0000-0000-000000000000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7:34.146" v="11"/>
          <ac:spMkLst>
            <pc:docMk/>
            <pc:sldMk cId="3946249355" sldId="352"/>
            <ac:spMk id="9" creationId="{B6FACB3C-9069-4791-BC5C-0DB7CD19B853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8:48.150" v="22"/>
          <ac:spMkLst>
            <pc:docMk/>
            <pc:sldMk cId="3946249355" sldId="352"/>
            <ac:spMk id="10" creationId="{131BAD53-4E89-4F62-BBB7-26359763ED39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7:34.146" v="11"/>
          <ac:spMkLst>
            <pc:docMk/>
            <pc:sldMk cId="3946249355" sldId="352"/>
            <ac:spMk id="11" creationId="{71F2038E-D777-4B76-81DD-DD13EE91B9DD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8:48.150" v="22"/>
          <ac:spMkLst>
            <pc:docMk/>
            <pc:sldMk cId="3946249355" sldId="352"/>
            <ac:spMk id="12" creationId="{62756DA2-40EB-4C6F-B962-5822FFB54FB6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8:48.150" v="22"/>
          <ac:spMkLst>
            <pc:docMk/>
            <pc:sldMk cId="3946249355" sldId="352"/>
            <ac:spMk id="14" creationId="{00000000-0000-0000-0000-000000000000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7:36.552" v="13"/>
          <ac:spMkLst>
            <pc:docMk/>
            <pc:sldMk cId="3946249355" sldId="352"/>
            <ac:spMk id="19" creationId="{2B97F24A-32CE-4C1C-A50D-3016B394DCFB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7:36.552" v="13"/>
          <ac:spMkLst>
            <pc:docMk/>
            <pc:sldMk cId="3946249355" sldId="352"/>
            <ac:spMk id="20" creationId="{CD8B4F24-440B-49E9-B85D-733523DC064B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8:35.087" v="15"/>
          <ac:spMkLst>
            <pc:docMk/>
            <pc:sldMk cId="3946249355" sldId="352"/>
            <ac:spMk id="22" creationId="{131BAD53-4E89-4F62-BBB7-26359763ED39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8:35.087" v="15"/>
          <ac:spMkLst>
            <pc:docMk/>
            <pc:sldMk cId="3946249355" sldId="352"/>
            <ac:spMk id="23" creationId="{62756DA2-40EB-4C6F-B962-5822FFB54FB6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8:39.196" v="17"/>
          <ac:spMkLst>
            <pc:docMk/>
            <pc:sldMk cId="3946249355" sldId="352"/>
            <ac:spMk id="25" creationId="{F13C74B1-5B17-4795-BED0-7140497B445A}"/>
          </ac:spMkLst>
        </pc:spChg>
        <pc:spChg chg="add del">
          <ac:chgData name="Harsh Dalal" userId="S::harsh.dalal@bluedataconsulting.in::b955d4cd-8966-4207-a182-07fe202de296" providerId="AD" clId="Web-{F62B93B5-193F-A49A-56E0-545AE2F63758}" dt="2025-12-02T11:48:39.196" v="17"/>
          <ac:spMkLst>
            <pc:docMk/>
            <pc:sldMk cId="3946249355" sldId="352"/>
            <ac:spMk id="26" creationId="{D4974D33-8DC5-464E-8C6D-BE58F0669C17}"/>
          </ac:spMkLst>
        </pc:spChg>
        <pc:grpChg chg="add del">
          <ac:chgData name="Harsh Dalal" userId="S::harsh.dalal@bluedataconsulting.in::b955d4cd-8966-4207-a182-07fe202de296" providerId="AD" clId="Web-{F62B93B5-193F-A49A-56E0-545AE2F63758}" dt="2025-12-02T11:47:34.146" v="11"/>
          <ac:grpSpMkLst>
            <pc:docMk/>
            <pc:sldMk cId="3946249355" sldId="352"/>
            <ac:grpSpMk id="13" creationId="{DD354807-230F-4402-B1B9-F733A8F1F190}"/>
          </ac:grpSpMkLst>
        </pc:grpChg>
        <pc:graphicFrameChg chg="add del">
          <ac:chgData name="Harsh Dalal" userId="S::harsh.dalal@bluedataconsulting.in::b955d4cd-8966-4207-a182-07fe202de296" providerId="AD" clId="Web-{F62B93B5-193F-A49A-56E0-545AE2F63758}" dt="2025-12-02T11:48:41.821" v="19"/>
          <ac:graphicFrameMkLst>
            <pc:docMk/>
            <pc:sldMk cId="3946249355" sldId="352"/>
            <ac:graphicFrameMk id="6" creationId="{4EE67303-F62D-CBB5-0410-5B738C1D5733}"/>
          </ac:graphicFrameMkLst>
        </pc:graphicFrameChg>
        <pc:graphicFrameChg chg="add del">
          <ac:chgData name="Harsh Dalal" userId="S::harsh.dalal@bluedataconsulting.in::b955d4cd-8966-4207-a182-07fe202de296" providerId="AD" clId="Web-{F62B93B5-193F-A49A-56E0-545AE2F63758}" dt="2025-12-02T11:48:48.134" v="21"/>
          <ac:graphicFrameMkLst>
            <pc:docMk/>
            <pc:sldMk cId="3946249355" sldId="352"/>
            <ac:graphicFrameMk id="8" creationId="{52606C14-A9EE-7721-811A-E2A026F78E27}"/>
          </ac:graphicFrameMkLst>
        </pc:graphicFrameChg>
        <pc:picChg chg="mod">
          <ac:chgData name="Harsh Dalal" userId="S::harsh.dalal@bluedataconsulting.in::b955d4cd-8966-4207-a182-07fe202de296" providerId="AD" clId="Web-{F62B93B5-193F-A49A-56E0-545AE2F63758}" dt="2025-12-02T11:48:48.150" v="22"/>
          <ac:picMkLst>
            <pc:docMk/>
            <pc:sldMk cId="3946249355" sldId="352"/>
            <ac:picMk id="4" creationId="{00000000-0000-0000-0000-000000000000}"/>
          </ac:picMkLst>
        </pc:picChg>
      </pc:sldChg>
      <pc:sldChg chg="del">
        <pc:chgData name="Harsh Dalal" userId="S::harsh.dalal@bluedataconsulting.in::b955d4cd-8966-4207-a182-07fe202de296" providerId="AD" clId="Web-{F62B93B5-193F-A49A-56E0-545AE2F63758}" dt="2025-12-02T11:54:51.209" v="101"/>
        <pc:sldMkLst>
          <pc:docMk/>
          <pc:sldMk cId="3388343325" sldId="35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09" v="100"/>
        <pc:sldMkLst>
          <pc:docMk/>
          <pc:sldMk cId="4239582337" sldId="355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09" v="99"/>
        <pc:sldMkLst>
          <pc:docMk/>
          <pc:sldMk cId="1768556111" sldId="35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09" v="98"/>
        <pc:sldMkLst>
          <pc:docMk/>
          <pc:sldMk cId="3386147215" sldId="35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09" v="103"/>
        <pc:sldMkLst>
          <pc:docMk/>
          <pc:sldMk cId="1735307195" sldId="35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25" v="106"/>
        <pc:sldMkLst>
          <pc:docMk/>
          <pc:sldMk cId="2058164007" sldId="36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25" v="105"/>
        <pc:sldMkLst>
          <pc:docMk/>
          <pc:sldMk cId="1111281792" sldId="36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25" v="104"/>
        <pc:sldMkLst>
          <pc:docMk/>
          <pc:sldMk cId="2315058067" sldId="362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31.959" v="87"/>
        <pc:sldMkLst>
          <pc:docMk/>
          <pc:sldMk cId="3213703736" sldId="365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32.443" v="88"/>
        <pc:sldMkLst>
          <pc:docMk/>
          <pc:sldMk cId="3899052303" sldId="36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97" v="179"/>
        <pc:sldMkLst>
          <pc:docMk/>
          <pc:sldMk cId="1185217660" sldId="36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35.006" v="89"/>
        <pc:sldMkLst>
          <pc:docMk/>
          <pc:sldMk cId="1635020696" sldId="36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35.615" v="90"/>
        <pc:sldMkLst>
          <pc:docMk/>
          <pc:sldMk cId="969141054" sldId="36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97" v="178"/>
        <pc:sldMkLst>
          <pc:docMk/>
          <pc:sldMk cId="1701062086" sldId="37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97" v="177"/>
        <pc:sldMkLst>
          <pc:docMk/>
          <pc:sldMk cId="370011546" sldId="372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72" v="125"/>
        <pc:sldMkLst>
          <pc:docMk/>
          <pc:sldMk cId="2010526071" sldId="37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97" v="175"/>
        <pc:sldMkLst>
          <pc:docMk/>
          <pc:sldMk cId="136885515" sldId="37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97" v="174"/>
        <pc:sldMkLst>
          <pc:docMk/>
          <pc:sldMk cId="2233304682" sldId="37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97" v="173"/>
        <pc:sldMkLst>
          <pc:docMk/>
          <pc:sldMk cId="3620030414" sldId="37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81" v="172"/>
        <pc:sldMkLst>
          <pc:docMk/>
          <pc:sldMk cId="390281774" sldId="37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81" v="171"/>
        <pc:sldMkLst>
          <pc:docMk/>
          <pc:sldMk cId="882254352" sldId="38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81" v="170"/>
        <pc:sldMkLst>
          <pc:docMk/>
          <pc:sldMk cId="1554182008" sldId="38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81" v="169"/>
        <pc:sldMkLst>
          <pc:docMk/>
          <pc:sldMk cId="2280896860" sldId="382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65" v="168"/>
        <pc:sldMkLst>
          <pc:docMk/>
          <pc:sldMk cId="2825656706" sldId="383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03" v="140"/>
        <pc:sldMkLst>
          <pc:docMk/>
          <pc:sldMk cId="1250999472" sldId="38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03" v="139"/>
        <pc:sldMkLst>
          <pc:docMk/>
          <pc:sldMk cId="2674919333" sldId="38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03" v="138"/>
        <pc:sldMkLst>
          <pc:docMk/>
          <pc:sldMk cId="2489779487" sldId="38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03" v="137"/>
        <pc:sldMkLst>
          <pc:docMk/>
          <pc:sldMk cId="3236079295" sldId="38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03" v="136"/>
        <pc:sldMkLst>
          <pc:docMk/>
          <pc:sldMk cId="3066013184" sldId="38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03" v="135"/>
        <pc:sldMkLst>
          <pc:docMk/>
          <pc:sldMk cId="4225274498" sldId="39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21.318" v="76"/>
        <pc:sldMkLst>
          <pc:docMk/>
          <pc:sldMk cId="594048752" sldId="393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22.912" v="77"/>
        <pc:sldMkLst>
          <pc:docMk/>
          <pc:sldMk cId="3079887260" sldId="39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23.755" v="78"/>
        <pc:sldMkLst>
          <pc:docMk/>
          <pc:sldMk cId="3800214745" sldId="395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24.505" v="79"/>
        <pc:sldMkLst>
          <pc:docMk/>
          <pc:sldMk cId="1077018619" sldId="39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25.771" v="80"/>
        <pc:sldMkLst>
          <pc:docMk/>
          <pc:sldMk cId="2355419880" sldId="39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26.349" v="81"/>
        <pc:sldMkLst>
          <pc:docMk/>
          <pc:sldMk cId="253079690" sldId="39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28.724" v="84"/>
        <pc:sldMkLst>
          <pc:docMk/>
          <pc:sldMk cId="817836320" sldId="39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65" v="166"/>
        <pc:sldMkLst>
          <pc:docMk/>
          <pc:sldMk cId="4194440147" sldId="40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65" v="165"/>
        <pc:sldMkLst>
          <pc:docMk/>
          <pc:sldMk cId="2924477778" sldId="402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65" v="164"/>
        <pc:sldMkLst>
          <pc:docMk/>
          <pc:sldMk cId="1655869723" sldId="403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65" v="163"/>
        <pc:sldMkLst>
          <pc:docMk/>
          <pc:sldMk cId="2048855937" sldId="40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50" v="162"/>
        <pc:sldMkLst>
          <pc:docMk/>
          <pc:sldMk cId="2061108690" sldId="405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30.005" v="85"/>
        <pc:sldMkLst>
          <pc:docMk/>
          <pc:sldMk cId="266527122" sldId="40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27.333" v="82"/>
        <pc:sldMkLst>
          <pc:docMk/>
          <pc:sldMk cId="3332635831" sldId="40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28.115" v="83"/>
        <pc:sldMkLst>
          <pc:docMk/>
          <pc:sldMk cId="1334662504" sldId="40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50" v="159"/>
        <pc:sldMkLst>
          <pc:docMk/>
          <pc:sldMk cId="510172986" sldId="40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50" v="158"/>
        <pc:sldMkLst>
          <pc:docMk/>
          <pc:sldMk cId="3074589576" sldId="41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56"/>
        <pc:sldMkLst>
          <pc:docMk/>
          <pc:sldMk cId="3309923039" sldId="41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57"/>
        <pc:sldMkLst>
          <pc:docMk/>
          <pc:sldMk cId="3314579589" sldId="412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55"/>
        <pc:sldMkLst>
          <pc:docMk/>
          <pc:sldMk cId="2197368550" sldId="413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54"/>
        <pc:sldMkLst>
          <pc:docMk/>
          <pc:sldMk cId="2983888524" sldId="41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53"/>
        <pc:sldMkLst>
          <pc:docMk/>
          <pc:sldMk cId="2170697337" sldId="415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52"/>
        <pc:sldMkLst>
          <pc:docMk/>
          <pc:sldMk cId="393935986" sldId="41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51"/>
        <pc:sldMkLst>
          <pc:docMk/>
          <pc:sldMk cId="130687510" sldId="41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193" v="96"/>
        <pc:sldMkLst>
          <pc:docMk/>
          <pc:sldMk cId="3330854543" sldId="41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193" v="95"/>
        <pc:sldMkLst>
          <pc:docMk/>
          <pc:sldMk cId="704564520" sldId="42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193" v="94"/>
        <pc:sldMkLst>
          <pc:docMk/>
          <pc:sldMk cId="646968022" sldId="42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193" v="93"/>
        <pc:sldMkLst>
          <pc:docMk/>
          <pc:sldMk cId="3936871520" sldId="422"/>
        </pc:sldMkLst>
      </pc:sldChg>
      <pc:sldChg chg="addSp modSp mod setBg">
        <pc:chgData name="Harsh Dalal" userId="S::harsh.dalal@bluedataconsulting.in::b955d4cd-8966-4207-a182-07fe202de296" providerId="AD" clId="Web-{F62B93B5-193F-A49A-56E0-545AE2F63758}" dt="2025-12-02T11:49:59.028" v="33"/>
        <pc:sldMkLst>
          <pc:docMk/>
          <pc:sldMk cId="3776346019" sldId="427"/>
        </pc:sldMkLst>
        <pc:spChg chg="mod">
          <ac:chgData name="Harsh Dalal" userId="S::harsh.dalal@bluedataconsulting.in::b955d4cd-8966-4207-a182-07fe202de296" providerId="AD" clId="Web-{F62B93B5-193F-A49A-56E0-545AE2F63758}" dt="2025-12-02T11:49:59.028" v="33"/>
          <ac:spMkLst>
            <pc:docMk/>
            <pc:sldMk cId="3776346019" sldId="427"/>
            <ac:spMk id="2" creationId="{00000000-0000-0000-0000-000000000000}"/>
          </ac:spMkLst>
        </pc:spChg>
        <pc:spChg chg="mod">
          <ac:chgData name="Harsh Dalal" userId="S::harsh.dalal@bluedataconsulting.in::b955d4cd-8966-4207-a182-07fe202de296" providerId="AD" clId="Web-{F62B93B5-193F-A49A-56E0-545AE2F63758}" dt="2025-12-02T11:49:59.028" v="33"/>
          <ac:spMkLst>
            <pc:docMk/>
            <pc:sldMk cId="3776346019" sldId="427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9:59.028" v="33"/>
          <ac:spMkLst>
            <pc:docMk/>
            <pc:sldMk cId="3776346019" sldId="427"/>
            <ac:spMk id="9" creationId="{F821940F-7A1D-4ACC-85B4-A932898ABB37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9:59.028" v="33"/>
          <ac:spMkLst>
            <pc:docMk/>
            <pc:sldMk cId="3776346019" sldId="427"/>
            <ac:spMk id="11" creationId="{16674508-81D3-48CF-96BF-7FC60EAA572A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49:59.028" v="33"/>
          <ac:picMkLst>
            <pc:docMk/>
            <pc:sldMk cId="3776346019" sldId="427"/>
            <ac:picMk id="4" creationId="{00000000-0000-0000-0000-000000000000}"/>
          </ac:picMkLst>
        </pc:picChg>
      </pc:sldChg>
      <pc:sldChg chg="del">
        <pc:chgData name="Harsh Dalal" userId="S::harsh.dalal@bluedataconsulting.in::b955d4cd-8966-4207-a182-07fe202de296" providerId="AD" clId="Web-{F62B93B5-193F-A49A-56E0-545AE2F63758}" dt="2025-12-02T11:49:43.465" v="32"/>
        <pc:sldMkLst>
          <pc:docMk/>
          <pc:sldMk cId="2681627420" sldId="42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49:43.449" v="31"/>
        <pc:sldMkLst>
          <pc:docMk/>
          <pc:sldMk cId="1672228760" sldId="42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49:43.449" v="30"/>
        <pc:sldMkLst>
          <pc:docMk/>
          <pc:sldMk cId="1106640572" sldId="43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49:43.449" v="29"/>
        <pc:sldMkLst>
          <pc:docMk/>
          <pc:sldMk cId="952157718" sldId="43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49:43.434" v="28"/>
        <pc:sldMkLst>
          <pc:docMk/>
          <pc:sldMk cId="1204137555" sldId="432"/>
        </pc:sldMkLst>
      </pc:sldChg>
      <pc:sldChg chg="addSp modSp mod setBg">
        <pc:chgData name="Harsh Dalal" userId="S::harsh.dalal@bluedataconsulting.in::b955d4cd-8966-4207-a182-07fe202de296" providerId="AD" clId="Web-{F62B93B5-193F-A49A-56E0-545AE2F63758}" dt="2025-12-02T11:44:39.553" v="0"/>
        <pc:sldMkLst>
          <pc:docMk/>
          <pc:sldMk cId="1504618112" sldId="433"/>
        </pc:sldMkLst>
        <pc:spChg chg="mod ord">
          <ac:chgData name="Harsh Dalal" userId="S::harsh.dalal@bluedataconsulting.in::b955d4cd-8966-4207-a182-07fe202de296" providerId="AD" clId="Web-{F62B93B5-193F-A49A-56E0-545AE2F63758}" dt="2025-12-02T11:44:39.553" v="0"/>
          <ac:spMkLst>
            <pc:docMk/>
            <pc:sldMk cId="1504618112" sldId="433"/>
            <ac:spMk id="2" creationId="{00000000-0000-0000-0000-000000000000}"/>
          </ac:spMkLst>
        </pc:spChg>
        <pc:spChg chg="mod ord">
          <ac:chgData name="Harsh Dalal" userId="S::harsh.dalal@bluedataconsulting.in::b955d4cd-8966-4207-a182-07fe202de296" providerId="AD" clId="Web-{F62B93B5-193F-A49A-56E0-545AE2F63758}" dt="2025-12-02T11:44:39.553" v="0"/>
          <ac:spMkLst>
            <pc:docMk/>
            <pc:sldMk cId="1504618112" sldId="433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4:39.553" v="0"/>
          <ac:spMkLst>
            <pc:docMk/>
            <pc:sldMk cId="1504618112" sldId="433"/>
            <ac:spMk id="10" creationId="{27BDFED6-6E33-4606-AFE2-886ADB1C018E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4:39.553" v="0"/>
          <ac:spMkLst>
            <pc:docMk/>
            <pc:sldMk cId="1504618112" sldId="433"/>
            <ac:spMk id="12" creationId="{890DEF05-784E-4B61-89E4-04C4ECF4E5A0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44:39.553" v="0"/>
          <ac:picMkLst>
            <pc:docMk/>
            <pc:sldMk cId="1504618112" sldId="433"/>
            <ac:picMk id="4" creationId="{00000000-0000-0000-0000-000000000000}"/>
          </ac:picMkLst>
        </pc:picChg>
        <pc:picChg chg="mod">
          <ac:chgData name="Harsh Dalal" userId="S::harsh.dalal@bluedataconsulting.in::b955d4cd-8966-4207-a182-07fe202de296" providerId="AD" clId="Web-{F62B93B5-193F-A49A-56E0-545AE2F63758}" dt="2025-12-02T11:44:39.553" v="0"/>
          <ac:picMkLst>
            <pc:docMk/>
            <pc:sldMk cId="1504618112" sldId="433"/>
            <ac:picMk id="5" creationId="{00000000-0000-0000-0000-000000000000}"/>
          </ac:picMkLst>
        </pc:picChg>
        <pc:cxnChg chg="add">
          <ac:chgData name="Harsh Dalal" userId="S::harsh.dalal@bluedataconsulting.in::b955d4cd-8966-4207-a182-07fe202de296" providerId="AD" clId="Web-{F62B93B5-193F-A49A-56E0-545AE2F63758}" dt="2025-12-02T11:44:39.553" v="0"/>
          <ac:cxnSpMkLst>
            <pc:docMk/>
            <pc:sldMk cId="1504618112" sldId="433"/>
            <ac:cxnSpMk id="14" creationId="{C41BAEC7-F7B0-4224-8B18-8F74B7D87F0B}"/>
          </ac:cxnSpMkLst>
        </pc:cxnChg>
      </pc:sldChg>
      <pc:sldChg chg="addSp modSp mod setBg">
        <pc:chgData name="Harsh Dalal" userId="S::harsh.dalal@bluedataconsulting.in::b955d4cd-8966-4207-a182-07fe202de296" providerId="AD" clId="Web-{F62B93B5-193F-A49A-56E0-545AE2F63758}" dt="2025-12-02T11:50:09.435" v="35"/>
        <pc:sldMkLst>
          <pc:docMk/>
          <pc:sldMk cId="1087119091" sldId="434"/>
        </pc:sldMkLst>
        <pc:spChg chg="mod ord">
          <ac:chgData name="Harsh Dalal" userId="S::harsh.dalal@bluedataconsulting.in::b955d4cd-8966-4207-a182-07fe202de296" providerId="AD" clId="Web-{F62B93B5-193F-A49A-56E0-545AE2F63758}" dt="2025-12-02T11:50:09.435" v="35"/>
          <ac:spMkLst>
            <pc:docMk/>
            <pc:sldMk cId="1087119091" sldId="434"/>
            <ac:spMk id="2" creationId="{00000000-0000-0000-0000-000000000000}"/>
          </ac:spMkLst>
        </pc:spChg>
        <pc:spChg chg="mod ord">
          <ac:chgData name="Harsh Dalal" userId="S::harsh.dalal@bluedataconsulting.in::b955d4cd-8966-4207-a182-07fe202de296" providerId="AD" clId="Web-{F62B93B5-193F-A49A-56E0-545AE2F63758}" dt="2025-12-02T11:50:09.435" v="35"/>
          <ac:spMkLst>
            <pc:docMk/>
            <pc:sldMk cId="1087119091" sldId="434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0:09.435" v="35"/>
          <ac:spMkLst>
            <pc:docMk/>
            <pc:sldMk cId="1087119091" sldId="434"/>
            <ac:spMk id="10" creationId="{27BDFED6-6E33-4606-AFE2-886ADB1C018E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0:09.435" v="35"/>
          <ac:spMkLst>
            <pc:docMk/>
            <pc:sldMk cId="1087119091" sldId="434"/>
            <ac:spMk id="12" creationId="{890DEF05-784E-4B61-89E4-04C4ECF4E5A0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50:09.435" v="35"/>
          <ac:picMkLst>
            <pc:docMk/>
            <pc:sldMk cId="1087119091" sldId="434"/>
            <ac:picMk id="4" creationId="{00000000-0000-0000-0000-000000000000}"/>
          </ac:picMkLst>
        </pc:picChg>
        <pc:picChg chg="mod">
          <ac:chgData name="Harsh Dalal" userId="S::harsh.dalal@bluedataconsulting.in::b955d4cd-8966-4207-a182-07fe202de296" providerId="AD" clId="Web-{F62B93B5-193F-A49A-56E0-545AE2F63758}" dt="2025-12-02T11:50:09.435" v="35"/>
          <ac:picMkLst>
            <pc:docMk/>
            <pc:sldMk cId="1087119091" sldId="434"/>
            <ac:picMk id="5" creationId="{00000000-0000-0000-0000-000000000000}"/>
          </ac:picMkLst>
        </pc:picChg>
        <pc:cxnChg chg="add">
          <ac:chgData name="Harsh Dalal" userId="S::harsh.dalal@bluedataconsulting.in::b955d4cd-8966-4207-a182-07fe202de296" providerId="AD" clId="Web-{F62B93B5-193F-A49A-56E0-545AE2F63758}" dt="2025-12-02T11:50:09.435" v="35"/>
          <ac:cxnSpMkLst>
            <pc:docMk/>
            <pc:sldMk cId="1087119091" sldId="434"/>
            <ac:cxnSpMk id="14" creationId="{C41BAEC7-F7B0-4224-8B18-8F74B7D87F0B}"/>
          </ac:cxnSpMkLst>
        </pc:cxnChg>
      </pc:sldChg>
      <pc:sldChg chg="addSp modSp mod setBg">
        <pc:chgData name="Harsh Dalal" userId="S::harsh.dalal@bluedataconsulting.in::b955d4cd-8966-4207-a182-07fe202de296" providerId="AD" clId="Web-{F62B93B5-193F-A49A-56E0-545AE2F63758}" dt="2025-12-02T11:47:11.316" v="8"/>
        <pc:sldMkLst>
          <pc:docMk/>
          <pc:sldMk cId="1218331606" sldId="435"/>
        </pc:sldMkLst>
        <pc:spChg chg="mod ord">
          <ac:chgData name="Harsh Dalal" userId="S::harsh.dalal@bluedataconsulting.in::b955d4cd-8966-4207-a182-07fe202de296" providerId="AD" clId="Web-{F62B93B5-193F-A49A-56E0-545AE2F63758}" dt="2025-12-02T11:47:11.316" v="8"/>
          <ac:spMkLst>
            <pc:docMk/>
            <pc:sldMk cId="1218331606" sldId="435"/>
            <ac:spMk id="2" creationId="{00000000-0000-0000-0000-000000000000}"/>
          </ac:spMkLst>
        </pc:spChg>
        <pc:spChg chg="mod ord">
          <ac:chgData name="Harsh Dalal" userId="S::harsh.dalal@bluedataconsulting.in::b955d4cd-8966-4207-a182-07fe202de296" providerId="AD" clId="Web-{F62B93B5-193F-A49A-56E0-545AE2F63758}" dt="2025-12-02T11:47:11.316" v="8"/>
          <ac:spMkLst>
            <pc:docMk/>
            <pc:sldMk cId="1218331606" sldId="435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7:11.316" v="8"/>
          <ac:spMkLst>
            <pc:docMk/>
            <pc:sldMk cId="1218331606" sldId="435"/>
            <ac:spMk id="10" creationId="{27BDFED6-6E33-4606-AFE2-886ADB1C018E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7:11.316" v="8"/>
          <ac:spMkLst>
            <pc:docMk/>
            <pc:sldMk cId="1218331606" sldId="435"/>
            <ac:spMk id="12" creationId="{890DEF05-784E-4B61-89E4-04C4ECF4E5A0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47:11.316" v="8"/>
          <ac:picMkLst>
            <pc:docMk/>
            <pc:sldMk cId="1218331606" sldId="435"/>
            <ac:picMk id="4" creationId="{00000000-0000-0000-0000-000000000000}"/>
          </ac:picMkLst>
        </pc:picChg>
        <pc:picChg chg="mod">
          <ac:chgData name="Harsh Dalal" userId="S::harsh.dalal@bluedataconsulting.in::b955d4cd-8966-4207-a182-07fe202de296" providerId="AD" clId="Web-{F62B93B5-193F-A49A-56E0-545AE2F63758}" dt="2025-12-02T11:47:11.316" v="8"/>
          <ac:picMkLst>
            <pc:docMk/>
            <pc:sldMk cId="1218331606" sldId="435"/>
            <ac:picMk id="5" creationId="{00000000-0000-0000-0000-000000000000}"/>
          </ac:picMkLst>
        </pc:picChg>
        <pc:cxnChg chg="add">
          <ac:chgData name="Harsh Dalal" userId="S::harsh.dalal@bluedataconsulting.in::b955d4cd-8966-4207-a182-07fe202de296" providerId="AD" clId="Web-{F62B93B5-193F-A49A-56E0-545AE2F63758}" dt="2025-12-02T11:47:11.316" v="8"/>
          <ac:cxnSpMkLst>
            <pc:docMk/>
            <pc:sldMk cId="1218331606" sldId="435"/>
            <ac:cxnSpMk id="14" creationId="{C41BAEC7-F7B0-4224-8B18-8F74B7D87F0B}"/>
          </ac:cxnSpMkLst>
        </pc:cxnChg>
      </pc:sldChg>
      <pc:sldChg chg="addSp modSp del mod setBg">
        <pc:chgData name="Harsh Dalal" userId="S::harsh.dalal@bluedataconsulting.in::b955d4cd-8966-4207-a182-07fe202de296" providerId="AD" clId="Web-{F62B93B5-193F-A49A-56E0-545AE2F63758}" dt="2025-12-02T11:49:22.652" v="26"/>
        <pc:sldMkLst>
          <pc:docMk/>
          <pc:sldMk cId="1228311871" sldId="436"/>
        </pc:sldMkLst>
        <pc:spChg chg="mod ord">
          <ac:chgData name="Harsh Dalal" userId="S::harsh.dalal@bluedataconsulting.in::b955d4cd-8966-4207-a182-07fe202de296" providerId="AD" clId="Web-{F62B93B5-193F-A49A-56E0-545AE2F63758}" dt="2025-12-02T11:48:57.447" v="23"/>
          <ac:spMkLst>
            <pc:docMk/>
            <pc:sldMk cId="1228311871" sldId="436"/>
            <ac:spMk id="2" creationId="{00000000-0000-0000-0000-000000000000}"/>
          </ac:spMkLst>
        </pc:spChg>
        <pc:spChg chg="mod ord">
          <ac:chgData name="Harsh Dalal" userId="S::harsh.dalal@bluedataconsulting.in::b955d4cd-8966-4207-a182-07fe202de296" providerId="AD" clId="Web-{F62B93B5-193F-A49A-56E0-545AE2F63758}" dt="2025-12-02T11:48:57.447" v="23"/>
          <ac:spMkLst>
            <pc:docMk/>
            <pc:sldMk cId="1228311871" sldId="436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8:57.447" v="23"/>
          <ac:spMkLst>
            <pc:docMk/>
            <pc:sldMk cId="1228311871" sldId="436"/>
            <ac:spMk id="10" creationId="{27BDFED6-6E33-4606-AFE2-886ADB1C018E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48:57.447" v="23"/>
          <ac:spMkLst>
            <pc:docMk/>
            <pc:sldMk cId="1228311871" sldId="436"/>
            <ac:spMk id="12" creationId="{890DEF05-784E-4B61-89E4-04C4ECF4E5A0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48:57.447" v="23"/>
          <ac:picMkLst>
            <pc:docMk/>
            <pc:sldMk cId="1228311871" sldId="436"/>
            <ac:picMk id="4" creationId="{00000000-0000-0000-0000-000000000000}"/>
          </ac:picMkLst>
        </pc:picChg>
        <pc:picChg chg="mod">
          <ac:chgData name="Harsh Dalal" userId="S::harsh.dalal@bluedataconsulting.in::b955d4cd-8966-4207-a182-07fe202de296" providerId="AD" clId="Web-{F62B93B5-193F-A49A-56E0-545AE2F63758}" dt="2025-12-02T11:48:57.447" v="23"/>
          <ac:picMkLst>
            <pc:docMk/>
            <pc:sldMk cId="1228311871" sldId="436"/>
            <ac:picMk id="5" creationId="{00000000-0000-0000-0000-000000000000}"/>
          </ac:picMkLst>
        </pc:picChg>
        <pc:cxnChg chg="add">
          <ac:chgData name="Harsh Dalal" userId="S::harsh.dalal@bluedataconsulting.in::b955d4cd-8966-4207-a182-07fe202de296" providerId="AD" clId="Web-{F62B93B5-193F-A49A-56E0-545AE2F63758}" dt="2025-12-02T11:48:57.447" v="23"/>
          <ac:cxnSpMkLst>
            <pc:docMk/>
            <pc:sldMk cId="1228311871" sldId="436"/>
            <ac:cxnSpMk id="14" creationId="{C41BAEC7-F7B0-4224-8B18-8F74B7D87F0B}"/>
          </ac:cxnSpMkLst>
        </pc:cxnChg>
      </pc:sldChg>
      <pc:sldChg chg="addSp modSp mod setBg">
        <pc:chgData name="Harsh Dalal" userId="S::harsh.dalal@bluedataconsulting.in::b955d4cd-8966-4207-a182-07fe202de296" providerId="AD" clId="Web-{F62B93B5-193F-A49A-56E0-545AE2F63758}" dt="2025-12-02T11:50:03.263" v="34"/>
        <pc:sldMkLst>
          <pc:docMk/>
          <pc:sldMk cId="1497588280" sldId="437"/>
        </pc:sldMkLst>
        <pc:spChg chg="mod ord">
          <ac:chgData name="Harsh Dalal" userId="S::harsh.dalal@bluedataconsulting.in::b955d4cd-8966-4207-a182-07fe202de296" providerId="AD" clId="Web-{F62B93B5-193F-A49A-56E0-545AE2F63758}" dt="2025-12-02T11:50:03.263" v="34"/>
          <ac:spMkLst>
            <pc:docMk/>
            <pc:sldMk cId="1497588280" sldId="437"/>
            <ac:spMk id="2" creationId="{00000000-0000-0000-0000-000000000000}"/>
          </ac:spMkLst>
        </pc:spChg>
        <pc:spChg chg="mod ord">
          <ac:chgData name="Harsh Dalal" userId="S::harsh.dalal@bluedataconsulting.in::b955d4cd-8966-4207-a182-07fe202de296" providerId="AD" clId="Web-{F62B93B5-193F-A49A-56E0-545AE2F63758}" dt="2025-12-02T11:50:03.263" v="34"/>
          <ac:spMkLst>
            <pc:docMk/>
            <pc:sldMk cId="1497588280" sldId="437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0:03.263" v="34"/>
          <ac:spMkLst>
            <pc:docMk/>
            <pc:sldMk cId="1497588280" sldId="437"/>
            <ac:spMk id="10" creationId="{27BDFED6-6E33-4606-AFE2-886ADB1C018E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0:03.263" v="34"/>
          <ac:spMkLst>
            <pc:docMk/>
            <pc:sldMk cId="1497588280" sldId="437"/>
            <ac:spMk id="12" creationId="{890DEF05-784E-4B61-89E4-04C4ECF4E5A0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50:03.263" v="34"/>
          <ac:picMkLst>
            <pc:docMk/>
            <pc:sldMk cId="1497588280" sldId="437"/>
            <ac:picMk id="4" creationId="{00000000-0000-0000-0000-000000000000}"/>
          </ac:picMkLst>
        </pc:picChg>
        <pc:picChg chg="mod">
          <ac:chgData name="Harsh Dalal" userId="S::harsh.dalal@bluedataconsulting.in::b955d4cd-8966-4207-a182-07fe202de296" providerId="AD" clId="Web-{F62B93B5-193F-A49A-56E0-545AE2F63758}" dt="2025-12-02T11:50:03.263" v="34"/>
          <ac:picMkLst>
            <pc:docMk/>
            <pc:sldMk cId="1497588280" sldId="437"/>
            <ac:picMk id="5" creationId="{00000000-0000-0000-0000-000000000000}"/>
          </ac:picMkLst>
        </pc:picChg>
        <pc:cxnChg chg="add">
          <ac:chgData name="Harsh Dalal" userId="S::harsh.dalal@bluedataconsulting.in::b955d4cd-8966-4207-a182-07fe202de296" providerId="AD" clId="Web-{F62B93B5-193F-A49A-56E0-545AE2F63758}" dt="2025-12-02T11:50:03.263" v="34"/>
          <ac:cxnSpMkLst>
            <pc:docMk/>
            <pc:sldMk cId="1497588280" sldId="437"/>
            <ac:cxnSpMk id="14" creationId="{C41BAEC7-F7B0-4224-8B18-8F74B7D87F0B}"/>
          </ac:cxnSpMkLst>
        </pc:cxnChg>
      </pc:sldChg>
      <pc:sldChg chg="addSp modSp mod setBg">
        <pc:chgData name="Harsh Dalal" userId="S::harsh.dalal@bluedataconsulting.in::b955d4cd-8966-4207-a182-07fe202de296" providerId="AD" clId="Web-{F62B93B5-193F-A49A-56E0-545AE2F63758}" dt="2025-12-02T11:52:10.095" v="46"/>
        <pc:sldMkLst>
          <pc:docMk/>
          <pc:sldMk cId="3598359968" sldId="438"/>
        </pc:sldMkLst>
        <pc:spChg chg="mod ord">
          <ac:chgData name="Harsh Dalal" userId="S::harsh.dalal@bluedataconsulting.in::b955d4cd-8966-4207-a182-07fe202de296" providerId="AD" clId="Web-{F62B93B5-193F-A49A-56E0-545AE2F63758}" dt="2025-12-02T11:52:10.095" v="46"/>
          <ac:spMkLst>
            <pc:docMk/>
            <pc:sldMk cId="3598359968" sldId="438"/>
            <ac:spMk id="2" creationId="{00000000-0000-0000-0000-000000000000}"/>
          </ac:spMkLst>
        </pc:spChg>
        <pc:spChg chg="mod ord">
          <ac:chgData name="Harsh Dalal" userId="S::harsh.dalal@bluedataconsulting.in::b955d4cd-8966-4207-a182-07fe202de296" providerId="AD" clId="Web-{F62B93B5-193F-A49A-56E0-545AE2F63758}" dt="2025-12-02T11:52:10.095" v="46"/>
          <ac:spMkLst>
            <pc:docMk/>
            <pc:sldMk cId="3598359968" sldId="438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2:10.095" v="46"/>
          <ac:spMkLst>
            <pc:docMk/>
            <pc:sldMk cId="3598359968" sldId="438"/>
            <ac:spMk id="10" creationId="{27BDFED6-6E33-4606-AFE2-886ADB1C018E}"/>
          </ac:spMkLst>
        </pc:spChg>
        <pc:spChg chg="add">
          <ac:chgData name="Harsh Dalal" userId="S::harsh.dalal@bluedataconsulting.in::b955d4cd-8966-4207-a182-07fe202de296" providerId="AD" clId="Web-{F62B93B5-193F-A49A-56E0-545AE2F63758}" dt="2025-12-02T11:52:10.095" v="46"/>
          <ac:spMkLst>
            <pc:docMk/>
            <pc:sldMk cId="3598359968" sldId="438"/>
            <ac:spMk id="12" creationId="{890DEF05-784E-4B61-89E4-04C4ECF4E5A0}"/>
          </ac:spMkLst>
        </pc:spChg>
        <pc:picChg chg="mod">
          <ac:chgData name="Harsh Dalal" userId="S::harsh.dalal@bluedataconsulting.in::b955d4cd-8966-4207-a182-07fe202de296" providerId="AD" clId="Web-{F62B93B5-193F-A49A-56E0-545AE2F63758}" dt="2025-12-02T11:52:10.095" v="46"/>
          <ac:picMkLst>
            <pc:docMk/>
            <pc:sldMk cId="3598359968" sldId="438"/>
            <ac:picMk id="4" creationId="{00000000-0000-0000-0000-000000000000}"/>
          </ac:picMkLst>
        </pc:picChg>
        <pc:picChg chg="mod">
          <ac:chgData name="Harsh Dalal" userId="S::harsh.dalal@bluedataconsulting.in::b955d4cd-8966-4207-a182-07fe202de296" providerId="AD" clId="Web-{F62B93B5-193F-A49A-56E0-545AE2F63758}" dt="2025-12-02T11:52:10.095" v="46"/>
          <ac:picMkLst>
            <pc:docMk/>
            <pc:sldMk cId="3598359968" sldId="438"/>
            <ac:picMk id="5" creationId="{00000000-0000-0000-0000-000000000000}"/>
          </ac:picMkLst>
        </pc:picChg>
        <pc:cxnChg chg="add">
          <ac:chgData name="Harsh Dalal" userId="S::harsh.dalal@bluedataconsulting.in::b955d4cd-8966-4207-a182-07fe202de296" providerId="AD" clId="Web-{F62B93B5-193F-A49A-56E0-545AE2F63758}" dt="2025-12-02T11:52:10.095" v="46"/>
          <ac:cxnSpMkLst>
            <pc:docMk/>
            <pc:sldMk cId="3598359968" sldId="438"/>
            <ac:cxnSpMk id="14" creationId="{C41BAEC7-F7B0-4224-8B18-8F74B7D87F0B}"/>
          </ac:cxnSpMkLst>
        </pc:cxnChg>
      </pc:sldChg>
      <pc:sldChg chg="del">
        <pc:chgData name="Harsh Dalal" userId="S::harsh.dalal@bluedataconsulting.in::b955d4cd-8966-4207-a182-07fe202de296" providerId="AD" clId="Web-{F62B93B5-193F-A49A-56E0-545AE2F63758}" dt="2025-12-02T11:53:56.177" v="53"/>
        <pc:sldMkLst>
          <pc:docMk/>
          <pc:sldMk cId="541092394" sldId="43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07.380" v="61"/>
        <pc:sldMkLst>
          <pc:docMk/>
          <pc:sldMk cId="913157464" sldId="44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12.505" v="66"/>
        <pc:sldMkLst>
          <pc:docMk/>
          <pc:sldMk cId="36986938" sldId="44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20.333" v="75"/>
        <pc:sldMkLst>
          <pc:docMk/>
          <pc:sldMk cId="3967485728" sldId="442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31.146" v="86"/>
        <pc:sldMkLst>
          <pc:docMk/>
          <pc:sldMk cId="879655398" sldId="443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97" v="176"/>
        <pc:sldMkLst>
          <pc:docMk/>
          <pc:sldMk cId="379845195" sldId="44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65" v="167"/>
        <pc:sldMkLst>
          <pc:docMk/>
          <pc:sldMk cId="3893946408" sldId="445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50" v="161"/>
        <pc:sldMkLst>
          <pc:docMk/>
          <pc:sldMk cId="442108260" sldId="44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34" v="146"/>
        <pc:sldMkLst>
          <pc:docMk/>
          <pc:sldMk cId="245870193" sldId="447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03" v="141"/>
        <pc:sldMkLst>
          <pc:docMk/>
          <pc:sldMk cId="580340869" sldId="448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303" v="134"/>
        <pc:sldMkLst>
          <pc:docMk/>
          <pc:sldMk cId="2664429901" sldId="449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87" v="132"/>
        <pc:sldMkLst>
          <pc:docMk/>
          <pc:sldMk cId="1869518583" sldId="450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72" v="126"/>
        <pc:sldMkLst>
          <pc:docMk/>
          <pc:sldMk cId="3769017568" sldId="451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72" v="124"/>
        <pc:sldMkLst>
          <pc:docMk/>
          <pc:sldMk cId="1788470268" sldId="452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40" v="112"/>
        <pc:sldMkLst>
          <pc:docMk/>
          <pc:sldMk cId="2026102762" sldId="453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25" v="107"/>
        <pc:sldMkLst>
          <pc:docMk/>
          <pc:sldMk cId="1435961554" sldId="454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09" v="102"/>
        <pc:sldMkLst>
          <pc:docMk/>
          <pc:sldMk cId="4127088931" sldId="455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209" v="97"/>
        <pc:sldMkLst>
          <pc:docMk/>
          <pc:sldMk cId="31355036" sldId="456"/>
        </pc:sldMkLst>
      </pc:sldChg>
      <pc:sldChg chg="del">
        <pc:chgData name="Harsh Dalal" userId="S::harsh.dalal@bluedataconsulting.in::b955d4cd-8966-4207-a182-07fe202de296" providerId="AD" clId="Web-{F62B93B5-193F-A49A-56E0-545AE2F63758}" dt="2025-12-02T11:54:51.193" v="92"/>
        <pc:sldMkLst>
          <pc:docMk/>
          <pc:sldMk cId="1306429433" sldId="457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74DAA1-0EA2-42BA-A8B5-6726E998878E}" type="doc">
      <dgm:prSet loTypeId="urn:microsoft.com/office/officeart/2005/8/layout/vList2" loCatId="list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IN"/>
        </a:p>
      </dgm:t>
    </dgm:pt>
    <dgm:pt modelId="{76017983-7CAB-42EA-972B-849E594687BB}">
      <dgm:prSet/>
      <dgm:spPr/>
      <dgm:t>
        <a:bodyPr/>
        <a:lstStyle/>
        <a:p>
          <a:pPr rtl="0"/>
          <a:r>
            <a:rPr lang="en-US">
              <a:latin typeface="Google"/>
            </a:rPr>
            <a:t>Chunking plays a vital role in ensuring that the retrieval step fetches the most relevant information for generation. Poor chunking strategies can lead to: </a:t>
          </a:r>
          <a:endParaRPr lang="en-IN">
            <a:latin typeface="Google"/>
          </a:endParaRPr>
        </a:p>
      </dgm:t>
    </dgm:pt>
    <dgm:pt modelId="{C5CFC163-A7D2-46EC-92C1-88FCABABE29E}" type="parTrans" cxnId="{53B68E60-161A-49FF-914A-3F4F8CF14013}">
      <dgm:prSet/>
      <dgm:spPr/>
      <dgm:t>
        <a:bodyPr/>
        <a:lstStyle/>
        <a:p>
          <a:endParaRPr lang="en-IN"/>
        </a:p>
      </dgm:t>
    </dgm:pt>
    <dgm:pt modelId="{B63D6A43-441E-4015-ABEF-F262A9EF3CF0}" type="sibTrans" cxnId="{53B68E60-161A-49FF-914A-3F4F8CF14013}">
      <dgm:prSet/>
      <dgm:spPr/>
      <dgm:t>
        <a:bodyPr/>
        <a:lstStyle/>
        <a:p>
          <a:endParaRPr lang="en-IN"/>
        </a:p>
      </dgm:t>
    </dgm:pt>
    <dgm:pt modelId="{957A8612-DAA2-4D93-90A7-9F0DCC4DAB8E}">
      <dgm:prSet/>
      <dgm:spPr/>
      <dgm:t>
        <a:bodyPr/>
        <a:lstStyle/>
        <a:p>
          <a:pPr rtl="0"/>
          <a:r>
            <a:rPr lang="en-US">
              <a:latin typeface="Google"/>
            </a:rPr>
            <a:t>Loss of Context: </a:t>
          </a:r>
          <a:endParaRPr lang="en-IN">
            <a:latin typeface="Google"/>
          </a:endParaRPr>
        </a:p>
      </dgm:t>
    </dgm:pt>
    <dgm:pt modelId="{DBAFA912-CB91-47CC-B198-200B0DB41C65}" type="parTrans" cxnId="{1381E5E0-7B88-4C28-BC2D-0451B1E4712D}">
      <dgm:prSet/>
      <dgm:spPr/>
      <dgm:t>
        <a:bodyPr/>
        <a:lstStyle/>
        <a:p>
          <a:endParaRPr lang="en-IN"/>
        </a:p>
      </dgm:t>
    </dgm:pt>
    <dgm:pt modelId="{DF6D5917-1DEB-46A7-81D1-A7D5CBB1277E}" type="sibTrans" cxnId="{1381E5E0-7B88-4C28-BC2D-0451B1E4712D}">
      <dgm:prSet/>
      <dgm:spPr/>
      <dgm:t>
        <a:bodyPr/>
        <a:lstStyle/>
        <a:p>
          <a:endParaRPr lang="en-IN"/>
        </a:p>
      </dgm:t>
    </dgm:pt>
    <dgm:pt modelId="{A78C604D-506A-4899-997C-5D8AA462C5D2}">
      <dgm:prSet/>
      <dgm:spPr/>
      <dgm:t>
        <a:bodyPr/>
        <a:lstStyle/>
        <a:p>
          <a:pPr rtl="0"/>
          <a:r>
            <a:rPr lang="en-US">
              <a:latin typeface="Google"/>
            </a:rPr>
            <a:t>Chunks that are too small may not carry enough information, making retrieval less useful. </a:t>
          </a:r>
          <a:endParaRPr lang="en-IN">
            <a:latin typeface="Google"/>
          </a:endParaRPr>
        </a:p>
      </dgm:t>
    </dgm:pt>
    <dgm:pt modelId="{98B938EC-4826-43D9-848E-19CF78783A6E}" type="parTrans" cxnId="{91C767D8-3B35-4FD2-921C-ED62C5F9A5BB}">
      <dgm:prSet/>
      <dgm:spPr/>
      <dgm:t>
        <a:bodyPr/>
        <a:lstStyle/>
        <a:p>
          <a:endParaRPr lang="en-IN"/>
        </a:p>
      </dgm:t>
    </dgm:pt>
    <dgm:pt modelId="{BBA68020-A405-4707-8101-BC7E7507C5D7}" type="sibTrans" cxnId="{91C767D8-3B35-4FD2-921C-ED62C5F9A5BB}">
      <dgm:prSet/>
      <dgm:spPr/>
      <dgm:t>
        <a:bodyPr/>
        <a:lstStyle/>
        <a:p>
          <a:endParaRPr lang="en-IN"/>
        </a:p>
      </dgm:t>
    </dgm:pt>
    <dgm:pt modelId="{1E84816D-CC9B-4D67-B546-44BC19817A40}">
      <dgm:prSet/>
      <dgm:spPr/>
      <dgm:t>
        <a:bodyPr/>
        <a:lstStyle/>
        <a:p>
          <a:pPr rtl="0"/>
          <a:r>
            <a:rPr lang="en-US">
              <a:latin typeface="Google"/>
            </a:rPr>
            <a:t>Irrelevant Information: </a:t>
          </a:r>
          <a:endParaRPr lang="en-IN">
            <a:latin typeface="Google"/>
          </a:endParaRPr>
        </a:p>
      </dgm:t>
    </dgm:pt>
    <dgm:pt modelId="{87632267-630F-4B93-84F2-C8F06E293A9B}" type="parTrans" cxnId="{1957E982-986E-45B5-AB75-1202A153CE83}">
      <dgm:prSet/>
      <dgm:spPr/>
      <dgm:t>
        <a:bodyPr/>
        <a:lstStyle/>
        <a:p>
          <a:endParaRPr lang="en-IN"/>
        </a:p>
      </dgm:t>
    </dgm:pt>
    <dgm:pt modelId="{F367A058-8B0B-4E2A-92B4-25E4DA220B76}" type="sibTrans" cxnId="{1957E982-986E-45B5-AB75-1202A153CE83}">
      <dgm:prSet/>
      <dgm:spPr/>
      <dgm:t>
        <a:bodyPr/>
        <a:lstStyle/>
        <a:p>
          <a:endParaRPr lang="en-IN"/>
        </a:p>
      </dgm:t>
    </dgm:pt>
    <dgm:pt modelId="{0D330CF0-0C14-48E4-ADEF-481FA2083A90}">
      <dgm:prSet/>
      <dgm:spPr/>
      <dgm:t>
        <a:bodyPr/>
        <a:lstStyle/>
        <a:p>
          <a:pPr rtl="0"/>
          <a:r>
            <a:rPr lang="en-US">
              <a:latin typeface="Google"/>
            </a:rPr>
            <a:t>Chunks that are too large may contain unnecessary details, leading to confusion in the generation step. </a:t>
          </a:r>
          <a:endParaRPr lang="en-IN">
            <a:latin typeface="Google"/>
          </a:endParaRPr>
        </a:p>
      </dgm:t>
    </dgm:pt>
    <dgm:pt modelId="{15618F7E-169E-4F7A-9967-5C7915113C1D}" type="parTrans" cxnId="{C2F2D62D-FDD0-4365-B05D-C1201B71FE1C}">
      <dgm:prSet/>
      <dgm:spPr/>
      <dgm:t>
        <a:bodyPr/>
        <a:lstStyle/>
        <a:p>
          <a:endParaRPr lang="en-IN"/>
        </a:p>
      </dgm:t>
    </dgm:pt>
    <dgm:pt modelId="{586A9961-1822-4ED7-9B9A-73B35CC1E566}" type="sibTrans" cxnId="{C2F2D62D-FDD0-4365-B05D-C1201B71FE1C}">
      <dgm:prSet/>
      <dgm:spPr/>
      <dgm:t>
        <a:bodyPr/>
        <a:lstStyle/>
        <a:p>
          <a:endParaRPr lang="en-IN"/>
        </a:p>
      </dgm:t>
    </dgm:pt>
    <dgm:pt modelId="{36B8A2B9-DB17-476C-A335-8378A7F97F28}">
      <dgm:prSet/>
      <dgm:spPr/>
      <dgm:t>
        <a:bodyPr/>
        <a:lstStyle/>
        <a:p>
          <a:pPr rtl="0"/>
          <a:r>
            <a:rPr lang="en-US">
              <a:latin typeface="Google"/>
            </a:rPr>
            <a:t>Inefficient Retrieval: </a:t>
          </a:r>
          <a:endParaRPr lang="en-IN">
            <a:latin typeface="Google"/>
          </a:endParaRPr>
        </a:p>
      </dgm:t>
    </dgm:pt>
    <dgm:pt modelId="{437DD761-74FC-4FEF-9AC1-390A4F49958A}" type="parTrans" cxnId="{0720FF2C-F8F6-408C-B871-7DAB6B50B766}">
      <dgm:prSet/>
      <dgm:spPr/>
      <dgm:t>
        <a:bodyPr/>
        <a:lstStyle/>
        <a:p>
          <a:endParaRPr lang="en-IN"/>
        </a:p>
      </dgm:t>
    </dgm:pt>
    <dgm:pt modelId="{DF821728-0B85-42AE-A812-032FA43C0138}" type="sibTrans" cxnId="{0720FF2C-F8F6-408C-B871-7DAB6B50B766}">
      <dgm:prSet/>
      <dgm:spPr/>
      <dgm:t>
        <a:bodyPr/>
        <a:lstStyle/>
        <a:p>
          <a:endParaRPr lang="en-IN"/>
        </a:p>
      </dgm:t>
    </dgm:pt>
    <dgm:pt modelId="{7D592881-4EC0-4A8F-958D-3F3D8DA2EBBE}">
      <dgm:prSet/>
      <dgm:spPr/>
      <dgm:t>
        <a:bodyPr/>
        <a:lstStyle/>
        <a:p>
          <a:pPr rtl="0"/>
          <a:r>
            <a:rPr lang="en-US">
              <a:latin typeface="Google"/>
            </a:rPr>
            <a:t>Badly structured chunks increase retrieval complexity and reduce performance.</a:t>
          </a:r>
          <a:endParaRPr lang="en-IN">
            <a:latin typeface="Google"/>
          </a:endParaRPr>
        </a:p>
      </dgm:t>
    </dgm:pt>
    <dgm:pt modelId="{C0BE9028-57DF-40FD-8110-26823224FA19}" type="parTrans" cxnId="{3F0C1748-1E7B-4B7F-A982-C4F514B5A213}">
      <dgm:prSet/>
      <dgm:spPr/>
      <dgm:t>
        <a:bodyPr/>
        <a:lstStyle/>
        <a:p>
          <a:endParaRPr lang="en-IN"/>
        </a:p>
      </dgm:t>
    </dgm:pt>
    <dgm:pt modelId="{2CA5DEEA-65A3-4E9D-A24B-00A4FDC9BF3D}" type="sibTrans" cxnId="{3F0C1748-1E7B-4B7F-A982-C4F514B5A213}">
      <dgm:prSet/>
      <dgm:spPr/>
      <dgm:t>
        <a:bodyPr/>
        <a:lstStyle/>
        <a:p>
          <a:endParaRPr lang="en-IN"/>
        </a:p>
      </dgm:t>
    </dgm:pt>
    <dgm:pt modelId="{A2F6E03A-4B12-408F-A61E-28C9A91A6FC6}">
      <dgm:prSet/>
      <dgm:spPr/>
      <dgm:t>
        <a:bodyPr/>
        <a:lstStyle/>
        <a:p>
          <a:pPr rtl="0"/>
          <a:endParaRPr lang="en-IN">
            <a:latin typeface="Google"/>
          </a:endParaRPr>
        </a:p>
      </dgm:t>
    </dgm:pt>
    <dgm:pt modelId="{4BFA9FBB-69FC-4EDD-86BD-E86716186236}" type="parTrans" cxnId="{EA0ABAC4-0624-4DFE-96ED-18EE9D88FF0D}">
      <dgm:prSet/>
      <dgm:spPr/>
      <dgm:t>
        <a:bodyPr/>
        <a:lstStyle/>
        <a:p>
          <a:endParaRPr lang="en-IN"/>
        </a:p>
      </dgm:t>
    </dgm:pt>
    <dgm:pt modelId="{4639AE92-0716-4ACE-93D5-FEF68E91B251}" type="sibTrans" cxnId="{EA0ABAC4-0624-4DFE-96ED-18EE9D88FF0D}">
      <dgm:prSet/>
      <dgm:spPr/>
      <dgm:t>
        <a:bodyPr/>
        <a:lstStyle/>
        <a:p>
          <a:endParaRPr lang="en-IN"/>
        </a:p>
      </dgm:t>
    </dgm:pt>
    <dgm:pt modelId="{CDFD9947-9485-4923-8644-DE95013603EC}" type="pres">
      <dgm:prSet presAssocID="{0874DAA1-0EA2-42BA-A8B5-6726E998878E}" presName="linear" presStyleCnt="0">
        <dgm:presLayoutVars>
          <dgm:animLvl val="lvl"/>
          <dgm:resizeHandles val="exact"/>
        </dgm:presLayoutVars>
      </dgm:prSet>
      <dgm:spPr/>
    </dgm:pt>
    <dgm:pt modelId="{EF5717A1-4A5E-47E4-8B1C-9276A9686EFF}" type="pres">
      <dgm:prSet presAssocID="{76017983-7CAB-42EA-972B-849E594687B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2AD9767-D8DC-4EAF-A11D-F616C5F217E5}" type="pres">
      <dgm:prSet presAssocID="{76017983-7CAB-42EA-972B-849E594687B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F81C203-6CA9-41AE-875D-DD40CFAD6075}" type="presOf" srcId="{0D330CF0-0C14-48E4-ADEF-481FA2083A90}" destId="{C2AD9767-D8DC-4EAF-A11D-F616C5F217E5}" srcOrd="0" destOrd="4" presId="urn:microsoft.com/office/officeart/2005/8/layout/vList2"/>
    <dgm:cxn modelId="{B84DAE0E-46E1-4255-A365-10957D523C6F}" type="presOf" srcId="{7D592881-4EC0-4A8F-958D-3F3D8DA2EBBE}" destId="{C2AD9767-D8DC-4EAF-A11D-F616C5F217E5}" srcOrd="0" destOrd="6" presId="urn:microsoft.com/office/officeart/2005/8/layout/vList2"/>
    <dgm:cxn modelId="{1CA56F27-80B3-4244-B30F-A88480F93E8D}" type="presOf" srcId="{1E84816D-CC9B-4D67-B546-44BC19817A40}" destId="{C2AD9767-D8DC-4EAF-A11D-F616C5F217E5}" srcOrd="0" destOrd="3" presId="urn:microsoft.com/office/officeart/2005/8/layout/vList2"/>
    <dgm:cxn modelId="{0720FF2C-F8F6-408C-B871-7DAB6B50B766}" srcId="{76017983-7CAB-42EA-972B-849E594687BB}" destId="{36B8A2B9-DB17-476C-A335-8378A7F97F28}" srcOrd="3" destOrd="0" parTransId="{437DD761-74FC-4FEF-9AC1-390A4F49958A}" sibTransId="{DF821728-0B85-42AE-A812-032FA43C0138}"/>
    <dgm:cxn modelId="{C2F2D62D-FDD0-4365-B05D-C1201B71FE1C}" srcId="{1E84816D-CC9B-4D67-B546-44BC19817A40}" destId="{0D330CF0-0C14-48E4-ADEF-481FA2083A90}" srcOrd="0" destOrd="0" parTransId="{15618F7E-169E-4F7A-9967-5C7915113C1D}" sibTransId="{586A9961-1822-4ED7-9B9A-73B35CC1E566}"/>
    <dgm:cxn modelId="{53B68E60-161A-49FF-914A-3F4F8CF14013}" srcId="{0874DAA1-0EA2-42BA-A8B5-6726E998878E}" destId="{76017983-7CAB-42EA-972B-849E594687BB}" srcOrd="0" destOrd="0" parTransId="{C5CFC163-A7D2-46EC-92C1-88FCABABE29E}" sibTransId="{B63D6A43-441E-4015-ABEF-F262A9EF3CF0}"/>
    <dgm:cxn modelId="{DA743945-B3D5-4074-A511-C58CEAC734C8}" type="presOf" srcId="{76017983-7CAB-42EA-972B-849E594687BB}" destId="{EF5717A1-4A5E-47E4-8B1C-9276A9686EFF}" srcOrd="0" destOrd="0" presId="urn:microsoft.com/office/officeart/2005/8/layout/vList2"/>
    <dgm:cxn modelId="{3F0C1748-1E7B-4B7F-A982-C4F514B5A213}" srcId="{36B8A2B9-DB17-476C-A335-8378A7F97F28}" destId="{7D592881-4EC0-4A8F-958D-3F3D8DA2EBBE}" srcOrd="0" destOrd="0" parTransId="{C0BE9028-57DF-40FD-8110-26823224FA19}" sibTransId="{2CA5DEEA-65A3-4E9D-A24B-00A4FDC9BF3D}"/>
    <dgm:cxn modelId="{1957E982-986E-45B5-AB75-1202A153CE83}" srcId="{76017983-7CAB-42EA-972B-849E594687BB}" destId="{1E84816D-CC9B-4D67-B546-44BC19817A40}" srcOrd="2" destOrd="0" parTransId="{87632267-630F-4B93-84F2-C8F06E293A9B}" sibTransId="{F367A058-8B0B-4E2A-92B4-25E4DA220B76}"/>
    <dgm:cxn modelId="{519AD986-7790-407C-B641-B738DF40F742}" type="presOf" srcId="{0874DAA1-0EA2-42BA-A8B5-6726E998878E}" destId="{CDFD9947-9485-4923-8644-DE95013603EC}" srcOrd="0" destOrd="0" presId="urn:microsoft.com/office/officeart/2005/8/layout/vList2"/>
    <dgm:cxn modelId="{F65574B2-ECEC-45BE-9B27-E34419E6F7D0}" type="presOf" srcId="{957A8612-DAA2-4D93-90A7-9F0DCC4DAB8E}" destId="{C2AD9767-D8DC-4EAF-A11D-F616C5F217E5}" srcOrd="0" destOrd="1" presId="urn:microsoft.com/office/officeart/2005/8/layout/vList2"/>
    <dgm:cxn modelId="{EA0ABAC4-0624-4DFE-96ED-18EE9D88FF0D}" srcId="{76017983-7CAB-42EA-972B-849E594687BB}" destId="{A2F6E03A-4B12-408F-A61E-28C9A91A6FC6}" srcOrd="0" destOrd="0" parTransId="{4BFA9FBB-69FC-4EDD-86BD-E86716186236}" sibTransId="{4639AE92-0716-4ACE-93D5-FEF68E91B251}"/>
    <dgm:cxn modelId="{91C767D8-3B35-4FD2-921C-ED62C5F9A5BB}" srcId="{957A8612-DAA2-4D93-90A7-9F0DCC4DAB8E}" destId="{A78C604D-506A-4899-997C-5D8AA462C5D2}" srcOrd="0" destOrd="0" parTransId="{98B938EC-4826-43D9-848E-19CF78783A6E}" sibTransId="{BBA68020-A405-4707-8101-BC7E7507C5D7}"/>
    <dgm:cxn modelId="{1381E5E0-7B88-4C28-BC2D-0451B1E4712D}" srcId="{76017983-7CAB-42EA-972B-849E594687BB}" destId="{957A8612-DAA2-4D93-90A7-9F0DCC4DAB8E}" srcOrd="1" destOrd="0" parTransId="{DBAFA912-CB91-47CC-B198-200B0DB41C65}" sibTransId="{DF6D5917-1DEB-46A7-81D1-A7D5CBB1277E}"/>
    <dgm:cxn modelId="{6C2C15E6-0F99-461A-BBC7-8A37E2432EE7}" type="presOf" srcId="{A2F6E03A-4B12-408F-A61E-28C9A91A6FC6}" destId="{C2AD9767-D8DC-4EAF-A11D-F616C5F217E5}" srcOrd="0" destOrd="0" presId="urn:microsoft.com/office/officeart/2005/8/layout/vList2"/>
    <dgm:cxn modelId="{863E29F2-D78F-4247-BFD4-06701DB545B2}" type="presOf" srcId="{36B8A2B9-DB17-476C-A335-8378A7F97F28}" destId="{C2AD9767-D8DC-4EAF-A11D-F616C5F217E5}" srcOrd="0" destOrd="5" presId="urn:microsoft.com/office/officeart/2005/8/layout/vList2"/>
    <dgm:cxn modelId="{8E2D3FF5-5C20-4029-A2F8-F4FACCE5071C}" type="presOf" srcId="{A78C604D-506A-4899-997C-5D8AA462C5D2}" destId="{C2AD9767-D8DC-4EAF-A11D-F616C5F217E5}" srcOrd="0" destOrd="2" presId="urn:microsoft.com/office/officeart/2005/8/layout/vList2"/>
    <dgm:cxn modelId="{48854EE4-3526-4F17-960A-B0B4112244E4}" type="presParOf" srcId="{CDFD9947-9485-4923-8644-DE95013603EC}" destId="{EF5717A1-4A5E-47E4-8B1C-9276A9686EFF}" srcOrd="0" destOrd="0" presId="urn:microsoft.com/office/officeart/2005/8/layout/vList2"/>
    <dgm:cxn modelId="{E4D778D8-6AC1-41BC-BF36-7733567639CC}" type="presParOf" srcId="{CDFD9947-9485-4923-8644-DE95013603EC}" destId="{C2AD9767-D8DC-4EAF-A11D-F616C5F217E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9D48DC-B791-494B-A9DD-48AD7BC1C16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A75A3D4-3778-4807-904B-539C3829FE9E}">
      <dgm:prSet/>
      <dgm:spPr/>
      <dgm:t>
        <a:bodyPr/>
        <a:lstStyle/>
        <a:p>
          <a:r>
            <a:rPr lang="en-US"/>
            <a:t>Traditional language models (LLMs) generate responses based solely on their training data and the input query. </a:t>
          </a:r>
        </a:p>
      </dgm:t>
    </dgm:pt>
    <dgm:pt modelId="{E04E4BDD-C344-483A-8288-47389C0A36D1}" type="parTrans" cxnId="{88B9F940-F5CF-4311-987E-EB19E279C32E}">
      <dgm:prSet/>
      <dgm:spPr/>
      <dgm:t>
        <a:bodyPr/>
        <a:lstStyle/>
        <a:p>
          <a:endParaRPr lang="en-US"/>
        </a:p>
      </dgm:t>
    </dgm:pt>
    <dgm:pt modelId="{4D4AA263-0E96-4DCF-9F5D-3032C75FD6EA}" type="sibTrans" cxnId="{88B9F940-F5CF-4311-987E-EB19E279C32E}">
      <dgm:prSet/>
      <dgm:spPr/>
      <dgm:t>
        <a:bodyPr/>
        <a:lstStyle/>
        <a:p>
          <a:endParaRPr lang="en-US"/>
        </a:p>
      </dgm:t>
    </dgm:pt>
    <dgm:pt modelId="{7CF0CA78-8308-471B-A8F6-B59DF5AF7D0E}">
      <dgm:prSet/>
      <dgm:spPr/>
      <dgm:t>
        <a:bodyPr/>
        <a:lstStyle/>
        <a:p>
          <a:r>
            <a:rPr lang="en-US"/>
            <a:t>While they can be remarkably effective, they often struggle with providing up-to-date or specific information not present in their training data. </a:t>
          </a:r>
        </a:p>
      </dgm:t>
    </dgm:pt>
    <dgm:pt modelId="{DF522D91-1F73-410E-9E02-60860993A8D9}" type="parTrans" cxnId="{FBB16603-8060-4DA6-B912-1756D0585691}">
      <dgm:prSet/>
      <dgm:spPr/>
      <dgm:t>
        <a:bodyPr/>
        <a:lstStyle/>
        <a:p>
          <a:endParaRPr lang="en-US"/>
        </a:p>
      </dgm:t>
    </dgm:pt>
    <dgm:pt modelId="{3D6308BF-A2CD-4BC7-9624-DBD94AC0AF77}" type="sibTrans" cxnId="{FBB16603-8060-4DA6-B912-1756D0585691}">
      <dgm:prSet/>
      <dgm:spPr/>
      <dgm:t>
        <a:bodyPr/>
        <a:lstStyle/>
        <a:p>
          <a:endParaRPr lang="en-US"/>
        </a:p>
      </dgm:t>
    </dgm:pt>
    <dgm:pt modelId="{2258D300-553D-4F7E-B361-F67E32B68DBA}">
      <dgm:prSet/>
      <dgm:spPr/>
      <dgm:t>
        <a:bodyPr/>
        <a:lstStyle/>
        <a:p>
          <a:r>
            <a:rPr lang="en-US"/>
            <a:t>On the other hand, RAG systems augment their generative capabilities with real-time retrieval of information, ensuring responses are fluent, factually grounded, and relevant.</a:t>
          </a:r>
        </a:p>
      </dgm:t>
    </dgm:pt>
    <dgm:pt modelId="{A83013B4-A371-47C2-B08C-2AA1CA9621B9}" type="parTrans" cxnId="{BEFB895A-AA5A-4B8E-837A-A45F0CCE29D4}">
      <dgm:prSet/>
      <dgm:spPr/>
      <dgm:t>
        <a:bodyPr/>
        <a:lstStyle/>
        <a:p>
          <a:endParaRPr lang="en-US"/>
        </a:p>
      </dgm:t>
    </dgm:pt>
    <dgm:pt modelId="{C37F5BA8-3F5A-462B-BF4E-11480C4E9265}" type="sibTrans" cxnId="{BEFB895A-AA5A-4B8E-837A-A45F0CCE29D4}">
      <dgm:prSet/>
      <dgm:spPr/>
      <dgm:t>
        <a:bodyPr/>
        <a:lstStyle/>
        <a:p>
          <a:endParaRPr lang="en-US"/>
        </a:p>
      </dgm:t>
    </dgm:pt>
    <dgm:pt modelId="{242679AC-3BAF-44BD-B299-453DE00F4E65}" type="pres">
      <dgm:prSet presAssocID="{EB9D48DC-B791-494B-A9DD-48AD7BC1C161}" presName="root" presStyleCnt="0">
        <dgm:presLayoutVars>
          <dgm:dir/>
          <dgm:resizeHandles val="exact"/>
        </dgm:presLayoutVars>
      </dgm:prSet>
      <dgm:spPr/>
    </dgm:pt>
    <dgm:pt modelId="{06B3A34E-E26C-4E44-A75A-4B12F5C3CEBA}" type="pres">
      <dgm:prSet presAssocID="{1A75A3D4-3778-4807-904B-539C3829FE9E}" presName="compNode" presStyleCnt="0"/>
      <dgm:spPr/>
    </dgm:pt>
    <dgm:pt modelId="{BB33EFF3-614D-4A65-A943-4AA46512A1AD}" type="pres">
      <dgm:prSet presAssocID="{1A75A3D4-3778-4807-904B-539C3829FE9E}" presName="bgRect" presStyleLbl="bgShp" presStyleIdx="0" presStyleCnt="3"/>
      <dgm:spPr/>
    </dgm:pt>
    <dgm:pt modelId="{46B6322F-7264-4DC0-853C-7F317F5336D1}" type="pres">
      <dgm:prSet presAssocID="{1A75A3D4-3778-4807-904B-539C3829FE9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3899BE2-6D32-4BC6-9559-925CC694451C}" type="pres">
      <dgm:prSet presAssocID="{1A75A3D4-3778-4807-904B-539C3829FE9E}" presName="spaceRect" presStyleCnt="0"/>
      <dgm:spPr/>
    </dgm:pt>
    <dgm:pt modelId="{1F2D8BF5-3FBD-46E6-863A-C626AA1774A0}" type="pres">
      <dgm:prSet presAssocID="{1A75A3D4-3778-4807-904B-539C3829FE9E}" presName="parTx" presStyleLbl="revTx" presStyleIdx="0" presStyleCnt="3">
        <dgm:presLayoutVars>
          <dgm:chMax val="0"/>
          <dgm:chPref val="0"/>
        </dgm:presLayoutVars>
      </dgm:prSet>
      <dgm:spPr/>
    </dgm:pt>
    <dgm:pt modelId="{B270DB45-26CE-4551-842C-DCE94EFF77F7}" type="pres">
      <dgm:prSet presAssocID="{4D4AA263-0E96-4DCF-9F5D-3032C75FD6EA}" presName="sibTrans" presStyleCnt="0"/>
      <dgm:spPr/>
    </dgm:pt>
    <dgm:pt modelId="{15D2C6BC-B8BF-459D-A6ED-633D9F6B1626}" type="pres">
      <dgm:prSet presAssocID="{7CF0CA78-8308-471B-A8F6-B59DF5AF7D0E}" presName="compNode" presStyleCnt="0"/>
      <dgm:spPr/>
    </dgm:pt>
    <dgm:pt modelId="{4F883525-14A0-4311-959A-B3792C81FBA6}" type="pres">
      <dgm:prSet presAssocID="{7CF0CA78-8308-471B-A8F6-B59DF5AF7D0E}" presName="bgRect" presStyleLbl="bgShp" presStyleIdx="1" presStyleCnt="3"/>
      <dgm:spPr/>
    </dgm:pt>
    <dgm:pt modelId="{5016F1BA-66B9-4251-8B12-0C3818260DD7}" type="pres">
      <dgm:prSet presAssocID="{7CF0CA78-8308-471B-A8F6-B59DF5AF7D0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620A51A-F840-4820-838C-5B038974356D}" type="pres">
      <dgm:prSet presAssocID="{7CF0CA78-8308-471B-A8F6-B59DF5AF7D0E}" presName="spaceRect" presStyleCnt="0"/>
      <dgm:spPr/>
    </dgm:pt>
    <dgm:pt modelId="{DF7DA306-5DCB-4CFF-8208-91621E6B381E}" type="pres">
      <dgm:prSet presAssocID="{7CF0CA78-8308-471B-A8F6-B59DF5AF7D0E}" presName="parTx" presStyleLbl="revTx" presStyleIdx="1" presStyleCnt="3">
        <dgm:presLayoutVars>
          <dgm:chMax val="0"/>
          <dgm:chPref val="0"/>
        </dgm:presLayoutVars>
      </dgm:prSet>
      <dgm:spPr/>
    </dgm:pt>
    <dgm:pt modelId="{43E7AD5F-AE7A-404C-BD1A-E7CB988F5806}" type="pres">
      <dgm:prSet presAssocID="{3D6308BF-A2CD-4BC7-9624-DBD94AC0AF77}" presName="sibTrans" presStyleCnt="0"/>
      <dgm:spPr/>
    </dgm:pt>
    <dgm:pt modelId="{0CBAF6B5-1200-4850-B139-8EA4BBBAA995}" type="pres">
      <dgm:prSet presAssocID="{2258D300-553D-4F7E-B361-F67E32B68DBA}" presName="compNode" presStyleCnt="0"/>
      <dgm:spPr/>
    </dgm:pt>
    <dgm:pt modelId="{63B35DEF-7D46-4006-B849-2E7AA4AFBC77}" type="pres">
      <dgm:prSet presAssocID="{2258D300-553D-4F7E-B361-F67E32B68DBA}" presName="bgRect" presStyleLbl="bgShp" presStyleIdx="2" presStyleCnt="3"/>
      <dgm:spPr/>
    </dgm:pt>
    <dgm:pt modelId="{53441A10-CDE4-49F4-A8A1-152F0320B58C}" type="pres">
      <dgm:prSet presAssocID="{2258D300-553D-4F7E-B361-F67E32B68DB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D39C028-D2F1-43C7-A677-871EE5A70105}" type="pres">
      <dgm:prSet presAssocID="{2258D300-553D-4F7E-B361-F67E32B68DBA}" presName="spaceRect" presStyleCnt="0"/>
      <dgm:spPr/>
    </dgm:pt>
    <dgm:pt modelId="{BB17C130-C15B-445E-84C2-1423D17F244B}" type="pres">
      <dgm:prSet presAssocID="{2258D300-553D-4F7E-B361-F67E32B68DB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BB16603-8060-4DA6-B912-1756D0585691}" srcId="{EB9D48DC-B791-494B-A9DD-48AD7BC1C161}" destId="{7CF0CA78-8308-471B-A8F6-B59DF5AF7D0E}" srcOrd="1" destOrd="0" parTransId="{DF522D91-1F73-410E-9E02-60860993A8D9}" sibTransId="{3D6308BF-A2CD-4BC7-9624-DBD94AC0AF77}"/>
    <dgm:cxn modelId="{7118C604-2F93-48E3-8D82-E1C49BB5E4FF}" type="presOf" srcId="{2258D300-553D-4F7E-B361-F67E32B68DBA}" destId="{BB17C130-C15B-445E-84C2-1423D17F244B}" srcOrd="0" destOrd="0" presId="urn:microsoft.com/office/officeart/2018/2/layout/IconVerticalSolidList"/>
    <dgm:cxn modelId="{32DF3F09-B936-42FD-A90F-2BC4396DCF0C}" type="presOf" srcId="{7CF0CA78-8308-471B-A8F6-B59DF5AF7D0E}" destId="{DF7DA306-5DCB-4CFF-8208-91621E6B381E}" srcOrd="0" destOrd="0" presId="urn:microsoft.com/office/officeart/2018/2/layout/IconVerticalSolidList"/>
    <dgm:cxn modelId="{BBACA109-D1B8-4372-BD4A-D6435CBD56BA}" type="presOf" srcId="{1A75A3D4-3778-4807-904B-539C3829FE9E}" destId="{1F2D8BF5-3FBD-46E6-863A-C626AA1774A0}" srcOrd="0" destOrd="0" presId="urn:microsoft.com/office/officeart/2018/2/layout/IconVerticalSolidList"/>
    <dgm:cxn modelId="{88B9F940-F5CF-4311-987E-EB19E279C32E}" srcId="{EB9D48DC-B791-494B-A9DD-48AD7BC1C161}" destId="{1A75A3D4-3778-4807-904B-539C3829FE9E}" srcOrd="0" destOrd="0" parTransId="{E04E4BDD-C344-483A-8288-47389C0A36D1}" sibTransId="{4D4AA263-0E96-4DCF-9F5D-3032C75FD6EA}"/>
    <dgm:cxn modelId="{BEFB895A-AA5A-4B8E-837A-A45F0CCE29D4}" srcId="{EB9D48DC-B791-494B-A9DD-48AD7BC1C161}" destId="{2258D300-553D-4F7E-B361-F67E32B68DBA}" srcOrd="2" destOrd="0" parTransId="{A83013B4-A371-47C2-B08C-2AA1CA9621B9}" sibTransId="{C37F5BA8-3F5A-462B-BF4E-11480C4E9265}"/>
    <dgm:cxn modelId="{CCF96AAF-5DA1-4D10-8D6F-E1E91EB4CC60}" type="presOf" srcId="{EB9D48DC-B791-494B-A9DD-48AD7BC1C161}" destId="{242679AC-3BAF-44BD-B299-453DE00F4E65}" srcOrd="0" destOrd="0" presId="urn:microsoft.com/office/officeart/2018/2/layout/IconVerticalSolidList"/>
    <dgm:cxn modelId="{5F4F852C-C329-4973-B1FC-14B68C2F1C1E}" type="presParOf" srcId="{242679AC-3BAF-44BD-B299-453DE00F4E65}" destId="{06B3A34E-E26C-4E44-A75A-4B12F5C3CEBA}" srcOrd="0" destOrd="0" presId="urn:microsoft.com/office/officeart/2018/2/layout/IconVerticalSolidList"/>
    <dgm:cxn modelId="{0653A938-17F6-4158-8F18-6F9AC15F79E5}" type="presParOf" srcId="{06B3A34E-E26C-4E44-A75A-4B12F5C3CEBA}" destId="{BB33EFF3-614D-4A65-A943-4AA46512A1AD}" srcOrd="0" destOrd="0" presId="urn:microsoft.com/office/officeart/2018/2/layout/IconVerticalSolidList"/>
    <dgm:cxn modelId="{0F8E49EC-2A1E-4D36-9D9B-BAB5A549CCB8}" type="presParOf" srcId="{06B3A34E-E26C-4E44-A75A-4B12F5C3CEBA}" destId="{46B6322F-7264-4DC0-853C-7F317F5336D1}" srcOrd="1" destOrd="0" presId="urn:microsoft.com/office/officeart/2018/2/layout/IconVerticalSolidList"/>
    <dgm:cxn modelId="{6401E395-833D-4388-B71D-550C467CB247}" type="presParOf" srcId="{06B3A34E-E26C-4E44-A75A-4B12F5C3CEBA}" destId="{C3899BE2-6D32-4BC6-9559-925CC694451C}" srcOrd="2" destOrd="0" presId="urn:microsoft.com/office/officeart/2018/2/layout/IconVerticalSolidList"/>
    <dgm:cxn modelId="{85B9B78E-A7F7-451A-A99B-3EBACEF5B456}" type="presParOf" srcId="{06B3A34E-E26C-4E44-A75A-4B12F5C3CEBA}" destId="{1F2D8BF5-3FBD-46E6-863A-C626AA1774A0}" srcOrd="3" destOrd="0" presId="urn:microsoft.com/office/officeart/2018/2/layout/IconVerticalSolidList"/>
    <dgm:cxn modelId="{38FEA8D8-3D34-49CA-A93C-75F86EBEA707}" type="presParOf" srcId="{242679AC-3BAF-44BD-B299-453DE00F4E65}" destId="{B270DB45-26CE-4551-842C-DCE94EFF77F7}" srcOrd="1" destOrd="0" presId="urn:microsoft.com/office/officeart/2018/2/layout/IconVerticalSolidList"/>
    <dgm:cxn modelId="{39126100-DA12-4228-80D3-BD3090B0539E}" type="presParOf" srcId="{242679AC-3BAF-44BD-B299-453DE00F4E65}" destId="{15D2C6BC-B8BF-459D-A6ED-633D9F6B1626}" srcOrd="2" destOrd="0" presId="urn:microsoft.com/office/officeart/2018/2/layout/IconVerticalSolidList"/>
    <dgm:cxn modelId="{3E7941D6-7D81-42A2-BCFA-1FEF263E5DF8}" type="presParOf" srcId="{15D2C6BC-B8BF-459D-A6ED-633D9F6B1626}" destId="{4F883525-14A0-4311-959A-B3792C81FBA6}" srcOrd="0" destOrd="0" presId="urn:microsoft.com/office/officeart/2018/2/layout/IconVerticalSolidList"/>
    <dgm:cxn modelId="{BD9C2702-E66C-4AA6-BF19-68FEAFC3EFA8}" type="presParOf" srcId="{15D2C6BC-B8BF-459D-A6ED-633D9F6B1626}" destId="{5016F1BA-66B9-4251-8B12-0C3818260DD7}" srcOrd="1" destOrd="0" presId="urn:microsoft.com/office/officeart/2018/2/layout/IconVerticalSolidList"/>
    <dgm:cxn modelId="{7BC5A307-30E7-43AC-AB34-13FCA60F3D17}" type="presParOf" srcId="{15D2C6BC-B8BF-459D-A6ED-633D9F6B1626}" destId="{E620A51A-F840-4820-838C-5B038974356D}" srcOrd="2" destOrd="0" presId="urn:microsoft.com/office/officeart/2018/2/layout/IconVerticalSolidList"/>
    <dgm:cxn modelId="{84E0AD42-DDF6-4A08-AA61-D5DAD5C18FE8}" type="presParOf" srcId="{15D2C6BC-B8BF-459D-A6ED-633D9F6B1626}" destId="{DF7DA306-5DCB-4CFF-8208-91621E6B381E}" srcOrd="3" destOrd="0" presId="urn:microsoft.com/office/officeart/2018/2/layout/IconVerticalSolidList"/>
    <dgm:cxn modelId="{31BDE85E-47E2-4A73-B152-B3F258CB9726}" type="presParOf" srcId="{242679AC-3BAF-44BD-B299-453DE00F4E65}" destId="{43E7AD5F-AE7A-404C-BD1A-E7CB988F5806}" srcOrd="3" destOrd="0" presId="urn:microsoft.com/office/officeart/2018/2/layout/IconVerticalSolidList"/>
    <dgm:cxn modelId="{6B215A4B-4F70-4782-81F8-14C5F0B6720F}" type="presParOf" srcId="{242679AC-3BAF-44BD-B299-453DE00F4E65}" destId="{0CBAF6B5-1200-4850-B139-8EA4BBBAA995}" srcOrd="4" destOrd="0" presId="urn:microsoft.com/office/officeart/2018/2/layout/IconVerticalSolidList"/>
    <dgm:cxn modelId="{BE3F75EB-4FE9-404E-B241-EA03D7D98BC2}" type="presParOf" srcId="{0CBAF6B5-1200-4850-B139-8EA4BBBAA995}" destId="{63B35DEF-7D46-4006-B849-2E7AA4AFBC77}" srcOrd="0" destOrd="0" presId="urn:microsoft.com/office/officeart/2018/2/layout/IconVerticalSolidList"/>
    <dgm:cxn modelId="{05328A52-194C-47DC-88E8-453AAEC4C42A}" type="presParOf" srcId="{0CBAF6B5-1200-4850-B139-8EA4BBBAA995}" destId="{53441A10-CDE4-49F4-A8A1-152F0320B58C}" srcOrd="1" destOrd="0" presId="urn:microsoft.com/office/officeart/2018/2/layout/IconVerticalSolidList"/>
    <dgm:cxn modelId="{E5E487F5-0CE9-4995-A90E-283796F671A0}" type="presParOf" srcId="{0CBAF6B5-1200-4850-B139-8EA4BBBAA995}" destId="{FD39C028-D2F1-43C7-A677-871EE5A70105}" srcOrd="2" destOrd="0" presId="urn:microsoft.com/office/officeart/2018/2/layout/IconVerticalSolidList"/>
    <dgm:cxn modelId="{29535186-0D9A-44D7-8956-D9A692250420}" type="presParOf" srcId="{0CBAF6B5-1200-4850-B139-8EA4BBBAA995}" destId="{BB17C130-C15B-445E-84C2-1423D17F24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5717A1-4A5E-47E4-8B1C-9276A9686EFF}">
      <dsp:nvSpPr>
        <dsp:cNvPr id="0" name=""/>
        <dsp:cNvSpPr/>
      </dsp:nvSpPr>
      <dsp:spPr>
        <a:xfrm>
          <a:off x="0" y="40964"/>
          <a:ext cx="4530898" cy="1284659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Google"/>
            </a:rPr>
            <a:t>Chunking plays a vital role in ensuring that the retrieval step fetches the most relevant information for generation. Poor chunking strategies can lead to: </a:t>
          </a:r>
          <a:endParaRPr lang="en-IN" sz="1800" kern="1200">
            <a:latin typeface="Google"/>
          </a:endParaRPr>
        </a:p>
      </dsp:txBody>
      <dsp:txXfrm>
        <a:off x="62712" y="103676"/>
        <a:ext cx="4405474" cy="1159235"/>
      </dsp:txXfrm>
    </dsp:sp>
    <dsp:sp modelId="{C2AD9767-D8DC-4EAF-A11D-F616C5F217E5}">
      <dsp:nvSpPr>
        <dsp:cNvPr id="0" name=""/>
        <dsp:cNvSpPr/>
      </dsp:nvSpPr>
      <dsp:spPr>
        <a:xfrm>
          <a:off x="0" y="1325624"/>
          <a:ext cx="4530898" cy="2272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856" tIns="22860" rIns="128016" bIns="2286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1400" kern="1200">
            <a:latin typeface="Google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Google"/>
            </a:rPr>
            <a:t>Loss of Context: </a:t>
          </a:r>
          <a:endParaRPr lang="en-IN" sz="1400" kern="1200">
            <a:latin typeface="Google"/>
          </a:endParaRPr>
        </a:p>
        <a:p>
          <a:pPr marL="228600" lvl="2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Google"/>
            </a:rPr>
            <a:t>Chunks that are too small may not carry enough information, making retrieval less useful. </a:t>
          </a:r>
          <a:endParaRPr lang="en-IN" sz="1400" kern="1200">
            <a:latin typeface="Google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Google"/>
            </a:rPr>
            <a:t>Irrelevant Information: </a:t>
          </a:r>
          <a:endParaRPr lang="en-IN" sz="1400" kern="1200">
            <a:latin typeface="Google"/>
          </a:endParaRPr>
        </a:p>
        <a:p>
          <a:pPr marL="228600" lvl="2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Google"/>
            </a:rPr>
            <a:t>Chunks that are too large may contain unnecessary details, leading to confusion in the generation step. </a:t>
          </a:r>
          <a:endParaRPr lang="en-IN" sz="1400" kern="1200">
            <a:latin typeface="Google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Google"/>
            </a:rPr>
            <a:t>Inefficient Retrieval: </a:t>
          </a:r>
          <a:endParaRPr lang="en-IN" sz="1400" kern="1200">
            <a:latin typeface="Google"/>
          </a:endParaRPr>
        </a:p>
        <a:p>
          <a:pPr marL="228600" lvl="2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Google"/>
            </a:rPr>
            <a:t>Badly structured chunks increase retrieval complexity and reduce performance.</a:t>
          </a:r>
          <a:endParaRPr lang="en-IN" sz="1400" kern="1200">
            <a:latin typeface="Google"/>
          </a:endParaRPr>
        </a:p>
      </dsp:txBody>
      <dsp:txXfrm>
        <a:off x="0" y="1325624"/>
        <a:ext cx="4530898" cy="22728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33EFF3-614D-4A65-A943-4AA46512A1AD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B6322F-7264-4DC0-853C-7F317F5336D1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D8BF5-3FBD-46E6-863A-C626AA1774A0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Traditional language models (LLMs) generate responses based solely on their training data and the input query. </a:t>
          </a:r>
        </a:p>
      </dsp:txBody>
      <dsp:txXfrm>
        <a:off x="1437631" y="531"/>
        <a:ext cx="9077968" cy="1244702"/>
      </dsp:txXfrm>
    </dsp:sp>
    <dsp:sp modelId="{4F883525-14A0-4311-959A-B3792C81FBA6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16F1BA-66B9-4251-8B12-0C3818260DD7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DA306-5DCB-4CFF-8208-91621E6B381E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While they can be remarkably effective, they often struggle with providing up-to-date or specific information not present in their training data. </a:t>
          </a:r>
        </a:p>
      </dsp:txBody>
      <dsp:txXfrm>
        <a:off x="1437631" y="1556410"/>
        <a:ext cx="9077968" cy="1244702"/>
      </dsp:txXfrm>
    </dsp:sp>
    <dsp:sp modelId="{63B35DEF-7D46-4006-B849-2E7AA4AFBC77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41A10-CDE4-49F4-A8A1-152F0320B58C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7C130-C15B-445E-84C2-1423D17F244B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On the other hand, RAG systems augment their generative capabilities with real-time retrieval of information, ensuring responses are fluent, factually grounded, and relevant.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348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213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9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09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897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81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79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490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24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853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87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2AAD2-86EC-40ED-9FFC-273CCB9CA3D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BD7A9-22F9-46E0-95D5-16AFE9472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206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rcRect l="53468" r="16424" b="1"/>
          <a:stretch>
            <a:fillRect/>
          </a:stretch>
        </p:blipFill>
        <p:spPr>
          <a:xfrm rot="10800000"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51076" r="1403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n-IN" sz="5000" b="1">
                <a:solidFill>
                  <a:schemeClr val="bg1"/>
                </a:solidFill>
                <a:latin typeface="Google"/>
              </a:rPr>
              <a:t>Vector Databases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Google"/>
              </a:rPr>
              <a:t>:- Harsh Dalal</a:t>
            </a:r>
            <a:endParaRPr lang="en-IN" sz="2000">
              <a:solidFill>
                <a:schemeClr val="bg1"/>
              </a:solidFill>
              <a:latin typeface="Google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618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latin typeface="Google"/>
              </a:rPr>
              <a:t>What is a Vector Database</a:t>
            </a:r>
            <a:endParaRPr lang="en-IN" sz="3600" dirty="0">
              <a:latin typeface="Googl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20405" b="7984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223982" y="3752850"/>
            <a:ext cx="7485413" cy="2452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>
                <a:ln>
                  <a:noFill/>
                </a:ln>
                <a:effectLst/>
                <a:latin typeface="Google"/>
              </a:rPr>
              <a:t>Vector databases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Google"/>
              </a:rPr>
              <a:t> store and manage high-dimensional vector representations of data—like text, images, or user behavior—instead of traditional rows and columns. They enable </a:t>
            </a:r>
            <a:r>
              <a:rPr kumimoji="0" lang="en-US" sz="1800" b="1" i="0" u="none" strike="noStrike" cap="none" normalizeH="0" baseline="0">
                <a:ln>
                  <a:noFill/>
                </a:ln>
                <a:effectLst/>
                <a:latin typeface="Google"/>
              </a:rPr>
              <a:t>semantic search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Google"/>
              </a:rPr>
              <a:t> and </a:t>
            </a:r>
            <a:r>
              <a:rPr kumimoji="0" lang="en-US" sz="1800" b="1" i="0" u="none" strike="noStrike" cap="none" normalizeH="0" baseline="0">
                <a:ln>
                  <a:noFill/>
                </a:ln>
                <a:effectLst/>
                <a:latin typeface="Google"/>
              </a:rPr>
              <a:t>similarity-based retrieval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Google"/>
              </a:rPr>
              <a:t>, making them essential for AI tasks such as </a:t>
            </a:r>
            <a:r>
              <a:rPr kumimoji="0" lang="en-US" sz="1800" b="1" i="0" u="none" strike="noStrike" cap="none" normalizeH="0" baseline="0">
                <a:ln>
                  <a:noFill/>
                </a:ln>
                <a:effectLst/>
                <a:latin typeface="Google"/>
              </a:rPr>
              <a:t>NLP, recommendation systems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Google"/>
              </a:rPr>
              <a:t>, and </a:t>
            </a:r>
            <a:r>
              <a:rPr kumimoji="0" lang="en-US" sz="1800" b="1" i="0" u="none" strike="noStrike" cap="none" normalizeH="0" baseline="0">
                <a:ln>
                  <a:noFill/>
                </a:ln>
                <a:effectLst/>
                <a:latin typeface="Google"/>
              </a:rPr>
              <a:t>speech recognition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Google"/>
              </a:rPr>
              <a:t>, where understanding relationships between data points is key.</a:t>
            </a:r>
          </a:p>
        </p:txBody>
      </p:sp>
    </p:spTree>
    <p:extLst>
      <p:ext uri="{BB962C8B-B14F-4D97-AF65-F5344CB8AC3E}">
        <p14:creationId xmlns:p14="http://schemas.microsoft.com/office/powerpoint/2010/main" val="41205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Popular Vector Database Solutions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5765" y="1675227"/>
            <a:ext cx="1040046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7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rcRect l="53468" r="16424" b="1"/>
          <a:stretch>
            <a:fillRect/>
          </a:stretch>
        </p:blipFill>
        <p:spPr>
          <a:xfrm rot="10800000"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51076" r="1403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n-IN" sz="5000" b="1">
                <a:solidFill>
                  <a:schemeClr val="bg1"/>
                </a:solidFill>
                <a:latin typeface="Google"/>
              </a:rPr>
              <a:t>Chunking in RAG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Google"/>
              </a:rPr>
              <a:t>:- Harsh Dalal</a:t>
            </a:r>
            <a:endParaRPr lang="en-IN" sz="2000">
              <a:solidFill>
                <a:schemeClr val="bg1"/>
              </a:solidFill>
              <a:latin typeface="Google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119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 b="1">
                <a:latin typeface="Google"/>
              </a:rPr>
              <a:t>Chunking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137500"/>
            <a:ext cx="5150277" cy="240775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2635991"/>
              </p:ext>
            </p:extLst>
          </p:nvPr>
        </p:nvGraphicFramePr>
        <p:xfrm>
          <a:off x="793661" y="2599509"/>
          <a:ext cx="4530898" cy="363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07502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93572"/>
            <a:ext cx="10905066" cy="507085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4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1A5304-697E-266A-DA28-5CA855842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 b="1">
                <a:latin typeface="Google"/>
              </a:rPr>
              <a:t>Chunking Strategies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2434201"/>
            <a:ext cx="407270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>
                <a:latin typeface="Google"/>
              </a:rPr>
              <a:t>1. Fixed-Length Chunking </a:t>
            </a:r>
          </a:p>
          <a:p>
            <a:pPr marL="0" indent="0">
              <a:buNone/>
            </a:pPr>
            <a:r>
              <a:rPr lang="en-US" sz="1400">
                <a:latin typeface="Google"/>
              </a:rPr>
              <a:t>This approach divides text into uniform chunks based on a predefined token or word count (e.g., 256 or 512 tokens per chunk). </a:t>
            </a:r>
          </a:p>
          <a:p>
            <a:pPr marL="0" indent="0">
              <a:buNone/>
            </a:pPr>
            <a:endParaRPr lang="en-US" sz="1400">
              <a:latin typeface="Google"/>
            </a:endParaRPr>
          </a:p>
          <a:p>
            <a:r>
              <a:rPr lang="en-US" sz="1400">
                <a:latin typeface="Google"/>
              </a:rPr>
              <a:t>Pros: </a:t>
            </a:r>
          </a:p>
          <a:p>
            <a:pPr marL="0" indent="0">
              <a:buNone/>
            </a:pPr>
            <a:r>
              <a:rPr lang="en-US" sz="1400">
                <a:latin typeface="Google"/>
              </a:rPr>
              <a:t>	Simple to implement. </a:t>
            </a:r>
          </a:p>
          <a:p>
            <a:pPr marL="0" indent="0">
              <a:buNone/>
            </a:pPr>
            <a:r>
              <a:rPr lang="en-US" sz="1400">
                <a:latin typeface="Google"/>
              </a:rPr>
              <a:t>	Ensures consistent chunk sizes. </a:t>
            </a:r>
          </a:p>
          <a:p>
            <a:r>
              <a:rPr lang="en-US" sz="1400">
                <a:latin typeface="Google"/>
              </a:rPr>
              <a:t>Cons: </a:t>
            </a:r>
          </a:p>
          <a:p>
            <a:pPr marL="0" indent="0">
              <a:buNone/>
            </a:pPr>
            <a:r>
              <a:rPr lang="en-US" sz="1400">
                <a:latin typeface="Google"/>
              </a:rPr>
              <a:t>	May cut off meaningful sentences. </a:t>
            </a:r>
          </a:p>
          <a:p>
            <a:pPr marL="0" indent="0">
              <a:buNone/>
            </a:pPr>
            <a:r>
              <a:rPr lang="en-US" sz="1400">
                <a:latin typeface="Google"/>
              </a:rPr>
              <a:t>	Lacks adaptability to different document structures. </a:t>
            </a:r>
            <a:endParaRPr lang="en-IN" sz="1400">
              <a:latin typeface="Google"/>
            </a:endParaRPr>
          </a:p>
        </p:txBody>
      </p:sp>
    </p:spTree>
    <p:extLst>
      <p:ext uri="{BB962C8B-B14F-4D97-AF65-F5344CB8AC3E}">
        <p14:creationId xmlns:p14="http://schemas.microsoft.com/office/powerpoint/2010/main" val="15806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 b="1">
                <a:latin typeface="Google"/>
              </a:rPr>
              <a:t>Chunking Strategies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>
                <a:latin typeface="Google"/>
              </a:rPr>
              <a:t>2. Semantic Chunking </a:t>
            </a:r>
          </a:p>
          <a:p>
            <a:pPr marL="0" indent="0">
              <a:buNone/>
            </a:pPr>
            <a:endParaRPr lang="en-US" sz="1700">
              <a:latin typeface="Google"/>
            </a:endParaRPr>
          </a:p>
          <a:p>
            <a:pPr marL="0" indent="0">
              <a:buNone/>
            </a:pPr>
            <a:r>
              <a:rPr lang="en-US" sz="1700">
                <a:latin typeface="Google"/>
              </a:rPr>
              <a:t>Semantic chunking is an advanced text-splitting technique that focuses on dividing a document into meaningful chunks based on the actual content and context rather than arbitrary size-based methods such as token count or delimiters. </a:t>
            </a:r>
          </a:p>
          <a:p>
            <a:pPr marL="0" indent="0">
              <a:buNone/>
            </a:pPr>
            <a:endParaRPr lang="en-US" sz="1700">
              <a:latin typeface="Google"/>
            </a:endParaRPr>
          </a:p>
          <a:p>
            <a:pPr marL="0" indent="0">
              <a:buNone/>
            </a:pPr>
            <a:r>
              <a:rPr lang="en-US" sz="1700">
                <a:latin typeface="Google"/>
              </a:rPr>
              <a:t>The primary goal of semantic chunking is to ensure that each chunk contains a single, concise meaning, optimizing it for downstream tasks like embedding into vector representations for machine learning applications.</a:t>
            </a:r>
            <a:endParaRPr lang="en-IN" sz="1700">
              <a:latin typeface="Googl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8FC126-C05E-967A-4DC1-2B5CCD6D64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85" r="36478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63705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442B4-2D2D-7802-C97B-3D888E5C9A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15" r="14178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 b="1">
                <a:latin typeface="Google"/>
              </a:rPr>
              <a:t>Chunking Strategies</a:t>
            </a:r>
            <a:endParaRPr lang="en-IN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300">
                <a:latin typeface="Google"/>
              </a:rPr>
              <a:t>3. Sliding Window Chunking</a:t>
            </a:r>
          </a:p>
          <a:p>
            <a:pPr marL="0" indent="0">
              <a:buNone/>
            </a:pPr>
            <a:endParaRPr lang="en-IN" sz="1300">
              <a:latin typeface="Google"/>
            </a:endParaRPr>
          </a:p>
          <a:p>
            <a:pPr marL="0" indent="0">
              <a:buNone/>
            </a:pPr>
            <a:r>
              <a:rPr lang="en-US" sz="1300">
                <a:latin typeface="Google"/>
              </a:rPr>
              <a:t>A technique where overlapping chunks are created to preserve continuity of information. </a:t>
            </a:r>
          </a:p>
          <a:p>
            <a:pPr marL="0" indent="0">
              <a:buNone/>
            </a:pPr>
            <a:r>
              <a:rPr lang="en-US" sz="1300">
                <a:latin typeface="Google"/>
              </a:rPr>
              <a:t>For example, if a chunk is 512 tokens, the next chunk may start from the 256th token of the previous chunk. </a:t>
            </a:r>
          </a:p>
          <a:p>
            <a:pPr marL="0" indent="0">
              <a:buNone/>
            </a:pPr>
            <a:endParaRPr lang="en-US" sz="1300">
              <a:latin typeface="Google"/>
            </a:endParaRPr>
          </a:p>
          <a:p>
            <a:pPr marL="0" indent="0">
              <a:buNone/>
            </a:pPr>
            <a:r>
              <a:rPr lang="en-US" sz="1300">
                <a:latin typeface="Google"/>
              </a:rPr>
              <a:t>Pros: </a:t>
            </a:r>
          </a:p>
          <a:p>
            <a:pPr lvl="1"/>
            <a:r>
              <a:rPr lang="en-US" sz="1300">
                <a:latin typeface="Google"/>
              </a:rPr>
              <a:t>Maintains context between adjacent chunks. </a:t>
            </a:r>
          </a:p>
          <a:p>
            <a:pPr lvl="1"/>
            <a:r>
              <a:rPr lang="en-US" sz="1300">
                <a:latin typeface="Google"/>
              </a:rPr>
              <a:t>Reduces the chance of missing critical information. </a:t>
            </a:r>
          </a:p>
          <a:p>
            <a:pPr marL="0" indent="0">
              <a:buNone/>
            </a:pPr>
            <a:r>
              <a:rPr lang="en-US" sz="1300">
                <a:latin typeface="Google"/>
              </a:rPr>
              <a:t>Cons: </a:t>
            </a:r>
          </a:p>
          <a:p>
            <a:pPr lvl="1"/>
            <a:r>
              <a:rPr lang="en-US" sz="1300">
                <a:latin typeface="Google"/>
              </a:rPr>
              <a:t>Increases storage and computation costs. </a:t>
            </a:r>
            <a:endParaRPr lang="en-IN" sz="1300">
              <a:latin typeface="Google"/>
            </a:endParaRPr>
          </a:p>
        </p:txBody>
      </p:sp>
    </p:spTree>
    <p:extLst>
      <p:ext uri="{BB962C8B-B14F-4D97-AF65-F5344CB8AC3E}">
        <p14:creationId xmlns:p14="http://schemas.microsoft.com/office/powerpoint/2010/main" val="4024136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chemeClr val="tx2"/>
                </a:solidFill>
                <a:latin typeface="Google"/>
              </a:rPr>
              <a:t>Chunking Strategies</a:t>
            </a:r>
            <a:endParaRPr lang="en-IN" sz="400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800">
                <a:solidFill>
                  <a:schemeClr val="tx2"/>
                </a:solidFill>
                <a:latin typeface="Google"/>
              </a:rPr>
              <a:t>4. Hierarchical Chunking </a:t>
            </a:r>
          </a:p>
          <a:p>
            <a:pPr marL="0" indent="0">
              <a:buNone/>
            </a:pPr>
            <a:endParaRPr lang="en-IN" sz="1800">
              <a:solidFill>
                <a:schemeClr val="tx2"/>
              </a:solidFill>
              <a:latin typeface="Google"/>
            </a:endParaRPr>
          </a:p>
          <a:p>
            <a:pPr marL="0" indent="0">
              <a:buNone/>
            </a:pPr>
            <a:r>
              <a:rPr lang="en-IN" sz="1800">
                <a:solidFill>
                  <a:schemeClr val="tx2"/>
                </a:solidFill>
                <a:latin typeface="Google"/>
              </a:rPr>
              <a:t>Uses multiple levels of chunking, starting with broader segments (e.g., sections, paragraphs) and then finer chunks within them. </a:t>
            </a:r>
          </a:p>
          <a:p>
            <a:pPr marL="0" indent="0">
              <a:buNone/>
            </a:pPr>
            <a:endParaRPr lang="en-IN" sz="1800">
              <a:solidFill>
                <a:schemeClr val="tx2"/>
              </a:solidFill>
              <a:latin typeface="Google"/>
            </a:endParaRPr>
          </a:p>
          <a:p>
            <a:pPr marL="0" indent="0">
              <a:buNone/>
            </a:pPr>
            <a:r>
              <a:rPr lang="en-IN" sz="1800">
                <a:solidFill>
                  <a:schemeClr val="tx2"/>
                </a:solidFill>
                <a:latin typeface="Google"/>
              </a:rPr>
              <a:t>Pros: </a:t>
            </a:r>
          </a:p>
          <a:p>
            <a:pPr lvl="1"/>
            <a:r>
              <a:rPr lang="en-IN" sz="1800">
                <a:solidFill>
                  <a:schemeClr val="tx2"/>
                </a:solidFill>
                <a:latin typeface="Google"/>
              </a:rPr>
              <a:t>	Allows for multi-level retrieval. </a:t>
            </a:r>
          </a:p>
          <a:p>
            <a:pPr lvl="1"/>
            <a:r>
              <a:rPr lang="en-IN" sz="1800">
                <a:solidFill>
                  <a:schemeClr val="tx2"/>
                </a:solidFill>
                <a:latin typeface="Google"/>
              </a:rPr>
              <a:t>	Optimizes information density. </a:t>
            </a:r>
          </a:p>
          <a:p>
            <a:pPr marL="0" indent="0">
              <a:buNone/>
            </a:pPr>
            <a:r>
              <a:rPr lang="en-IN" sz="1800">
                <a:solidFill>
                  <a:schemeClr val="tx2"/>
                </a:solidFill>
                <a:latin typeface="Google"/>
              </a:rPr>
              <a:t>Cons: </a:t>
            </a:r>
          </a:p>
          <a:p>
            <a:pPr lvl="1"/>
            <a:r>
              <a:rPr lang="en-IN" sz="1800">
                <a:solidFill>
                  <a:schemeClr val="tx2"/>
                </a:solidFill>
                <a:latin typeface="Google"/>
              </a:rPr>
              <a:t>	Requires more sophisticated retrieval strategies.</a:t>
            </a:r>
          </a:p>
        </p:txBody>
      </p:sp>
    </p:spTree>
    <p:extLst>
      <p:ext uri="{BB962C8B-B14F-4D97-AF65-F5344CB8AC3E}">
        <p14:creationId xmlns:p14="http://schemas.microsoft.com/office/powerpoint/2010/main" val="3306490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rcRect l="53468" r="16424" b="1"/>
          <a:stretch>
            <a:fillRect/>
          </a:stretch>
        </p:blipFill>
        <p:spPr>
          <a:xfrm rot="10800000"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51076" r="1403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n-US" sz="5000" b="1">
                <a:solidFill>
                  <a:schemeClr val="bg1"/>
                </a:solidFill>
                <a:latin typeface="Google"/>
              </a:rPr>
              <a:t>Embeddings</a:t>
            </a:r>
            <a:endParaRPr lang="en-IN" sz="5000" b="1">
              <a:solidFill>
                <a:schemeClr val="bg1"/>
              </a:solidFill>
              <a:latin typeface="Googl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Google"/>
              </a:rPr>
              <a:t>:- Harsh Dalal</a:t>
            </a:r>
            <a:endParaRPr lang="en-IN" sz="2000">
              <a:solidFill>
                <a:schemeClr val="bg1"/>
              </a:solidFill>
              <a:latin typeface="Google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331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IN" sz="3600" b="1" dirty="0">
                <a:latin typeface="Google"/>
              </a:rPr>
              <a:t>What are Embeddings?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10210" b="20225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>
                <a:latin typeface="Google"/>
              </a:rPr>
              <a:t>Embeddings are dense vector representations of text that capture semantic meanings, relationships, and contextual nuances. These numerical vectors allow machines to compare, retrieve, and process text efficiently in high-dimensional space. </a:t>
            </a:r>
            <a:endParaRPr lang="en-IN" sz="1800">
              <a:latin typeface="Google"/>
            </a:endParaRPr>
          </a:p>
        </p:txBody>
      </p:sp>
    </p:spTree>
    <p:extLst>
      <p:ext uri="{BB962C8B-B14F-4D97-AF65-F5344CB8AC3E}">
        <p14:creationId xmlns:p14="http://schemas.microsoft.com/office/powerpoint/2010/main" val="1364179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IN" b="1">
                <a:latin typeface="Google"/>
              </a:rPr>
              <a:t>What are Embeddings?</a:t>
            </a:r>
            <a:endParaRPr lang="en-IN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2000">
                <a:latin typeface="Google"/>
              </a:rPr>
              <a:t>In RAG, embeddings are used to: </a:t>
            </a:r>
          </a:p>
          <a:p>
            <a:r>
              <a:rPr lang="en-US" sz="2000">
                <a:latin typeface="Google"/>
              </a:rPr>
              <a:t>Retrieve relevant documents based on query similarity. </a:t>
            </a:r>
          </a:p>
          <a:p>
            <a:r>
              <a:rPr lang="en-US" sz="2000">
                <a:latin typeface="Google"/>
              </a:rPr>
              <a:t>Improve response accuracy by feeding relevant data into the generative model. </a:t>
            </a:r>
          </a:p>
          <a:p>
            <a:r>
              <a:rPr lang="en-US" sz="2000">
                <a:latin typeface="Google"/>
              </a:rPr>
              <a:t>Enhance contextual understanding by maintaining semantic similarity between queries and retrieved chunks. </a:t>
            </a:r>
            <a:endParaRPr lang="en-IN" sz="2000">
              <a:latin typeface="Googl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663574"/>
            <a:ext cx="6155141" cy="355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49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rcRect l="53468" r="16424" b="1"/>
          <a:stretch>
            <a:fillRect/>
          </a:stretch>
        </p:blipFill>
        <p:spPr>
          <a:xfrm rot="10800000"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51076" r="1403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n-IN" sz="5000" b="1">
                <a:solidFill>
                  <a:schemeClr val="bg1"/>
                </a:solidFill>
                <a:latin typeface="Google"/>
              </a:rPr>
              <a:t>Semantic Search Index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Google"/>
              </a:rPr>
              <a:t>:- Harsh Dalal</a:t>
            </a:r>
            <a:endParaRPr lang="en-IN" sz="2000">
              <a:solidFill>
                <a:schemeClr val="bg1"/>
              </a:solidFill>
              <a:latin typeface="Google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588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IN" b="1">
                <a:latin typeface="Google"/>
              </a:rPr>
              <a:t>Semantic Search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latin typeface="Google"/>
              </a:rPr>
              <a:t>A semantic search index is a specialized data structure used to facilitate semantic search, which focuses on understanding the meaning and intent behind a user's query rather than relying solely on keyword matching. This type of index allows search engines and applications to return more relevant and context-aware results by leveraging natural language processing (NLP), machine learning, and vector-based search techniques.</a:t>
            </a:r>
            <a:endParaRPr lang="en-US" sz="2000">
              <a:effectLst/>
              <a:latin typeface="Googl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2391903"/>
            <a:ext cx="4737650" cy="209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346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Google"/>
              </a:rPr>
              <a:t>Process of </a:t>
            </a:r>
            <a:r>
              <a:rPr lang="en-IN" sz="3600" b="1" dirty="0">
                <a:latin typeface="Google"/>
              </a:rPr>
              <a:t>Semantic Search Index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88" y="1410031"/>
            <a:ext cx="9648423" cy="530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34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rcRect l="53468" r="16424" b="1"/>
          <a:stretch>
            <a:fillRect/>
          </a:stretch>
        </p:blipFill>
        <p:spPr>
          <a:xfrm rot="10800000"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51076" r="1403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n-IN" sz="5000" b="1">
                <a:solidFill>
                  <a:schemeClr val="bg1"/>
                </a:solidFill>
                <a:latin typeface="Google"/>
              </a:rPr>
              <a:t>Retrieval Augmented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Google"/>
              </a:rPr>
              <a:t>:- Harsh Dalal</a:t>
            </a:r>
            <a:endParaRPr lang="en-IN" sz="2000">
              <a:solidFill>
                <a:schemeClr val="bg1"/>
              </a:solidFill>
              <a:latin typeface="Google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359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/>
            <a:r>
              <a:rPr lang="en-IN" sz="4000" b="1">
                <a:solidFill>
                  <a:srgbClr val="FFFFFF"/>
                </a:solidFill>
                <a:latin typeface="Google"/>
              </a:rPr>
              <a:t>Retrieval Augmented Generation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538701"/>
            <a:ext cx="7225748" cy="578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64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702" y="404231"/>
            <a:ext cx="10896097" cy="917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Google"/>
              </a:rPr>
              <a:t>While building LLMs using Prompt Engineering, there are the following problems that occurs:</a:t>
            </a:r>
            <a:endParaRPr lang="en-IN" sz="2000" dirty="0">
              <a:latin typeface="Googl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71" y="1185718"/>
            <a:ext cx="4779617" cy="21410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6370" y="3567989"/>
            <a:ext cx="109540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oogle"/>
              </a:rPr>
              <a:t>To overcome all these problems, we use one of popular method to build applications powered by LLMs which is</a:t>
            </a:r>
            <a:endParaRPr lang="en-IN" dirty="0">
              <a:latin typeface="Google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993" y="4334983"/>
            <a:ext cx="7102098" cy="212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08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" y="365125"/>
            <a:ext cx="1096772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Google"/>
              </a:rPr>
              <a:t>What is RAG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499" y="2635464"/>
            <a:ext cx="9070701" cy="4222536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386080" y="1825625"/>
            <a:ext cx="90220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Google"/>
              </a:rPr>
              <a:t>Retrieval-Augmented Generation (RAG) is an innovative approach in natural language processing that combines two primary components: a retrieval mechanism and a generative model. </a:t>
            </a:r>
          </a:p>
          <a:p>
            <a:r>
              <a:rPr lang="en-US" sz="2000" dirty="0">
                <a:latin typeface="Google"/>
              </a:rPr>
              <a:t>The retrieval component searches a large database of documents to find relevant information, which the generative model then uses to produce a coherent and contextually appropriate response. </a:t>
            </a:r>
            <a:endParaRPr lang="en-IN" sz="2000" dirty="0">
              <a:latin typeface="Google"/>
            </a:endParaRPr>
          </a:p>
        </p:txBody>
      </p:sp>
    </p:spTree>
    <p:extLst>
      <p:ext uri="{BB962C8B-B14F-4D97-AF65-F5344CB8AC3E}">
        <p14:creationId xmlns:p14="http://schemas.microsoft.com/office/powerpoint/2010/main" val="3916380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>
                <a:latin typeface="Google"/>
              </a:rPr>
              <a:t>How RAG Differs from LLMs?</a:t>
            </a:r>
            <a:endParaRPr lang="en-IN" b="1">
              <a:latin typeface="Googl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A6DA5B-9154-E8D1-8FB2-88D348636D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203522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8085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IN" sz="6100" b="1">
                <a:latin typeface="Google"/>
              </a:rPr>
              <a:t>The Importance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1900">
                <a:latin typeface="Google"/>
              </a:rPr>
              <a:t>RAG systems are particularly useful in scenarios where up-to-date and specific information is crucial. Some notable applications include: </a:t>
            </a:r>
          </a:p>
          <a:p>
            <a:pPr marL="0" indent="0">
              <a:buNone/>
            </a:pPr>
            <a:endParaRPr lang="en-US" sz="1900">
              <a:latin typeface="Google"/>
            </a:endParaRPr>
          </a:p>
          <a:p>
            <a:pPr lvl="1"/>
            <a:r>
              <a:rPr lang="en-US" sz="1900">
                <a:latin typeface="Google"/>
              </a:rPr>
              <a:t>Customer Support: Providing accurate and timely responses to customer queries by retrieving relevant information from a knowledge base. </a:t>
            </a:r>
          </a:p>
          <a:p>
            <a:pPr lvl="1"/>
            <a:r>
              <a:rPr lang="en-US" sz="1900">
                <a:latin typeface="Google"/>
              </a:rPr>
              <a:t>Healthcare: Assisting medical professionals with quick access to the latest research and clinical guidelines. </a:t>
            </a:r>
          </a:p>
          <a:p>
            <a:pPr lvl="1"/>
            <a:r>
              <a:rPr lang="en-US" sz="1900">
                <a:latin typeface="Google"/>
              </a:rPr>
              <a:t>Education: Offering detailed explanations and additional resources to students based on their queries. </a:t>
            </a:r>
            <a:endParaRPr lang="en-IN" sz="1900">
              <a:latin typeface="Google"/>
            </a:endParaRPr>
          </a:p>
        </p:txBody>
      </p:sp>
    </p:spTree>
    <p:extLst>
      <p:ext uri="{BB962C8B-B14F-4D97-AF65-F5344CB8AC3E}">
        <p14:creationId xmlns:p14="http://schemas.microsoft.com/office/powerpoint/2010/main" val="1499666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Component of 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RAGs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710313"/>
            <a:ext cx="7225748" cy="543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14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Google"/>
              </a:rPr>
              <a:t>Working of a RAG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8" y="2352540"/>
            <a:ext cx="5419725" cy="2171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8" y="4547393"/>
            <a:ext cx="5448300" cy="2190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147502"/>
            <a:ext cx="5657850" cy="2190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2343015"/>
            <a:ext cx="5695950" cy="2181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4552155"/>
            <a:ext cx="5581650" cy="21812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0637" y="-156968"/>
            <a:ext cx="1209675" cy="581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2325" y="6157118"/>
            <a:ext cx="12096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642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8746</Words>
  <Application>Microsoft Office PowerPoint</Application>
  <PresentationFormat>Widescreen</PresentationFormat>
  <Paragraphs>711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Vector Databases </vt:lpstr>
      <vt:lpstr>What is a Vector Database</vt:lpstr>
      <vt:lpstr>Popular Vector Database Solutions</vt:lpstr>
      <vt:lpstr>Chunking in RAG</vt:lpstr>
      <vt:lpstr>Chunking</vt:lpstr>
      <vt:lpstr>PowerPoint Presentation</vt:lpstr>
      <vt:lpstr>Chunking Strategies</vt:lpstr>
      <vt:lpstr>Chunking Strategies</vt:lpstr>
      <vt:lpstr>Chunking Strategies</vt:lpstr>
      <vt:lpstr>Chunking Strategies</vt:lpstr>
      <vt:lpstr>Embeddings</vt:lpstr>
      <vt:lpstr>What are Embeddings?</vt:lpstr>
      <vt:lpstr>What are Embeddings?</vt:lpstr>
      <vt:lpstr>Semantic Search Index</vt:lpstr>
      <vt:lpstr>Semantic Search Index</vt:lpstr>
      <vt:lpstr>Process of Semantic Search Index</vt:lpstr>
      <vt:lpstr>Retrieval Augmented Generation</vt:lpstr>
      <vt:lpstr>Retrieval Augmented Generation</vt:lpstr>
      <vt:lpstr>PowerPoint Presentation</vt:lpstr>
      <vt:lpstr>What is RAG</vt:lpstr>
      <vt:lpstr>How RAG Differs from LLMs?</vt:lpstr>
      <vt:lpstr>The Importance of RAG</vt:lpstr>
      <vt:lpstr>Component of  RAGs</vt:lpstr>
      <vt:lpstr>Working of a RAG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RAG Routers Architecture to Build AI Agents</dc:title>
  <dc:creator>Microsoft account</dc:creator>
  <cp:lastModifiedBy>Microsoft account</cp:lastModifiedBy>
  <cp:revision>151</cp:revision>
  <dcterms:created xsi:type="dcterms:W3CDTF">2025-06-15T06:04:19Z</dcterms:created>
  <dcterms:modified xsi:type="dcterms:W3CDTF">2025-12-02T11:54:51Z</dcterms:modified>
</cp:coreProperties>
</file>